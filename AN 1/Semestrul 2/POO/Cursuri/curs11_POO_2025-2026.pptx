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4"/>
  </p:sldMasterIdLst>
  <p:notesMasterIdLst>
    <p:notesMasterId r:id="rId86"/>
  </p:notesMasterIdLst>
  <p:sldIdLst>
    <p:sldId id="256" r:id="rId5"/>
    <p:sldId id="257" r:id="rId6"/>
    <p:sldId id="478" r:id="rId7"/>
    <p:sldId id="479" r:id="rId8"/>
    <p:sldId id="480" r:id="rId9"/>
    <p:sldId id="481" r:id="rId10"/>
    <p:sldId id="482" r:id="rId11"/>
    <p:sldId id="483" r:id="rId12"/>
    <p:sldId id="484" r:id="rId13"/>
    <p:sldId id="550" r:id="rId14"/>
    <p:sldId id="488" r:id="rId15"/>
    <p:sldId id="489" r:id="rId16"/>
    <p:sldId id="490" r:id="rId17"/>
    <p:sldId id="491" r:id="rId18"/>
    <p:sldId id="493" r:id="rId19"/>
    <p:sldId id="495" r:id="rId20"/>
    <p:sldId id="496" r:id="rId21"/>
    <p:sldId id="497" r:id="rId22"/>
    <p:sldId id="551" r:id="rId23"/>
    <p:sldId id="552" r:id="rId24"/>
    <p:sldId id="553" r:id="rId25"/>
    <p:sldId id="503" r:id="rId26"/>
    <p:sldId id="504" r:id="rId27"/>
    <p:sldId id="505" r:id="rId28"/>
    <p:sldId id="506" r:id="rId29"/>
    <p:sldId id="507" r:id="rId30"/>
    <p:sldId id="508" r:id="rId31"/>
    <p:sldId id="509" r:id="rId32"/>
    <p:sldId id="510" r:id="rId33"/>
    <p:sldId id="511" r:id="rId34"/>
    <p:sldId id="512" r:id="rId35"/>
    <p:sldId id="513" r:id="rId36"/>
    <p:sldId id="514" r:id="rId37"/>
    <p:sldId id="515" r:id="rId38"/>
    <p:sldId id="546" r:id="rId39"/>
    <p:sldId id="547" r:id="rId40"/>
    <p:sldId id="548" r:id="rId41"/>
    <p:sldId id="549" r:id="rId42"/>
    <p:sldId id="520" r:id="rId43"/>
    <p:sldId id="521" r:id="rId44"/>
    <p:sldId id="522" r:id="rId45"/>
    <p:sldId id="523" r:id="rId46"/>
    <p:sldId id="524" r:id="rId47"/>
    <p:sldId id="525" r:id="rId48"/>
    <p:sldId id="526" r:id="rId49"/>
    <p:sldId id="527" r:id="rId50"/>
    <p:sldId id="528" r:id="rId51"/>
    <p:sldId id="529" r:id="rId52"/>
    <p:sldId id="530" r:id="rId53"/>
    <p:sldId id="569" r:id="rId54"/>
    <p:sldId id="571" r:id="rId55"/>
    <p:sldId id="570" r:id="rId56"/>
    <p:sldId id="572" r:id="rId57"/>
    <p:sldId id="573" r:id="rId58"/>
    <p:sldId id="531" r:id="rId59"/>
    <p:sldId id="532" r:id="rId60"/>
    <p:sldId id="533" r:id="rId61"/>
    <p:sldId id="534" r:id="rId62"/>
    <p:sldId id="535" r:id="rId63"/>
    <p:sldId id="536" r:id="rId64"/>
    <p:sldId id="537" r:id="rId65"/>
    <p:sldId id="538" r:id="rId66"/>
    <p:sldId id="539" r:id="rId67"/>
    <p:sldId id="540" r:id="rId68"/>
    <p:sldId id="541" r:id="rId69"/>
    <p:sldId id="542" r:id="rId70"/>
    <p:sldId id="543" r:id="rId71"/>
    <p:sldId id="554" r:id="rId72"/>
    <p:sldId id="566" r:id="rId73"/>
    <p:sldId id="561" r:id="rId74"/>
    <p:sldId id="567" r:id="rId75"/>
    <p:sldId id="562" r:id="rId76"/>
    <p:sldId id="563" r:id="rId77"/>
    <p:sldId id="555" r:id="rId78"/>
    <p:sldId id="568" r:id="rId79"/>
    <p:sldId id="564" r:id="rId80"/>
    <p:sldId id="556" r:id="rId81"/>
    <p:sldId id="558" r:id="rId82"/>
    <p:sldId id="557" r:id="rId83"/>
    <p:sldId id="559" r:id="rId84"/>
    <p:sldId id="545" r:id="rId85"/>
  </p:sldIdLst>
  <p:sldSz cx="10080625" cy="7559675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1pPr>
    <a:lvl2pPr marL="457200" algn="l" rtl="0" fontAlgn="base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2pPr>
    <a:lvl3pPr marL="914400" algn="l" rtl="0" fontAlgn="base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3pPr>
    <a:lvl4pPr marL="1371600" algn="l" rtl="0" fontAlgn="base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4pPr>
    <a:lvl5pPr marL="1828800" algn="l" rtl="0" fontAlgn="base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381">
          <p15:clr>
            <a:srgbClr val="A4A3A4"/>
          </p15:clr>
        </p15:guide>
        <p15:guide id="2" pos="317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D9B8E8-5FBB-46B5-8E7E-9E15276169E5}" v="13" dt="2025-05-05T10:23:01.8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-1588" y="-260"/>
      </p:cViewPr>
      <p:guideLst>
        <p:guide orient="horz" pos="2381"/>
        <p:guide pos="317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76" Type="http://schemas.openxmlformats.org/officeDocument/2006/relationships/slide" Target="slides/slide72.xml"/><Relationship Id="rId84" Type="http://schemas.openxmlformats.org/officeDocument/2006/relationships/slide" Target="slides/slide80.xml"/><Relationship Id="rId89" Type="http://schemas.openxmlformats.org/officeDocument/2006/relationships/theme" Target="theme/theme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87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90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viewProps" Target="viewProps.xml"/><Relationship Id="rId9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CA MADALINA DOBROVAT" userId="S::anca.dobrovat@unibuc.ro::418a3c67-18b7-4c53-a114-ddac729b7caa" providerId="AD" clId="Web-{3902156F-5276-4646-9CB9-C9599B1A5884}"/>
    <pc:docChg chg="addSld delSld modSld sldOrd">
      <pc:chgData name="ANCA MADALINA DOBROVAT" userId="S::anca.dobrovat@unibuc.ro::418a3c67-18b7-4c53-a114-ddac729b7caa" providerId="AD" clId="Web-{3902156F-5276-4646-9CB9-C9599B1A5884}" dt="2020-12-16T07:38:18.474" v="1006" actId="20577"/>
      <pc:docMkLst>
        <pc:docMk/>
      </pc:docMkLst>
      <pc:sldChg chg="addSp delSp modSp">
        <pc:chgData name="ANCA MADALINA DOBROVAT" userId="S::anca.dobrovat@unibuc.ro::418a3c67-18b7-4c53-a114-ddac729b7caa" providerId="AD" clId="Web-{3902156F-5276-4646-9CB9-C9599B1A5884}" dt="2020-12-16T07:02:37.383" v="193" actId="20577"/>
        <pc:sldMkLst>
          <pc:docMk/>
          <pc:sldMk cId="3725930952" sldId="554"/>
        </pc:sldMkLst>
        <pc:spChg chg="add del mod">
          <ac:chgData name="ANCA MADALINA DOBROVAT" userId="S::anca.dobrovat@unibuc.ro::418a3c67-18b7-4c53-a114-ddac729b7caa" providerId="AD" clId="Web-{3902156F-5276-4646-9CB9-C9599B1A5884}" dt="2020-12-16T06:58:41.409" v="98"/>
          <ac:spMkLst>
            <pc:docMk/>
            <pc:sldMk cId="3725930952" sldId="554"/>
            <ac:spMk id="2" creationId="{E816E336-99B8-4F51-AF44-6041E156E526}"/>
          </ac:spMkLst>
        </pc:spChg>
        <pc:spChg chg="mod">
          <ac:chgData name="ANCA MADALINA DOBROVAT" userId="S::anca.dobrovat@unibuc.ro::418a3c67-18b7-4c53-a114-ddac729b7caa" providerId="AD" clId="Web-{3902156F-5276-4646-9CB9-C9599B1A5884}" dt="2020-12-16T07:02:37.383" v="193" actId="20577"/>
          <ac:spMkLst>
            <pc:docMk/>
            <pc:sldMk cId="3725930952" sldId="554"/>
            <ac:spMk id="64518" creationId="{00000000-0000-0000-0000-000000000000}"/>
          </ac:spMkLst>
        </pc:spChg>
        <pc:spChg chg="del">
          <ac:chgData name="ANCA MADALINA DOBROVAT" userId="S::anca.dobrovat@unibuc.ro::418a3c67-18b7-4c53-a114-ddac729b7caa" providerId="AD" clId="Web-{3902156F-5276-4646-9CB9-C9599B1A5884}" dt="2020-12-16T06:17:08.022" v="32"/>
          <ac:spMkLst>
            <pc:docMk/>
            <pc:sldMk cId="3725930952" sldId="554"/>
            <ac:spMk id="64519" creationId="{00000000-0000-0000-0000-000000000000}"/>
          </ac:spMkLst>
        </pc:spChg>
      </pc:sldChg>
      <pc:sldChg chg="modSp add replId">
        <pc:chgData name="ANCA MADALINA DOBROVAT" userId="S::anca.dobrovat@unibuc.ro::418a3c67-18b7-4c53-a114-ddac729b7caa" providerId="AD" clId="Web-{3902156F-5276-4646-9CB9-C9599B1A5884}" dt="2020-12-16T07:03:18.931" v="202" actId="20577"/>
        <pc:sldMkLst>
          <pc:docMk/>
          <pc:sldMk cId="1237420897" sldId="555"/>
        </pc:sldMkLst>
        <pc:spChg chg="mod">
          <ac:chgData name="ANCA MADALINA DOBROVAT" userId="S::anca.dobrovat@unibuc.ro::418a3c67-18b7-4c53-a114-ddac729b7caa" providerId="AD" clId="Web-{3902156F-5276-4646-9CB9-C9599B1A5884}" dt="2020-12-16T07:03:18.931" v="202" actId="20577"/>
          <ac:spMkLst>
            <pc:docMk/>
            <pc:sldMk cId="1237420897" sldId="555"/>
            <ac:spMk id="2" creationId="{E816E336-99B8-4F51-AF44-6041E156E526}"/>
          </ac:spMkLst>
        </pc:spChg>
        <pc:spChg chg="mod">
          <ac:chgData name="ANCA MADALINA DOBROVAT" userId="S::anca.dobrovat@unibuc.ro::418a3c67-18b7-4c53-a114-ddac729b7caa" providerId="AD" clId="Web-{3902156F-5276-4646-9CB9-C9599B1A5884}" dt="2020-12-16T07:03:04.134" v="197" actId="14100"/>
          <ac:spMkLst>
            <pc:docMk/>
            <pc:sldMk cId="1237420897" sldId="555"/>
            <ac:spMk id="64518" creationId="{00000000-0000-0000-0000-000000000000}"/>
          </ac:spMkLst>
        </pc:spChg>
      </pc:sldChg>
      <pc:sldChg chg="modSp add replId">
        <pc:chgData name="ANCA MADALINA DOBROVAT" userId="S::anca.dobrovat@unibuc.ro::418a3c67-18b7-4c53-a114-ddac729b7caa" providerId="AD" clId="Web-{3902156F-5276-4646-9CB9-C9599B1A5884}" dt="2020-12-16T07:12:54.614" v="697" actId="20577"/>
        <pc:sldMkLst>
          <pc:docMk/>
          <pc:sldMk cId="4232593029" sldId="556"/>
        </pc:sldMkLst>
        <pc:spChg chg="mod">
          <ac:chgData name="ANCA MADALINA DOBROVAT" userId="S::anca.dobrovat@unibuc.ro::418a3c67-18b7-4c53-a114-ddac729b7caa" providerId="AD" clId="Web-{3902156F-5276-4646-9CB9-C9599B1A5884}" dt="2020-12-16T07:12:54.614" v="697" actId="20577"/>
          <ac:spMkLst>
            <pc:docMk/>
            <pc:sldMk cId="4232593029" sldId="556"/>
            <ac:spMk id="2" creationId="{E816E336-99B8-4F51-AF44-6041E156E526}"/>
          </ac:spMkLst>
        </pc:spChg>
        <pc:spChg chg="mod">
          <ac:chgData name="ANCA MADALINA DOBROVAT" userId="S::anca.dobrovat@unibuc.ro::418a3c67-18b7-4c53-a114-ddac729b7caa" providerId="AD" clId="Web-{3902156F-5276-4646-9CB9-C9599B1A5884}" dt="2020-12-16T07:08:54.109" v="321" actId="20577"/>
          <ac:spMkLst>
            <pc:docMk/>
            <pc:sldMk cId="4232593029" sldId="556"/>
            <ac:spMk id="64518" creationId="{00000000-0000-0000-0000-000000000000}"/>
          </ac:spMkLst>
        </pc:spChg>
      </pc:sldChg>
      <pc:sldChg chg="modSp add replId">
        <pc:chgData name="ANCA MADALINA DOBROVAT" userId="S::anca.dobrovat@unibuc.ro::418a3c67-18b7-4c53-a114-ddac729b7caa" providerId="AD" clId="Web-{3902156F-5276-4646-9CB9-C9599B1A5884}" dt="2020-12-16T07:28:07.102" v="831" actId="20577"/>
        <pc:sldMkLst>
          <pc:docMk/>
          <pc:sldMk cId="2693136177" sldId="557"/>
        </pc:sldMkLst>
        <pc:spChg chg="mod">
          <ac:chgData name="ANCA MADALINA DOBROVAT" userId="S::anca.dobrovat@unibuc.ro::418a3c67-18b7-4c53-a114-ddac729b7caa" providerId="AD" clId="Web-{3902156F-5276-4646-9CB9-C9599B1A5884}" dt="2020-12-16T07:28:07.102" v="831" actId="20577"/>
          <ac:spMkLst>
            <pc:docMk/>
            <pc:sldMk cId="2693136177" sldId="557"/>
            <ac:spMk id="2" creationId="{E816E336-99B8-4F51-AF44-6041E156E526}"/>
          </ac:spMkLst>
        </pc:spChg>
      </pc:sldChg>
      <pc:sldChg chg="add ord replId">
        <pc:chgData name="ANCA MADALINA DOBROVAT" userId="S::anca.dobrovat@unibuc.ro::418a3c67-18b7-4c53-a114-ddac729b7caa" providerId="AD" clId="Web-{3902156F-5276-4646-9CB9-C9599B1A5884}" dt="2020-12-16T07:22:28.689" v="784"/>
        <pc:sldMkLst>
          <pc:docMk/>
          <pc:sldMk cId="1968714944" sldId="558"/>
        </pc:sldMkLst>
      </pc:sldChg>
      <pc:sldChg chg="new del">
        <pc:chgData name="ANCA MADALINA DOBROVAT" userId="S::anca.dobrovat@unibuc.ro::418a3c67-18b7-4c53-a114-ddac729b7caa" providerId="AD" clId="Web-{3902156F-5276-4646-9CB9-C9599B1A5884}" dt="2020-12-16T07:18:47.950" v="769"/>
        <pc:sldMkLst>
          <pc:docMk/>
          <pc:sldMk cId="2538862133" sldId="558"/>
        </pc:sldMkLst>
      </pc:sldChg>
      <pc:sldChg chg="modSp add replId">
        <pc:chgData name="ANCA MADALINA DOBROVAT" userId="S::anca.dobrovat@unibuc.ro::418a3c67-18b7-4c53-a114-ddac729b7caa" providerId="AD" clId="Web-{3902156F-5276-4646-9CB9-C9599B1A5884}" dt="2020-12-16T07:33:07.827" v="998" actId="20577"/>
        <pc:sldMkLst>
          <pc:docMk/>
          <pc:sldMk cId="3257400699" sldId="559"/>
        </pc:sldMkLst>
        <pc:spChg chg="mod">
          <ac:chgData name="ANCA MADALINA DOBROVAT" userId="S::anca.dobrovat@unibuc.ro::418a3c67-18b7-4c53-a114-ddac729b7caa" providerId="AD" clId="Web-{3902156F-5276-4646-9CB9-C9599B1A5884}" dt="2020-12-16T07:33:07.827" v="998" actId="20577"/>
          <ac:spMkLst>
            <pc:docMk/>
            <pc:sldMk cId="3257400699" sldId="559"/>
            <ac:spMk id="2" creationId="{E816E336-99B8-4F51-AF44-6041E156E526}"/>
          </ac:spMkLst>
        </pc:spChg>
      </pc:sldChg>
      <pc:sldChg chg="new del">
        <pc:chgData name="ANCA MADALINA DOBROVAT" userId="S::anca.dobrovat@unibuc.ro::418a3c67-18b7-4c53-a114-ddac729b7caa" providerId="AD" clId="Web-{3902156F-5276-4646-9CB9-C9599B1A5884}" dt="2020-12-16T07:33:59.171" v="1002"/>
        <pc:sldMkLst>
          <pc:docMk/>
          <pc:sldMk cId="713930741" sldId="560"/>
        </pc:sldMkLst>
      </pc:sldChg>
      <pc:sldChg chg="modSp add replId">
        <pc:chgData name="ANCA MADALINA DOBROVAT" userId="S::anca.dobrovat@unibuc.ro::418a3c67-18b7-4c53-a114-ddac729b7caa" providerId="AD" clId="Web-{3902156F-5276-4646-9CB9-C9599B1A5884}" dt="2020-12-16T07:38:09.302" v="1005" actId="20577"/>
        <pc:sldMkLst>
          <pc:docMk/>
          <pc:sldMk cId="804722599" sldId="560"/>
        </pc:sldMkLst>
        <pc:spChg chg="mod">
          <ac:chgData name="ANCA MADALINA DOBROVAT" userId="S::anca.dobrovat@unibuc.ro::418a3c67-18b7-4c53-a114-ddac729b7caa" providerId="AD" clId="Web-{3902156F-5276-4646-9CB9-C9599B1A5884}" dt="2020-12-16T07:38:09.302" v="1005" actId="20577"/>
          <ac:spMkLst>
            <pc:docMk/>
            <pc:sldMk cId="804722599" sldId="560"/>
            <ac:spMk id="2" creationId="{E816E336-99B8-4F51-AF44-6041E156E526}"/>
          </ac:spMkLst>
        </pc:spChg>
      </pc:sldChg>
    </pc:docChg>
  </pc:docChgLst>
  <pc:docChgLst>
    <pc:chgData name="ANCA MADALINA DOBROVAT" userId="S::anca.dobrovat@unibuc.ro::418a3c67-18b7-4c53-a114-ddac729b7caa" providerId="AD" clId="Web-{610AAB30-CB76-4978-A314-507D970597FC}"/>
    <pc:docChg chg="modSld">
      <pc:chgData name="ANCA MADALINA DOBROVAT" userId="S::anca.dobrovat@unibuc.ro::418a3c67-18b7-4c53-a114-ddac729b7caa" providerId="AD" clId="Web-{610AAB30-CB76-4978-A314-507D970597FC}" dt="2023-12-14T13:44:52.159" v="6" actId="20577"/>
      <pc:docMkLst>
        <pc:docMk/>
      </pc:docMkLst>
      <pc:sldChg chg="modSp">
        <pc:chgData name="ANCA MADALINA DOBROVAT" userId="S::anca.dobrovat@unibuc.ro::418a3c67-18b7-4c53-a114-ddac729b7caa" providerId="AD" clId="Web-{610AAB30-CB76-4978-A314-507D970597FC}" dt="2023-12-14T13:44:52.159" v="6" actId="20577"/>
        <pc:sldMkLst>
          <pc:docMk/>
          <pc:sldMk cId="0" sldId="545"/>
        </pc:sldMkLst>
        <pc:spChg chg="mod">
          <ac:chgData name="ANCA MADALINA DOBROVAT" userId="S::anca.dobrovat@unibuc.ro::418a3c67-18b7-4c53-a114-ddac729b7caa" providerId="AD" clId="Web-{610AAB30-CB76-4978-A314-507D970597FC}" dt="2023-12-14T13:44:52.159" v="6" actId="20577"/>
          <ac:spMkLst>
            <pc:docMk/>
            <pc:sldMk cId="0" sldId="545"/>
            <ac:spMk id="65542" creationId="{00000000-0000-0000-0000-000000000000}"/>
          </ac:spMkLst>
        </pc:spChg>
      </pc:sldChg>
    </pc:docChg>
  </pc:docChgLst>
  <pc:docChgLst>
    <pc:chgData name="ANCA MADALINA DOBROVAT" userId="S::anca.dobrovat@unibuc.ro::418a3c67-18b7-4c53-a114-ddac729b7caa" providerId="AD" clId="Web-{FC7FB38A-EC89-44C4-A9A9-BA519D1C9E2B}"/>
    <pc:docChg chg="modSld">
      <pc:chgData name="ANCA MADALINA DOBROVAT" userId="S::anca.dobrovat@unibuc.ro::418a3c67-18b7-4c53-a114-ddac729b7caa" providerId="AD" clId="Web-{FC7FB38A-EC89-44C4-A9A9-BA519D1C9E2B}" dt="2020-12-16T11:35:44.550" v="5" actId="20577"/>
      <pc:docMkLst>
        <pc:docMk/>
      </pc:docMkLst>
      <pc:sldChg chg="modSp">
        <pc:chgData name="ANCA MADALINA DOBROVAT" userId="S::anca.dobrovat@unibuc.ro::418a3c67-18b7-4c53-a114-ddac729b7caa" providerId="AD" clId="Web-{FC7FB38A-EC89-44C4-A9A9-BA519D1C9E2B}" dt="2020-12-16T11:14:06.491" v="1" actId="1076"/>
        <pc:sldMkLst>
          <pc:docMk/>
          <pc:sldMk cId="0" sldId="527"/>
        </pc:sldMkLst>
        <pc:spChg chg="mod">
          <ac:chgData name="ANCA MADALINA DOBROVAT" userId="S::anca.dobrovat@unibuc.ro::418a3c67-18b7-4c53-a114-ddac729b7caa" providerId="AD" clId="Web-{FC7FB38A-EC89-44C4-A9A9-BA519D1C9E2B}" dt="2020-12-16T11:14:06.491" v="1" actId="1076"/>
          <ac:spMkLst>
            <pc:docMk/>
            <pc:sldMk cId="0" sldId="527"/>
            <ac:spMk id="11" creationId="{00000000-0000-0000-0000-000000000000}"/>
          </ac:spMkLst>
        </pc:spChg>
      </pc:sldChg>
      <pc:sldChg chg="modSp">
        <pc:chgData name="ANCA MADALINA DOBROVAT" userId="S::anca.dobrovat@unibuc.ro::418a3c67-18b7-4c53-a114-ddac729b7caa" providerId="AD" clId="Web-{FC7FB38A-EC89-44C4-A9A9-BA519D1C9E2B}" dt="2020-12-16T11:03:49.103" v="0" actId="1076"/>
        <pc:sldMkLst>
          <pc:docMk/>
          <pc:sldMk cId="0" sldId="546"/>
        </pc:sldMkLst>
        <pc:spChg chg="mod">
          <ac:chgData name="ANCA MADALINA DOBROVAT" userId="S::anca.dobrovat@unibuc.ro::418a3c67-18b7-4c53-a114-ddac729b7caa" providerId="AD" clId="Web-{FC7FB38A-EC89-44C4-A9A9-BA519D1C9E2B}" dt="2020-12-16T11:03:49.103" v="0" actId="1076"/>
          <ac:spMkLst>
            <pc:docMk/>
            <pc:sldMk cId="0" sldId="546"/>
            <ac:spMk id="8" creationId="{00000000-0000-0000-0000-000000000000}"/>
          </ac:spMkLst>
        </pc:spChg>
      </pc:sldChg>
      <pc:sldChg chg="modSp">
        <pc:chgData name="ANCA MADALINA DOBROVAT" userId="S::anca.dobrovat@unibuc.ro::418a3c67-18b7-4c53-a114-ddac729b7caa" providerId="AD" clId="Web-{FC7FB38A-EC89-44C4-A9A9-BA519D1C9E2B}" dt="2020-12-16T11:35:44.550" v="4" actId="20577"/>
        <pc:sldMkLst>
          <pc:docMk/>
          <pc:sldMk cId="2693136177" sldId="557"/>
        </pc:sldMkLst>
        <pc:spChg chg="mod">
          <ac:chgData name="ANCA MADALINA DOBROVAT" userId="S::anca.dobrovat@unibuc.ro::418a3c67-18b7-4c53-a114-ddac729b7caa" providerId="AD" clId="Web-{FC7FB38A-EC89-44C4-A9A9-BA519D1C9E2B}" dt="2020-12-16T11:35:44.550" v="4" actId="20577"/>
          <ac:spMkLst>
            <pc:docMk/>
            <pc:sldMk cId="2693136177" sldId="557"/>
            <ac:spMk id="2" creationId="{E816E336-99B8-4F51-AF44-6041E156E526}"/>
          </ac:spMkLst>
        </pc:spChg>
      </pc:sldChg>
    </pc:docChg>
  </pc:docChgLst>
  <pc:docChgLst>
    <pc:chgData name="ANCA MADALINA DOBROVAT" userId="S::anca.dobrovat@unibuc.ro::418a3c67-18b7-4c53-a114-ddac729b7caa" providerId="AD" clId="Web-{93461249-D356-4B91-9E4A-0434873E5100}"/>
    <pc:docChg chg="addSld modSld">
      <pc:chgData name="ANCA MADALINA DOBROVAT" userId="S::anca.dobrovat@unibuc.ro::418a3c67-18b7-4c53-a114-ddac729b7caa" providerId="AD" clId="Web-{93461249-D356-4B91-9E4A-0434873E5100}" dt="2020-12-16T06:14:20.785" v="44"/>
      <pc:docMkLst>
        <pc:docMk/>
      </pc:docMkLst>
      <pc:sldChg chg="modSp">
        <pc:chgData name="ANCA MADALINA DOBROVAT" userId="S::anca.dobrovat@unibuc.ro::418a3c67-18b7-4c53-a114-ddac729b7caa" providerId="AD" clId="Web-{93461249-D356-4B91-9E4A-0434873E5100}" dt="2020-12-16T06:12:03.922" v="8" actId="20577"/>
        <pc:sldMkLst>
          <pc:docMk/>
          <pc:sldMk cId="0" sldId="256"/>
        </pc:sldMkLst>
        <pc:spChg chg="mod">
          <ac:chgData name="ANCA MADALINA DOBROVAT" userId="S::anca.dobrovat@unibuc.ro::418a3c67-18b7-4c53-a114-ddac729b7caa" providerId="AD" clId="Web-{93461249-D356-4B91-9E4A-0434873E5100}" dt="2020-12-16T06:12:03.922" v="8" actId="20577"/>
          <ac:spMkLst>
            <pc:docMk/>
            <pc:sldMk cId="0" sldId="256"/>
            <ac:spMk id="2052" creationId="{00000000-0000-0000-0000-000000000000}"/>
          </ac:spMkLst>
        </pc:spChg>
        <pc:spChg chg="mod">
          <ac:chgData name="ANCA MADALINA DOBROVAT" userId="S::anca.dobrovat@unibuc.ro::418a3c67-18b7-4c53-a114-ddac729b7caa" providerId="AD" clId="Web-{93461249-D356-4B91-9E4A-0434873E5100}" dt="2020-12-16T06:11:58.156" v="5" actId="20577"/>
          <ac:spMkLst>
            <pc:docMk/>
            <pc:sldMk cId="0" sldId="256"/>
            <ac:spMk id="2055" creationId="{00000000-0000-0000-0000-000000000000}"/>
          </ac:spMkLst>
        </pc:spChg>
      </pc:sldChg>
      <pc:sldChg chg="modSp">
        <pc:chgData name="ANCA MADALINA DOBROVAT" userId="S::anca.dobrovat@unibuc.ro::418a3c67-18b7-4c53-a114-ddac729b7caa" providerId="AD" clId="Web-{93461249-D356-4B91-9E4A-0434873E5100}" dt="2020-12-16T06:12:40.595" v="28" actId="20577"/>
        <pc:sldMkLst>
          <pc:docMk/>
          <pc:sldMk cId="0" sldId="257"/>
        </pc:sldMkLst>
        <pc:spChg chg="mod">
          <ac:chgData name="ANCA MADALINA DOBROVAT" userId="S::anca.dobrovat@unibuc.ro::418a3c67-18b7-4c53-a114-ddac729b7caa" providerId="AD" clId="Web-{93461249-D356-4B91-9E4A-0434873E5100}" dt="2020-12-16T06:12:40.595" v="28" actId="20577"/>
          <ac:spMkLst>
            <pc:docMk/>
            <pc:sldMk cId="0" sldId="257"/>
            <ac:spMk id="8" creationId="{00000000-0000-0000-0000-000000000000}"/>
          </ac:spMkLst>
        </pc:spChg>
      </pc:sldChg>
      <pc:sldChg chg="modSp">
        <pc:chgData name="ANCA MADALINA DOBROVAT" userId="S::anca.dobrovat@unibuc.ro::418a3c67-18b7-4c53-a114-ddac729b7caa" providerId="AD" clId="Web-{93461249-D356-4B91-9E4A-0434873E5100}" dt="2020-12-16T06:14:13.753" v="43" actId="20577"/>
        <pc:sldMkLst>
          <pc:docMk/>
          <pc:sldMk cId="0" sldId="545"/>
        </pc:sldMkLst>
        <pc:spChg chg="mod">
          <ac:chgData name="ANCA MADALINA DOBROVAT" userId="S::anca.dobrovat@unibuc.ro::418a3c67-18b7-4c53-a114-ddac729b7caa" providerId="AD" clId="Web-{93461249-D356-4B91-9E4A-0434873E5100}" dt="2020-12-16T06:14:13.753" v="43" actId="20577"/>
          <ac:spMkLst>
            <pc:docMk/>
            <pc:sldMk cId="0" sldId="545"/>
            <ac:spMk id="65542" creationId="{00000000-0000-0000-0000-000000000000}"/>
          </ac:spMkLst>
        </pc:spChg>
      </pc:sldChg>
      <pc:sldChg chg="add replId">
        <pc:chgData name="ANCA MADALINA DOBROVAT" userId="S::anca.dobrovat@unibuc.ro::418a3c67-18b7-4c53-a114-ddac729b7caa" providerId="AD" clId="Web-{93461249-D356-4B91-9E4A-0434873E5100}" dt="2020-12-16T06:14:20.785" v="44"/>
        <pc:sldMkLst>
          <pc:docMk/>
          <pc:sldMk cId="3725930952" sldId="554"/>
        </pc:sldMkLst>
      </pc:sldChg>
    </pc:docChg>
  </pc:docChgLst>
  <pc:docChgLst>
    <pc:chgData name="ANCA MADALINA DOBROVAT" userId="S::anca.dobrovat@unibuc.ro::418a3c67-18b7-4c53-a114-ddac729b7caa" providerId="AD" clId="Web-{6ED9B8E8-5FBB-46B5-8E7E-9E15276169E5}"/>
    <pc:docChg chg="modSld">
      <pc:chgData name="ANCA MADALINA DOBROVAT" userId="S::anca.dobrovat@unibuc.ro::418a3c67-18b7-4c53-a114-ddac729b7caa" providerId="AD" clId="Web-{6ED9B8E8-5FBB-46B5-8E7E-9E15276169E5}" dt="2025-05-05T10:23:01.424" v="8" actId="20577"/>
      <pc:docMkLst>
        <pc:docMk/>
      </pc:docMkLst>
      <pc:sldChg chg="modSp">
        <pc:chgData name="ANCA MADALINA DOBROVAT" userId="S::anca.dobrovat@unibuc.ro::418a3c67-18b7-4c53-a114-ddac729b7caa" providerId="AD" clId="Web-{6ED9B8E8-5FBB-46B5-8E7E-9E15276169E5}" dt="2025-05-05T10:23:01.424" v="8" actId="20577"/>
        <pc:sldMkLst>
          <pc:docMk/>
          <pc:sldMk cId="0" sldId="523"/>
        </pc:sldMkLst>
        <pc:spChg chg="mod">
          <ac:chgData name="ANCA MADALINA DOBROVAT" userId="S::anca.dobrovat@unibuc.ro::418a3c67-18b7-4c53-a114-ddac729b7caa" providerId="AD" clId="Web-{6ED9B8E8-5FBB-46B5-8E7E-9E15276169E5}" dt="2025-05-05T10:23:01.424" v="8" actId="20577"/>
          <ac:spMkLst>
            <pc:docMk/>
            <pc:sldMk cId="0" sldId="523"/>
            <ac:spMk id="44038" creationId="{00000000-0000-0000-0000-000000000000}"/>
          </ac:spMkLst>
        </pc:spChg>
      </pc:sldChg>
      <pc:sldChg chg="modSp">
        <pc:chgData name="ANCA MADALINA DOBROVAT" userId="S::anca.dobrovat@unibuc.ro::418a3c67-18b7-4c53-a114-ddac729b7caa" providerId="AD" clId="Web-{6ED9B8E8-5FBB-46B5-8E7E-9E15276169E5}" dt="2025-05-05T10:22:26.767" v="4" actId="20577"/>
        <pc:sldMkLst>
          <pc:docMk/>
          <pc:sldMk cId="0" sldId="548"/>
        </pc:sldMkLst>
        <pc:spChg chg="mod">
          <ac:chgData name="ANCA MADALINA DOBROVAT" userId="S::anca.dobrovat@unibuc.ro::418a3c67-18b7-4c53-a114-ddac729b7caa" providerId="AD" clId="Web-{6ED9B8E8-5FBB-46B5-8E7E-9E15276169E5}" dt="2025-05-05T10:22:26.767" v="4" actId="20577"/>
          <ac:spMkLst>
            <pc:docMk/>
            <pc:sldMk cId="0" sldId="548"/>
            <ac:spMk id="3891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Google Shape;3;n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82688" y="768350"/>
            <a:ext cx="4733925" cy="3836988"/>
          </a:xfrm>
          <a:custGeom>
            <a:avLst/>
            <a:gdLst>
              <a:gd name="T0" fmla="*/ 0 w 120000"/>
              <a:gd name="T1" fmla="*/ 0 h 120000"/>
              <a:gd name="T2" fmla="*/ 2147483647 w 120000"/>
              <a:gd name="T3" fmla="*/ 0 h 120000"/>
              <a:gd name="T4" fmla="*/ 2147483647 w 120000"/>
              <a:gd name="T5" fmla="*/ 2147483647 h 120000"/>
              <a:gd name="T6" fmla="*/ 0 w 120000"/>
              <a:gd name="T7" fmla="*/ 2147483647 h 120000"/>
              <a:gd name="T8" fmla="*/ 0 60000 65536"/>
              <a:gd name="T9" fmla="*/ 0 60000 65536"/>
              <a:gd name="T10" fmla="*/ 0 60000 65536"/>
              <a:gd name="T11" fmla="*/ 0 60000 65536"/>
              <a:gd name="T12" fmla="*/ 0 w 120000"/>
              <a:gd name="T13" fmla="*/ 0 h 120000"/>
              <a:gd name="T14" fmla="*/ 120000 w 120000"/>
              <a:gd name="T15" fmla="*/ 120000 h 1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 type="none" w="sm" len="sm"/>
            <a:tailEnd type="none" w="sm" len="sm"/>
          </a:ln>
        </p:spPr>
      </p:sp>
      <p:sp>
        <p:nvSpPr>
          <p:cNvPr id="66563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ro-RO"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17723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457200" indent="-2984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charset="0"/>
      <a:defRPr sz="1400">
        <a:solidFill>
          <a:srgbClr val="000000"/>
        </a:solidFill>
        <a:latin typeface="Arial"/>
        <a:ea typeface="Arial"/>
        <a:cs typeface="Arial"/>
        <a:sym typeface="Arial" charset="0"/>
      </a:defRPr>
    </a:lvl1pPr>
    <a:lvl2pPr marL="742950" lvl="1" indent="-2857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charset="0"/>
      <a:defRPr sz="1400">
        <a:solidFill>
          <a:srgbClr val="000000"/>
        </a:solidFill>
        <a:latin typeface="Arial"/>
        <a:ea typeface="Arial"/>
        <a:cs typeface="Arial"/>
        <a:sym typeface="Arial" charset="0"/>
      </a:defRPr>
    </a:lvl2pPr>
    <a:lvl3pPr marL="1143000" lvl="2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charset="0"/>
      <a:defRPr sz="1400">
        <a:solidFill>
          <a:srgbClr val="000000"/>
        </a:solidFill>
        <a:latin typeface="Arial"/>
        <a:ea typeface="Arial"/>
        <a:cs typeface="Arial"/>
        <a:sym typeface="Arial" charset="0"/>
      </a:defRPr>
    </a:lvl3pPr>
    <a:lvl4pPr marL="1600200" lvl="3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charset="0"/>
      <a:defRPr sz="1400">
        <a:solidFill>
          <a:srgbClr val="000000"/>
        </a:solidFill>
        <a:latin typeface="Arial"/>
        <a:ea typeface="Arial"/>
        <a:cs typeface="Arial"/>
        <a:sym typeface="Arial" charset="0"/>
      </a:defRPr>
    </a:lvl4pPr>
    <a:lvl5pPr marL="2057400" lvl="4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charset="0"/>
      <a:defRPr sz="1400">
        <a:solidFill>
          <a:srgbClr val="000000"/>
        </a:solidFill>
        <a:latin typeface="Arial"/>
        <a:ea typeface="Arial"/>
        <a:cs typeface="Arial"/>
        <a:sym typeface="Arial" charset="0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Google Shape;60;p1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5DBA39F7-157F-4F56-B7EF-14D6AEAD6C17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</a:t>
            </a:fld>
            <a:endParaRPr lang="en-US" sz="1800"/>
          </a:p>
        </p:txBody>
      </p:sp>
      <p:sp>
        <p:nvSpPr>
          <p:cNvPr id="67587" name="Google Shape;61;p1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58C90660-D582-413A-887B-0A025E9ED799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</a:t>
            </a:fld>
            <a:endParaRPr lang="en-US" sz="1800"/>
          </a:p>
        </p:txBody>
      </p:sp>
      <p:sp>
        <p:nvSpPr>
          <p:cNvPr id="67588" name="Google Shape;62;p1:notes"/>
          <p:cNvSpPr>
            <a:spLocks noChangeArrowheads="1"/>
          </p:cNvSpPr>
          <p:nvPr/>
        </p:nvSpPr>
        <p:spPr bwMode="auto">
          <a:xfrm>
            <a:off x="711200" y="4860925"/>
            <a:ext cx="5665788" cy="458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ro-RO"/>
          </a:p>
        </p:txBody>
      </p:sp>
      <p:sp>
        <p:nvSpPr>
          <p:cNvPr id="67589" name="Google Shape;63;p1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1500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r>
              <a:rPr lang="en-US" sz="1100">
                <a:latin typeface="Arial" charset="0"/>
                <a:cs typeface="Arial" charset="0"/>
              </a:rPr>
              <a:t>V2 </a:t>
            </a:r>
          </a:p>
          <a:p>
            <a:pPr marL="0" indent="0" eaLnBrk="1" hangingPunct="1">
              <a:buSzPts val="1100"/>
            </a:pPr>
            <a:r>
              <a:rPr lang="en-US" sz="1100">
                <a:latin typeface="Arial" charset="0"/>
                <a:cs typeface="Arial" charset="0"/>
              </a:rPr>
              <a:t>22.4.2020</a:t>
            </a:r>
            <a:endParaRPr lang="ro-RO" sz="1100">
              <a:latin typeface="Arial" charset="0"/>
              <a:cs typeface="Arial" charset="0"/>
            </a:endParaRPr>
          </a:p>
        </p:txBody>
      </p:sp>
      <p:sp>
        <p:nvSpPr>
          <p:cNvPr id="67590" name="Google Shape;64;p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Google Shape;74;p2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9D0C9F1A-9D8E-4D9D-87D4-550F411E88BB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</a:t>
            </a:fld>
            <a:endParaRPr lang="en-US" sz="1800"/>
          </a:p>
        </p:txBody>
      </p:sp>
      <p:sp>
        <p:nvSpPr>
          <p:cNvPr id="68611" name="Google Shape;75;p2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B7706F7B-E098-4E90-A8E6-5F74C27FAF6B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</a:t>
            </a:fld>
            <a:endParaRPr lang="en-US" sz="1800"/>
          </a:p>
        </p:txBody>
      </p:sp>
      <p:sp>
        <p:nvSpPr>
          <p:cNvPr id="68612" name="Google Shape;76;p2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ro-RO"/>
          </a:p>
        </p:txBody>
      </p:sp>
      <p:sp>
        <p:nvSpPr>
          <p:cNvPr id="68613" name="Google Shape;77;p2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1500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ro-RO" sz="1100">
              <a:latin typeface="Arial" charset="0"/>
              <a:cs typeface="Arial" charset="0"/>
            </a:endParaRPr>
          </a:p>
        </p:txBody>
      </p:sp>
      <p:sp>
        <p:nvSpPr>
          <p:cNvPr id="68614" name="Google Shape;78;p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Google Shape;86;p4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F908E881-ED10-4D0E-AAE3-2B39833D17B3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</a:t>
            </a:fld>
            <a:endParaRPr lang="en-US" sz="1800"/>
          </a:p>
        </p:txBody>
      </p:sp>
      <p:sp>
        <p:nvSpPr>
          <p:cNvPr id="69635" name="Google Shape;87;p4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24CC30E5-BD3E-49FF-9263-763511A0716F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</a:t>
            </a:fld>
            <a:endParaRPr lang="en-US" sz="1800"/>
          </a:p>
        </p:txBody>
      </p:sp>
      <p:sp>
        <p:nvSpPr>
          <p:cNvPr id="69636" name="Google Shape;88;p4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69637" name="Google Shape;89;p4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69638" name="Google Shape;90;p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Google Shape;98;g5732b14adf_0_4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A62BBBD5-26FC-40EF-9DC3-89CD6497D4E2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</a:t>
            </a:fld>
            <a:endParaRPr lang="en-US" sz="1800"/>
          </a:p>
        </p:txBody>
      </p:sp>
      <p:sp>
        <p:nvSpPr>
          <p:cNvPr id="70659" name="Google Shape;99;g5732b14adf_0_4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B290C292-F911-48A7-BC35-E52CC5901535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</a:t>
            </a:fld>
            <a:endParaRPr lang="en-US" sz="1800"/>
          </a:p>
        </p:txBody>
      </p:sp>
      <p:sp>
        <p:nvSpPr>
          <p:cNvPr id="70660" name="Google Shape;100;g5732b14adf_0_4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70661" name="Google Shape;101;g5732b14adf_0_4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70662" name="Google Shape;102;g5732b14adf_0_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Google Shape;110;g5732b14adf_0_19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910F2763-664D-44AF-9E60-65BAEE21587D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5</a:t>
            </a:fld>
            <a:endParaRPr lang="en-US" sz="1800"/>
          </a:p>
        </p:txBody>
      </p:sp>
      <p:sp>
        <p:nvSpPr>
          <p:cNvPr id="71683" name="Google Shape;111;g5732b14adf_0_19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95EA34B6-AD22-48FC-8815-38ECE81C57BD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5</a:t>
            </a:fld>
            <a:endParaRPr lang="en-US" sz="1800"/>
          </a:p>
        </p:txBody>
      </p:sp>
      <p:sp>
        <p:nvSpPr>
          <p:cNvPr id="71684" name="Google Shape;112;g5732b14adf_0_19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71685" name="Google Shape;113;g5732b14adf_0_19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71686" name="Google Shape;114;g5732b14adf_0_1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Google Shape;122;g6c52271ead_0_1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5D309AE2-8F28-4609-B767-74CFCAA9C7CA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6</a:t>
            </a:fld>
            <a:endParaRPr lang="en-US" sz="1800"/>
          </a:p>
        </p:txBody>
      </p:sp>
      <p:sp>
        <p:nvSpPr>
          <p:cNvPr id="72707" name="Google Shape;123;g6c52271ead_0_1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C3055627-BABE-4A8A-BEF8-8FC952FAEE18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6</a:t>
            </a:fld>
            <a:endParaRPr lang="en-US" sz="1800"/>
          </a:p>
        </p:txBody>
      </p:sp>
      <p:sp>
        <p:nvSpPr>
          <p:cNvPr id="72708" name="Google Shape;124;g6c52271ead_0_1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72709" name="Google Shape;125;g6c52271ead_0_1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72710" name="Google Shape;126;g6c52271ead_0_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Google Shape;134;g5732b14adf_0_70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AEFEB58A-4CE5-4482-925D-75DE83E4FB55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7</a:t>
            </a:fld>
            <a:endParaRPr lang="en-US" sz="1800"/>
          </a:p>
        </p:txBody>
      </p:sp>
      <p:sp>
        <p:nvSpPr>
          <p:cNvPr id="73731" name="Google Shape;135;g5732b14adf_0_70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54CC50B3-8CE4-4B7F-84A0-EB48A5A4177B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7</a:t>
            </a:fld>
            <a:endParaRPr lang="en-US" sz="1800"/>
          </a:p>
        </p:txBody>
      </p:sp>
      <p:sp>
        <p:nvSpPr>
          <p:cNvPr id="73732" name="Google Shape;136;g5732b14adf_0_70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73733" name="Google Shape;137;g5732b14adf_0_70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73734" name="Google Shape;138;g5732b14adf_0_7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Google Shape;146;g5732b14adf_0_84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8EED988D-0886-47A8-9647-A2C9DAE3F15B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8</a:t>
            </a:fld>
            <a:endParaRPr lang="en-US" sz="1800"/>
          </a:p>
        </p:txBody>
      </p:sp>
      <p:sp>
        <p:nvSpPr>
          <p:cNvPr id="74755" name="Google Shape;147;g5732b14adf_0_84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3452F0F1-E824-4688-B004-7AB429A670F0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8</a:t>
            </a:fld>
            <a:endParaRPr lang="en-US" sz="1800"/>
          </a:p>
        </p:txBody>
      </p:sp>
      <p:sp>
        <p:nvSpPr>
          <p:cNvPr id="74756" name="Google Shape;148;g5732b14adf_0_84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74757" name="Google Shape;149;g5732b14adf_0_84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74758" name="Google Shape;150;g5732b14adf_0_8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Google Shape;158;g5732b14adf_0_102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8BB429E4-D56D-4CCF-8022-98570BDDB43E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9</a:t>
            </a:fld>
            <a:endParaRPr lang="en-US" sz="1800"/>
          </a:p>
        </p:txBody>
      </p:sp>
      <p:sp>
        <p:nvSpPr>
          <p:cNvPr id="75779" name="Google Shape;159;g5732b14adf_0_102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2FFA193E-8962-49CD-B9AC-651ACC971EE0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9</a:t>
            </a:fld>
            <a:endParaRPr lang="en-US" sz="1800"/>
          </a:p>
        </p:txBody>
      </p:sp>
      <p:sp>
        <p:nvSpPr>
          <p:cNvPr id="75780" name="Google Shape;160;g5732b14adf_0_102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75781" name="Google Shape;161;g5732b14adf_0_102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75782" name="Google Shape;162;g5732b14adf_0_10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Google Shape;158;g5732b14adf_0_102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5D612258-AD2A-4706-8C73-6D576115A605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10</a:t>
            </a:fld>
            <a:endParaRPr lang="en-US" sz="1800"/>
          </a:p>
        </p:txBody>
      </p:sp>
      <p:sp>
        <p:nvSpPr>
          <p:cNvPr id="76803" name="Google Shape;159;g5732b14adf_0_102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34541CF7-0819-4D26-B90C-8ADA44E21AA6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10</a:t>
            </a:fld>
            <a:endParaRPr lang="en-US" sz="1800"/>
          </a:p>
        </p:txBody>
      </p:sp>
      <p:sp>
        <p:nvSpPr>
          <p:cNvPr id="76804" name="Google Shape;160;g5732b14adf_0_102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76805" name="Google Shape;161;g5732b14adf_0_102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76806" name="Google Shape;162;g5732b14adf_0_10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Google Shape;206;g5732b14adf_0_151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31501167-DE01-4603-9858-057822859DB7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11</a:t>
            </a:fld>
            <a:endParaRPr lang="en-US" sz="1800"/>
          </a:p>
        </p:txBody>
      </p:sp>
      <p:sp>
        <p:nvSpPr>
          <p:cNvPr id="77827" name="Google Shape;207;g5732b14adf_0_151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CB0C2CCC-3292-46F0-9AD5-F0EEF0918BE3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11</a:t>
            </a:fld>
            <a:endParaRPr lang="en-US" sz="1800"/>
          </a:p>
        </p:txBody>
      </p:sp>
      <p:sp>
        <p:nvSpPr>
          <p:cNvPr id="77828" name="Google Shape;208;g5732b14adf_0_151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77829" name="Google Shape;209;g5732b14adf_0_151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77830" name="Google Shape;210;g5732b14adf_0_15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Google Shape;218;g6c52271ead_0_25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76E93056-1B00-43D6-953E-D84684F63602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12</a:t>
            </a:fld>
            <a:endParaRPr lang="en-US" sz="1800"/>
          </a:p>
        </p:txBody>
      </p:sp>
      <p:sp>
        <p:nvSpPr>
          <p:cNvPr id="78851" name="Google Shape;219;g6c52271ead_0_25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0D1E94ED-5077-4748-8778-0BC3BA6982C2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12</a:t>
            </a:fld>
            <a:endParaRPr lang="en-US" sz="1800"/>
          </a:p>
        </p:txBody>
      </p:sp>
      <p:sp>
        <p:nvSpPr>
          <p:cNvPr id="78852" name="Google Shape;220;g6c52271ead_0_25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78853" name="Google Shape;221;g6c52271ead_0_25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78854" name="Google Shape;222;g6c52271ead_0_2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Google Shape;230;g6c52271ead_0_12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ECAF4495-1DCF-4908-B826-B3EF025E4C5D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13</a:t>
            </a:fld>
            <a:endParaRPr lang="en-US" sz="1800"/>
          </a:p>
        </p:txBody>
      </p:sp>
      <p:sp>
        <p:nvSpPr>
          <p:cNvPr id="79875" name="Google Shape;231;g6c52271ead_0_12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90CDD5F0-4447-458C-A2CC-72F5443396CF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13</a:t>
            </a:fld>
            <a:endParaRPr lang="en-US" sz="1800"/>
          </a:p>
        </p:txBody>
      </p:sp>
      <p:sp>
        <p:nvSpPr>
          <p:cNvPr id="79876" name="Google Shape;232;g6c52271ead_0_12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79877" name="Google Shape;233;g6c52271ead_0_12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79878" name="Google Shape;234;g6c52271ead_0_1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Google Shape;242;g5732b14adf_0_166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64E139B5-235C-41EE-BA9E-6F0C90F6D3D0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14</a:t>
            </a:fld>
            <a:endParaRPr lang="en-US" sz="1800"/>
          </a:p>
        </p:txBody>
      </p:sp>
      <p:sp>
        <p:nvSpPr>
          <p:cNvPr id="80899" name="Google Shape;243;g5732b14adf_0_166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77A1E7F1-DC95-4FF4-8E45-1831BDDBC765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14</a:t>
            </a:fld>
            <a:endParaRPr lang="en-US" sz="1800"/>
          </a:p>
        </p:txBody>
      </p:sp>
      <p:sp>
        <p:nvSpPr>
          <p:cNvPr id="80900" name="Google Shape;244;g5732b14adf_0_166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80901" name="Google Shape;245;g5732b14adf_0_166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80902" name="Google Shape;246;g5732b14adf_0_16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Google Shape;266;g5732b14adf_0_205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698CF53B-660F-4885-8971-5E8D9BE6D392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15</a:t>
            </a:fld>
            <a:endParaRPr lang="en-US" sz="1800"/>
          </a:p>
        </p:txBody>
      </p:sp>
      <p:sp>
        <p:nvSpPr>
          <p:cNvPr id="81923" name="Google Shape;267;g5732b14adf_0_205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4789D7E8-237C-4137-8B04-8A5C5E2D096E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15</a:t>
            </a:fld>
            <a:endParaRPr lang="en-US" sz="1800"/>
          </a:p>
        </p:txBody>
      </p:sp>
      <p:sp>
        <p:nvSpPr>
          <p:cNvPr id="81924" name="Google Shape;268;g5732b14adf_0_205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81925" name="Google Shape;269;g5732b14adf_0_205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81926" name="Google Shape;270;g5732b14adf_0_20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Google Shape;290;g6c52271ead_0_37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750EF36E-BF63-48DF-B7A3-D7AE8024E012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16</a:t>
            </a:fld>
            <a:endParaRPr lang="en-US" sz="1800"/>
          </a:p>
        </p:txBody>
      </p:sp>
      <p:sp>
        <p:nvSpPr>
          <p:cNvPr id="82947" name="Google Shape;291;g6c52271ead_0_37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B394CF38-D883-44A9-887A-4E8A8FFD39D3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16</a:t>
            </a:fld>
            <a:endParaRPr lang="en-US" sz="1800"/>
          </a:p>
        </p:txBody>
      </p:sp>
      <p:sp>
        <p:nvSpPr>
          <p:cNvPr id="82948" name="Google Shape;292;g6c52271ead_0_37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82949" name="Google Shape;293;g6c52271ead_0_37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82950" name="Google Shape;294;g6c52271ead_0_3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Google Shape;302;g5732b14adf_0_229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D44A6ECC-9E3C-4653-B784-85F6EBA1D082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17</a:t>
            </a:fld>
            <a:endParaRPr lang="en-US" sz="1800"/>
          </a:p>
        </p:txBody>
      </p:sp>
      <p:sp>
        <p:nvSpPr>
          <p:cNvPr id="83971" name="Google Shape;303;g5732b14adf_0_229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79FD42A4-5146-49B3-916E-908C044E26D5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17</a:t>
            </a:fld>
            <a:endParaRPr lang="en-US" sz="1800"/>
          </a:p>
        </p:txBody>
      </p:sp>
      <p:sp>
        <p:nvSpPr>
          <p:cNvPr id="83972" name="Google Shape;304;g5732b14adf_0_229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83973" name="Google Shape;305;g5732b14adf_0_229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83974" name="Google Shape;306;g5732b14adf_0_22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Google Shape;314;g5732b14adf_0_240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1C04DB0B-E9F5-473C-AF74-C4D142B5BB08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18</a:t>
            </a:fld>
            <a:endParaRPr lang="en-US" sz="1800"/>
          </a:p>
        </p:txBody>
      </p:sp>
      <p:sp>
        <p:nvSpPr>
          <p:cNvPr id="84995" name="Google Shape;315;g5732b14adf_0_240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ACB7C57A-3F3D-41BB-8819-05AB166CF476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18</a:t>
            </a:fld>
            <a:endParaRPr lang="en-US" sz="1800"/>
          </a:p>
        </p:txBody>
      </p:sp>
      <p:sp>
        <p:nvSpPr>
          <p:cNvPr id="84996" name="Google Shape;316;g5732b14adf_0_240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84997" name="Google Shape;317;g5732b14adf_0_240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84998" name="Google Shape;318;g5732b14adf_0_24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Google Shape;158;g5732b14adf_0_102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C5DE4818-0B9F-4CDE-9988-88C27F57C3DB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19</a:t>
            </a:fld>
            <a:endParaRPr lang="en-US" sz="1800"/>
          </a:p>
        </p:txBody>
      </p:sp>
      <p:sp>
        <p:nvSpPr>
          <p:cNvPr id="86019" name="Google Shape;159;g5732b14adf_0_102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73B0EAEA-797C-41D9-B3E0-CCE73E3F8D79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19</a:t>
            </a:fld>
            <a:endParaRPr lang="en-US" sz="1800"/>
          </a:p>
        </p:txBody>
      </p:sp>
      <p:sp>
        <p:nvSpPr>
          <p:cNvPr id="86020" name="Google Shape;160;g5732b14adf_0_102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86021" name="Google Shape;161;g5732b14adf_0_102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86022" name="Google Shape;162;g5732b14adf_0_10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Google Shape;158;g5732b14adf_0_102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60742D49-1E06-4B0D-B779-07D50E53EB44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20</a:t>
            </a:fld>
            <a:endParaRPr lang="en-US" sz="1800"/>
          </a:p>
        </p:txBody>
      </p:sp>
      <p:sp>
        <p:nvSpPr>
          <p:cNvPr id="87043" name="Google Shape;159;g5732b14adf_0_102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C45C6B98-3BE4-4F4C-AF47-690758394D6D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20</a:t>
            </a:fld>
            <a:endParaRPr lang="en-US" sz="1800"/>
          </a:p>
        </p:txBody>
      </p:sp>
      <p:sp>
        <p:nvSpPr>
          <p:cNvPr id="87044" name="Google Shape;160;g5732b14adf_0_102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87045" name="Google Shape;161;g5732b14adf_0_102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87046" name="Google Shape;162;g5732b14adf_0_10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Google Shape;158;g5732b14adf_0_102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BA82588B-80DC-4871-A910-109EAC718E2D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21</a:t>
            </a:fld>
            <a:endParaRPr lang="en-US" sz="1800"/>
          </a:p>
        </p:txBody>
      </p:sp>
      <p:sp>
        <p:nvSpPr>
          <p:cNvPr id="88067" name="Google Shape;159;g5732b14adf_0_102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5771BB49-BCAA-4044-996F-7002C997BC2D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21</a:t>
            </a:fld>
            <a:endParaRPr lang="en-US" sz="1800"/>
          </a:p>
        </p:txBody>
      </p:sp>
      <p:sp>
        <p:nvSpPr>
          <p:cNvPr id="88068" name="Google Shape;160;g5732b14adf_0_102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88069" name="Google Shape;161;g5732b14adf_0_102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88070" name="Google Shape;162;g5732b14adf_0_10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Google Shape;386;g5732b14adf_0_295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465ED7D3-1F23-4426-9511-67F6B1D4DA20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22</a:t>
            </a:fld>
            <a:endParaRPr lang="en-US" sz="1800"/>
          </a:p>
        </p:txBody>
      </p:sp>
      <p:sp>
        <p:nvSpPr>
          <p:cNvPr id="89091" name="Google Shape;387;g5732b14adf_0_295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EEC7B2D4-36DE-4A9B-96F5-0DFA0E5C5735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22</a:t>
            </a:fld>
            <a:endParaRPr lang="en-US" sz="1800"/>
          </a:p>
        </p:txBody>
      </p:sp>
      <p:sp>
        <p:nvSpPr>
          <p:cNvPr id="89092" name="Google Shape;388;g5732b14adf_0_295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89093" name="Google Shape;389;g5732b14adf_0_295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89094" name="Google Shape;390;g5732b14adf_0_29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Google Shape;398;g5732b14adf_0_366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02DEB9BA-3991-44DD-A7E0-9B35886B5F46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23</a:t>
            </a:fld>
            <a:endParaRPr lang="en-US" sz="1800"/>
          </a:p>
        </p:txBody>
      </p:sp>
      <p:sp>
        <p:nvSpPr>
          <p:cNvPr id="90115" name="Google Shape;399;g5732b14adf_0_366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E3FBEB92-D119-44A1-84E5-F0D84D0A587C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23</a:t>
            </a:fld>
            <a:endParaRPr lang="en-US" sz="1800"/>
          </a:p>
        </p:txBody>
      </p:sp>
      <p:sp>
        <p:nvSpPr>
          <p:cNvPr id="90116" name="Google Shape;400;g5732b14adf_0_366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90117" name="Google Shape;401;g5732b14adf_0_366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90118" name="Google Shape;402;g5732b14adf_0_36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Google Shape;410;g5732b14adf_0_306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D074D88C-BE66-4884-A891-058D05582D5F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24</a:t>
            </a:fld>
            <a:endParaRPr lang="en-US" sz="1800"/>
          </a:p>
        </p:txBody>
      </p:sp>
      <p:sp>
        <p:nvSpPr>
          <p:cNvPr id="91139" name="Google Shape;411;g5732b14adf_0_306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A9DCA6DE-5208-4C45-AC25-A2B0E5C2FB97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24</a:t>
            </a:fld>
            <a:endParaRPr lang="en-US" sz="1800"/>
          </a:p>
        </p:txBody>
      </p:sp>
      <p:sp>
        <p:nvSpPr>
          <p:cNvPr id="91140" name="Google Shape;412;g5732b14adf_0_306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91141" name="Google Shape;413;g5732b14adf_0_306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91142" name="Google Shape;414;g5732b14adf_0_30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Google Shape;422;g6c52271ead_0_64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F83F1017-7E8B-4E69-A540-78AEBB9C90C2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25</a:t>
            </a:fld>
            <a:endParaRPr lang="en-US" sz="1800"/>
          </a:p>
        </p:txBody>
      </p:sp>
      <p:sp>
        <p:nvSpPr>
          <p:cNvPr id="92163" name="Google Shape;423;g6c52271ead_0_64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7F226AD8-C903-4676-9FCD-5B65990A4A01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25</a:t>
            </a:fld>
            <a:endParaRPr lang="en-US" sz="1800"/>
          </a:p>
        </p:txBody>
      </p:sp>
      <p:sp>
        <p:nvSpPr>
          <p:cNvPr id="92164" name="Google Shape;424;g6c52271ead_0_64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92165" name="Google Shape;425;g6c52271ead_0_64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92166" name="Google Shape;426;g6c52271ead_0_6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Google Shape;434;g5732b14adf_0_317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73AD5D66-E3A0-437F-8BD6-C43FF7A6B97D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26</a:t>
            </a:fld>
            <a:endParaRPr lang="en-US" sz="1800"/>
          </a:p>
        </p:txBody>
      </p:sp>
      <p:sp>
        <p:nvSpPr>
          <p:cNvPr id="93187" name="Google Shape;435;g5732b14adf_0_317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6693DD15-2DD5-406B-A666-FEF2564C8B62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26</a:t>
            </a:fld>
            <a:endParaRPr lang="en-US" sz="1800"/>
          </a:p>
        </p:txBody>
      </p:sp>
      <p:sp>
        <p:nvSpPr>
          <p:cNvPr id="93188" name="Google Shape;436;g5732b14adf_0_317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93189" name="Google Shape;437;g5732b14adf_0_317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93190" name="Google Shape;438;g5732b14adf_0_31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Google Shape;446;g5732b14adf_0_328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A226CF9E-1AA9-466C-9EF4-CEFC4CBDC7AB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27</a:t>
            </a:fld>
            <a:endParaRPr lang="en-US" sz="1800"/>
          </a:p>
        </p:txBody>
      </p:sp>
      <p:sp>
        <p:nvSpPr>
          <p:cNvPr id="94211" name="Google Shape;447;g5732b14adf_0_328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ED449FEE-EF9F-485E-B974-28CB474C4C25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27</a:t>
            </a:fld>
            <a:endParaRPr lang="en-US" sz="1800"/>
          </a:p>
        </p:txBody>
      </p:sp>
      <p:sp>
        <p:nvSpPr>
          <p:cNvPr id="94212" name="Google Shape;448;g5732b14adf_0_328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94213" name="Google Shape;449;g5732b14adf_0_328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94214" name="Google Shape;450;g5732b14adf_0_32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Google Shape;458;g6c52271ead_0_76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902BFF30-92F6-4D0B-8DC5-59B536514D24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28</a:t>
            </a:fld>
            <a:endParaRPr lang="en-US" sz="1800"/>
          </a:p>
        </p:txBody>
      </p:sp>
      <p:sp>
        <p:nvSpPr>
          <p:cNvPr id="95235" name="Google Shape;459;g6c52271ead_0_76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63C9A263-EB95-4B1F-A68B-29F69E105AD6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28</a:t>
            </a:fld>
            <a:endParaRPr lang="en-US" sz="1800"/>
          </a:p>
        </p:txBody>
      </p:sp>
      <p:sp>
        <p:nvSpPr>
          <p:cNvPr id="95236" name="Google Shape;460;g6c52271ead_0_76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95237" name="Google Shape;461;g6c52271ead_0_76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95238" name="Google Shape;462;g6c52271ead_0_7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Google Shape;470;g5732b14adf_0_382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837231A0-C999-48DA-AF3D-150D903606EF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29</a:t>
            </a:fld>
            <a:endParaRPr lang="en-US" sz="1800"/>
          </a:p>
        </p:txBody>
      </p:sp>
      <p:sp>
        <p:nvSpPr>
          <p:cNvPr id="96259" name="Google Shape;471;g5732b14adf_0_382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76968B51-A093-47DA-8B22-8155A4E2C4CA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29</a:t>
            </a:fld>
            <a:endParaRPr lang="en-US" sz="1800"/>
          </a:p>
        </p:txBody>
      </p:sp>
      <p:sp>
        <p:nvSpPr>
          <p:cNvPr id="96260" name="Google Shape;472;g5732b14adf_0_382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96261" name="Google Shape;473;g5732b14adf_0_382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96262" name="Google Shape;474;g5732b14adf_0_38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Google Shape;482;g5732b14adf_0_394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4B87DC5B-4461-4F11-89C7-FCBE37B91785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30</a:t>
            </a:fld>
            <a:endParaRPr lang="en-US" sz="1800"/>
          </a:p>
        </p:txBody>
      </p:sp>
      <p:sp>
        <p:nvSpPr>
          <p:cNvPr id="97283" name="Google Shape;483;g5732b14adf_0_394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938F45F5-5809-4CEF-87A6-F479C66CA510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30</a:t>
            </a:fld>
            <a:endParaRPr lang="en-US" sz="1800"/>
          </a:p>
        </p:txBody>
      </p:sp>
      <p:sp>
        <p:nvSpPr>
          <p:cNvPr id="97284" name="Google Shape;484;g5732b14adf_0_394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97285" name="Google Shape;485;g5732b14adf_0_394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97286" name="Google Shape;486;g5732b14adf_0_39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Google Shape;494;g5732b14adf_0_407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1F6B74AB-146E-42BC-AB47-AB35C7646E2B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31</a:t>
            </a:fld>
            <a:endParaRPr lang="en-US" sz="1800"/>
          </a:p>
        </p:txBody>
      </p:sp>
      <p:sp>
        <p:nvSpPr>
          <p:cNvPr id="98307" name="Google Shape;495;g5732b14adf_0_407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F0EA7B3C-4615-4B97-9D03-565E442878B1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31</a:t>
            </a:fld>
            <a:endParaRPr lang="en-US" sz="1800"/>
          </a:p>
        </p:txBody>
      </p:sp>
      <p:sp>
        <p:nvSpPr>
          <p:cNvPr id="98308" name="Google Shape;496;g5732b14adf_0_407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98309" name="Google Shape;497;g5732b14adf_0_407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98310" name="Google Shape;498;g5732b14adf_0_40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Google Shape;506;g5732b14adf_0_421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6CF09F13-F496-4968-88E9-D3EBF21902CA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32</a:t>
            </a:fld>
            <a:endParaRPr lang="en-US" sz="1800"/>
          </a:p>
        </p:txBody>
      </p:sp>
      <p:sp>
        <p:nvSpPr>
          <p:cNvPr id="99331" name="Google Shape;507;g5732b14adf_0_421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AEC34C41-9D8F-4C3E-BE81-BEB22132FB34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32</a:t>
            </a:fld>
            <a:endParaRPr lang="en-US" sz="1800"/>
          </a:p>
        </p:txBody>
      </p:sp>
      <p:sp>
        <p:nvSpPr>
          <p:cNvPr id="99332" name="Google Shape;508;g5732b14adf_0_421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99333" name="Google Shape;509;g5732b14adf_0_421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99334" name="Google Shape;510;g5732b14adf_0_4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Google Shape;518;g6c52271ead_0_87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8FA4D897-3C4E-45D1-B8FE-0B0F870090C2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33</a:t>
            </a:fld>
            <a:endParaRPr lang="en-US" sz="1800"/>
          </a:p>
        </p:txBody>
      </p:sp>
      <p:sp>
        <p:nvSpPr>
          <p:cNvPr id="100355" name="Google Shape;519;g6c52271ead_0_87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FCCC68FF-F526-4CC2-839F-9271DA37EB3F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33</a:t>
            </a:fld>
            <a:endParaRPr lang="en-US" sz="1800"/>
          </a:p>
        </p:txBody>
      </p:sp>
      <p:sp>
        <p:nvSpPr>
          <p:cNvPr id="100356" name="Google Shape;520;g6c52271ead_0_87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00357" name="Google Shape;521;g6c52271ead_0_87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00358" name="Google Shape;522;g6c52271ead_0_8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Google Shape;530;g6c52271ead_0_99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FB1F5397-74A1-46AF-9A0A-51ABBDB562C2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34</a:t>
            </a:fld>
            <a:endParaRPr lang="en-US" sz="1800"/>
          </a:p>
        </p:txBody>
      </p:sp>
      <p:sp>
        <p:nvSpPr>
          <p:cNvPr id="101379" name="Google Shape;531;g6c52271ead_0_99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D73C45B4-CEFB-42E7-BA71-A8A54B7F22E3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34</a:t>
            </a:fld>
            <a:endParaRPr lang="en-US" sz="1800"/>
          </a:p>
        </p:txBody>
      </p:sp>
      <p:sp>
        <p:nvSpPr>
          <p:cNvPr id="101380" name="Google Shape;532;g6c52271ead_0_99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01381" name="Google Shape;533;g6c52271ead_0_99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01382" name="Google Shape;534;g6c52271ead_0_9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Google Shape;530;g6c52271ead_0_99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D8937F7B-0562-4EAE-BA86-989457738D08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35</a:t>
            </a:fld>
            <a:endParaRPr lang="en-US" sz="1800"/>
          </a:p>
        </p:txBody>
      </p:sp>
      <p:sp>
        <p:nvSpPr>
          <p:cNvPr id="102403" name="Google Shape;531;g6c52271ead_0_99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CE697A98-6F73-4D61-99E5-4F6960AC6AA7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35</a:t>
            </a:fld>
            <a:endParaRPr lang="en-US" sz="1800"/>
          </a:p>
        </p:txBody>
      </p:sp>
      <p:sp>
        <p:nvSpPr>
          <p:cNvPr id="102404" name="Google Shape;532;g6c52271ead_0_99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02405" name="Google Shape;533;g6c52271ead_0_99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02406" name="Google Shape;534;g6c52271ead_0_9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Google Shape;530;g6c52271ead_0_99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4C6E6E0F-0A4A-4BFC-B073-81FAC8E04C3B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36</a:t>
            </a:fld>
            <a:endParaRPr lang="en-US" sz="1800"/>
          </a:p>
        </p:txBody>
      </p:sp>
      <p:sp>
        <p:nvSpPr>
          <p:cNvPr id="103427" name="Google Shape;531;g6c52271ead_0_99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DB888C54-1494-48ED-ADF3-807E32679466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36</a:t>
            </a:fld>
            <a:endParaRPr lang="en-US" sz="1800"/>
          </a:p>
        </p:txBody>
      </p:sp>
      <p:sp>
        <p:nvSpPr>
          <p:cNvPr id="103428" name="Google Shape;532;g6c52271ead_0_99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03429" name="Google Shape;533;g6c52271ead_0_99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03430" name="Google Shape;534;g6c52271ead_0_9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Google Shape;506;g5732b14adf_0_421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20CF6938-F116-4B20-AFB3-6BD6D2A6FE40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37</a:t>
            </a:fld>
            <a:endParaRPr lang="en-US" sz="1800"/>
          </a:p>
        </p:txBody>
      </p:sp>
      <p:sp>
        <p:nvSpPr>
          <p:cNvPr id="104451" name="Google Shape;507;g5732b14adf_0_421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DDFE0C2C-11FA-4546-BFE2-8EF5C534147C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37</a:t>
            </a:fld>
            <a:endParaRPr lang="en-US" sz="1800"/>
          </a:p>
        </p:txBody>
      </p:sp>
      <p:sp>
        <p:nvSpPr>
          <p:cNvPr id="104452" name="Google Shape;508;g5732b14adf_0_421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04453" name="Google Shape;509;g5732b14adf_0_421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04454" name="Google Shape;510;g5732b14adf_0_4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Google Shape;506;g5732b14adf_0_421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561B919B-C105-479F-A44E-552D062C15EE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38</a:t>
            </a:fld>
            <a:endParaRPr lang="en-US" sz="1800"/>
          </a:p>
        </p:txBody>
      </p:sp>
      <p:sp>
        <p:nvSpPr>
          <p:cNvPr id="105475" name="Google Shape;507;g5732b14adf_0_421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C1E86608-E7BD-45BC-95C2-9667BEA8CDCB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38</a:t>
            </a:fld>
            <a:endParaRPr lang="en-US" sz="1800"/>
          </a:p>
        </p:txBody>
      </p:sp>
      <p:sp>
        <p:nvSpPr>
          <p:cNvPr id="105476" name="Google Shape;508;g5732b14adf_0_421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05477" name="Google Shape;509;g5732b14adf_0_421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05478" name="Google Shape;510;g5732b14adf_0_4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Google Shape;590;g5732b14adf_0_470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56FCF501-87ED-4463-9F19-87E7B171FE39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39</a:t>
            </a:fld>
            <a:endParaRPr lang="en-US" sz="1800"/>
          </a:p>
        </p:txBody>
      </p:sp>
      <p:sp>
        <p:nvSpPr>
          <p:cNvPr id="106499" name="Google Shape;591;g5732b14adf_0_470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38B001A8-E029-471E-AFDD-86EDA3EA85B1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39</a:t>
            </a:fld>
            <a:endParaRPr lang="en-US" sz="1800"/>
          </a:p>
        </p:txBody>
      </p:sp>
      <p:sp>
        <p:nvSpPr>
          <p:cNvPr id="106500" name="Google Shape;592;g5732b14adf_0_470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06501" name="Google Shape;593;g5732b14adf_0_470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06502" name="Google Shape;594;g5732b14adf_0_47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Google Shape;602;g5732b14adf_0_481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BC6FEB17-4A15-4045-94EA-65B7DFC62114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40</a:t>
            </a:fld>
            <a:endParaRPr lang="en-US" sz="1800"/>
          </a:p>
        </p:txBody>
      </p:sp>
      <p:sp>
        <p:nvSpPr>
          <p:cNvPr id="107523" name="Google Shape;603;g5732b14adf_0_481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D85BC06D-7858-409B-8DA0-6D4D1F0FEEB8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40</a:t>
            </a:fld>
            <a:endParaRPr lang="en-US" sz="1800"/>
          </a:p>
        </p:txBody>
      </p:sp>
      <p:sp>
        <p:nvSpPr>
          <p:cNvPr id="107524" name="Google Shape;604;g5732b14adf_0_481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07525" name="Google Shape;605;g5732b14adf_0_481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07526" name="Google Shape;606;g5732b14adf_0_48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Google Shape;614;g5732b14adf_0_492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A42C34B2-2B3F-4B51-B7AC-CF9B83915001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41</a:t>
            </a:fld>
            <a:endParaRPr lang="en-US" sz="1800"/>
          </a:p>
        </p:txBody>
      </p:sp>
      <p:sp>
        <p:nvSpPr>
          <p:cNvPr id="108547" name="Google Shape;615;g5732b14adf_0_492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0F01EEDA-B726-4262-9789-149253104FF9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41</a:t>
            </a:fld>
            <a:endParaRPr lang="en-US" sz="1800"/>
          </a:p>
        </p:txBody>
      </p:sp>
      <p:sp>
        <p:nvSpPr>
          <p:cNvPr id="108548" name="Google Shape;616;g5732b14adf_0_492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08549" name="Google Shape;617;g5732b14adf_0_492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08550" name="Google Shape;618;g5732b14adf_0_49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Google Shape;626;g5732b14adf_0_50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B075D88B-6164-4C4F-8EB6-F48E029793A0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42</a:t>
            </a:fld>
            <a:endParaRPr lang="en-US" sz="1800"/>
          </a:p>
        </p:txBody>
      </p:sp>
      <p:sp>
        <p:nvSpPr>
          <p:cNvPr id="109571" name="Google Shape;627;g5732b14adf_0_50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D997C201-D19C-4509-AC38-8DA76E636A77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42</a:t>
            </a:fld>
            <a:endParaRPr lang="en-US" sz="1800"/>
          </a:p>
        </p:txBody>
      </p:sp>
      <p:sp>
        <p:nvSpPr>
          <p:cNvPr id="109572" name="Google Shape;628;g5732b14adf_0_50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09573" name="Google Shape;629;g5732b14adf_0_50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09574" name="Google Shape;630;g5732b14adf_0_50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Google Shape;638;g5732b14adf_0_514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7E4ABBD0-8370-44C6-B8FD-2183A2A9778D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43</a:t>
            </a:fld>
            <a:endParaRPr lang="en-US" sz="1800"/>
          </a:p>
        </p:txBody>
      </p:sp>
      <p:sp>
        <p:nvSpPr>
          <p:cNvPr id="110595" name="Google Shape;639;g5732b14adf_0_514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97C62525-D61D-48A7-B37F-02E7C9B05726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43</a:t>
            </a:fld>
            <a:endParaRPr lang="en-US" sz="1800"/>
          </a:p>
        </p:txBody>
      </p:sp>
      <p:sp>
        <p:nvSpPr>
          <p:cNvPr id="110596" name="Google Shape;640;g5732b14adf_0_514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10597" name="Google Shape;641;g5732b14adf_0_514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10598" name="Google Shape;642;g5732b14adf_0_51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Google Shape;650;g5732b14adf_0_525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576EA515-766F-439B-B0AB-1B31A55886C2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44</a:t>
            </a:fld>
            <a:endParaRPr lang="en-US" sz="1800"/>
          </a:p>
        </p:txBody>
      </p:sp>
      <p:sp>
        <p:nvSpPr>
          <p:cNvPr id="111619" name="Google Shape;651;g5732b14adf_0_525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738CC08D-DFF5-4443-9A83-02BEAF2E9A64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44</a:t>
            </a:fld>
            <a:endParaRPr lang="en-US" sz="1800"/>
          </a:p>
        </p:txBody>
      </p:sp>
      <p:sp>
        <p:nvSpPr>
          <p:cNvPr id="111620" name="Google Shape;652;g5732b14adf_0_525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11621" name="Google Shape;653;g5732b14adf_0_525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11622" name="Google Shape;654;g5732b14adf_0_52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Google Shape;662;g5732b14adf_0_547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4097FED9-0CC8-4B6E-BD56-9F23F51C67E6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45</a:t>
            </a:fld>
            <a:endParaRPr lang="en-US" sz="1800"/>
          </a:p>
        </p:txBody>
      </p:sp>
      <p:sp>
        <p:nvSpPr>
          <p:cNvPr id="112643" name="Google Shape;663;g5732b14adf_0_547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D153C5E4-86D4-4463-BE60-91CE8F06C023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45</a:t>
            </a:fld>
            <a:endParaRPr lang="en-US" sz="1800"/>
          </a:p>
        </p:txBody>
      </p:sp>
      <p:sp>
        <p:nvSpPr>
          <p:cNvPr id="112644" name="Google Shape;664;g5732b14adf_0_547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12645" name="Google Shape;665;g5732b14adf_0_547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12646" name="Google Shape;666;g5732b14adf_0_54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Google Shape;674;g5732b14adf_0_639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A4C86454-F28D-4272-97DA-810811DCFF14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46</a:t>
            </a:fld>
            <a:endParaRPr lang="en-US" sz="1800"/>
          </a:p>
        </p:txBody>
      </p:sp>
      <p:sp>
        <p:nvSpPr>
          <p:cNvPr id="113667" name="Google Shape;675;g5732b14adf_0_639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B2733C49-8501-4738-9DEB-A5C159F0A763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46</a:t>
            </a:fld>
            <a:endParaRPr lang="en-US" sz="1800"/>
          </a:p>
        </p:txBody>
      </p:sp>
      <p:sp>
        <p:nvSpPr>
          <p:cNvPr id="113668" name="Google Shape;676;g5732b14adf_0_639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13669" name="Google Shape;677;g5732b14adf_0_639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13670" name="Google Shape;678;g5732b14adf_0_63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Google Shape;686;g5732b14adf_0_558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7F955794-CCDF-4F1A-B0E7-8AFEF6784482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47</a:t>
            </a:fld>
            <a:endParaRPr lang="en-US" sz="1800"/>
          </a:p>
        </p:txBody>
      </p:sp>
      <p:sp>
        <p:nvSpPr>
          <p:cNvPr id="114691" name="Google Shape;687;g5732b14adf_0_558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84316FDA-1039-4FBB-80EE-F8C37FB2C31C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47</a:t>
            </a:fld>
            <a:endParaRPr lang="en-US" sz="1800"/>
          </a:p>
        </p:txBody>
      </p:sp>
      <p:sp>
        <p:nvSpPr>
          <p:cNvPr id="114692" name="Google Shape;688;g5732b14adf_0_558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14693" name="Google Shape;689;g5732b14adf_0_558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14694" name="Google Shape;690;g5732b14adf_0_55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Google Shape;698;g5732b14adf_0_652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BFE01187-14E8-4BD9-892B-7F34B140B8E2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48</a:t>
            </a:fld>
            <a:endParaRPr lang="en-US" sz="1800"/>
          </a:p>
        </p:txBody>
      </p:sp>
      <p:sp>
        <p:nvSpPr>
          <p:cNvPr id="115715" name="Google Shape;699;g5732b14adf_0_652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9A9C9457-5B7D-4ACB-B47C-634F26BFB430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48</a:t>
            </a:fld>
            <a:endParaRPr lang="en-US" sz="1800"/>
          </a:p>
        </p:txBody>
      </p:sp>
      <p:sp>
        <p:nvSpPr>
          <p:cNvPr id="115716" name="Google Shape;700;g5732b14adf_0_652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15717" name="Google Shape;701;g5732b14adf_0_652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15718" name="Google Shape;702;g5732b14adf_0_65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Google Shape;710;g5732b14adf_0_664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83945A7D-31C1-4F03-BEEF-A7523A6641F3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49</a:t>
            </a:fld>
            <a:endParaRPr lang="en-US" sz="1800"/>
          </a:p>
        </p:txBody>
      </p:sp>
      <p:sp>
        <p:nvSpPr>
          <p:cNvPr id="116739" name="Google Shape;711;g5732b14adf_0_664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2CDF02F7-D946-414C-99E1-C859C8ABB167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49</a:t>
            </a:fld>
            <a:endParaRPr lang="en-US" sz="1800"/>
          </a:p>
        </p:txBody>
      </p:sp>
      <p:sp>
        <p:nvSpPr>
          <p:cNvPr id="116740" name="Google Shape;712;g5732b14adf_0_664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16741" name="Google Shape;713;g5732b14adf_0_664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16742" name="Google Shape;714;g5732b14adf_0_66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Google Shape;710;g5732b14adf_0_664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83945A7D-31C1-4F03-BEEF-A7523A6641F3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50</a:t>
            </a:fld>
            <a:endParaRPr lang="en-US" sz="1800"/>
          </a:p>
        </p:txBody>
      </p:sp>
      <p:sp>
        <p:nvSpPr>
          <p:cNvPr id="116739" name="Google Shape;711;g5732b14adf_0_664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2CDF02F7-D946-414C-99E1-C859C8ABB167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50</a:t>
            </a:fld>
            <a:endParaRPr lang="en-US" sz="1800"/>
          </a:p>
        </p:txBody>
      </p:sp>
      <p:sp>
        <p:nvSpPr>
          <p:cNvPr id="116740" name="Google Shape;712;g5732b14adf_0_664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16741" name="Google Shape;713;g5732b14adf_0_664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16742" name="Google Shape;714;g5732b14adf_0_66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Google Shape;710;g5732b14adf_0_664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83945A7D-31C1-4F03-BEEF-A7523A6641F3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51</a:t>
            </a:fld>
            <a:endParaRPr lang="en-US" sz="1800"/>
          </a:p>
        </p:txBody>
      </p:sp>
      <p:sp>
        <p:nvSpPr>
          <p:cNvPr id="116739" name="Google Shape;711;g5732b14adf_0_664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2CDF02F7-D946-414C-99E1-C859C8ABB167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51</a:t>
            </a:fld>
            <a:endParaRPr lang="en-US" sz="1800"/>
          </a:p>
        </p:txBody>
      </p:sp>
      <p:sp>
        <p:nvSpPr>
          <p:cNvPr id="116740" name="Google Shape;712;g5732b14adf_0_664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16741" name="Google Shape;713;g5732b14adf_0_664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16742" name="Google Shape;714;g5732b14adf_0_66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Google Shape;710;g5732b14adf_0_664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83945A7D-31C1-4F03-BEEF-A7523A6641F3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52</a:t>
            </a:fld>
            <a:endParaRPr lang="en-US" sz="1800"/>
          </a:p>
        </p:txBody>
      </p:sp>
      <p:sp>
        <p:nvSpPr>
          <p:cNvPr id="116739" name="Google Shape;711;g5732b14adf_0_664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2CDF02F7-D946-414C-99E1-C859C8ABB167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52</a:t>
            </a:fld>
            <a:endParaRPr lang="en-US" sz="1800"/>
          </a:p>
        </p:txBody>
      </p:sp>
      <p:sp>
        <p:nvSpPr>
          <p:cNvPr id="116740" name="Google Shape;712;g5732b14adf_0_664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16741" name="Google Shape;713;g5732b14adf_0_664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16742" name="Google Shape;714;g5732b14adf_0_66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Google Shape;710;g5732b14adf_0_664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83945A7D-31C1-4F03-BEEF-A7523A6641F3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53</a:t>
            </a:fld>
            <a:endParaRPr lang="en-US" sz="1800"/>
          </a:p>
        </p:txBody>
      </p:sp>
      <p:sp>
        <p:nvSpPr>
          <p:cNvPr id="116739" name="Google Shape;711;g5732b14adf_0_664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2CDF02F7-D946-414C-99E1-C859C8ABB167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53</a:t>
            </a:fld>
            <a:endParaRPr lang="en-US" sz="1800"/>
          </a:p>
        </p:txBody>
      </p:sp>
      <p:sp>
        <p:nvSpPr>
          <p:cNvPr id="116740" name="Google Shape;712;g5732b14adf_0_664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16741" name="Google Shape;713;g5732b14adf_0_664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16742" name="Google Shape;714;g5732b14adf_0_66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Google Shape;710;g5732b14adf_0_664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83945A7D-31C1-4F03-BEEF-A7523A6641F3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54</a:t>
            </a:fld>
            <a:endParaRPr lang="en-US" sz="1800"/>
          </a:p>
        </p:txBody>
      </p:sp>
      <p:sp>
        <p:nvSpPr>
          <p:cNvPr id="116739" name="Google Shape;711;g5732b14adf_0_664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2CDF02F7-D946-414C-99E1-C859C8ABB167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54</a:t>
            </a:fld>
            <a:endParaRPr lang="en-US" sz="1800"/>
          </a:p>
        </p:txBody>
      </p:sp>
      <p:sp>
        <p:nvSpPr>
          <p:cNvPr id="116740" name="Google Shape;712;g5732b14adf_0_664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16741" name="Google Shape;713;g5732b14adf_0_664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16742" name="Google Shape;714;g5732b14adf_0_66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Google Shape;722;g5732b14adf_0_606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84D63B79-228C-4F84-92F1-D92D9668F717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55</a:t>
            </a:fld>
            <a:endParaRPr lang="en-US" sz="1800"/>
          </a:p>
        </p:txBody>
      </p:sp>
      <p:sp>
        <p:nvSpPr>
          <p:cNvPr id="117763" name="Google Shape;723;g5732b14adf_0_606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96861F24-DC16-4A6F-AF65-C44FACB5186D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55</a:t>
            </a:fld>
            <a:endParaRPr lang="en-US" sz="1800"/>
          </a:p>
        </p:txBody>
      </p:sp>
      <p:sp>
        <p:nvSpPr>
          <p:cNvPr id="117764" name="Google Shape;724;g5732b14adf_0_606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17765" name="Google Shape;725;g5732b14adf_0_606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17766" name="Google Shape;726;g5732b14adf_0_60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Google Shape;734;g5732b14adf_0_765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086F6B9F-E0AD-4AE9-B96C-BFE4C8EB125F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56</a:t>
            </a:fld>
            <a:endParaRPr lang="en-US" sz="1800"/>
          </a:p>
        </p:txBody>
      </p:sp>
      <p:sp>
        <p:nvSpPr>
          <p:cNvPr id="118787" name="Google Shape;735;g5732b14adf_0_765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8F69570E-8139-4851-BF7E-DA0CBE487A98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56</a:t>
            </a:fld>
            <a:endParaRPr lang="en-US" sz="1800"/>
          </a:p>
        </p:txBody>
      </p:sp>
      <p:sp>
        <p:nvSpPr>
          <p:cNvPr id="118788" name="Google Shape;736;g5732b14adf_0_765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18789" name="Google Shape;737;g5732b14adf_0_765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18790" name="Google Shape;738;g5732b14adf_0_76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Google Shape;746;g5732b14adf_0_778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9BE68A36-274A-4876-AA5F-15228ECB2DF5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57</a:t>
            </a:fld>
            <a:endParaRPr lang="en-US" sz="1800"/>
          </a:p>
        </p:txBody>
      </p:sp>
      <p:sp>
        <p:nvSpPr>
          <p:cNvPr id="119811" name="Google Shape;747;g5732b14adf_0_778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36EEC20B-E1DB-464A-8746-5B3ACFF3F0A7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57</a:t>
            </a:fld>
            <a:endParaRPr lang="en-US" sz="1800"/>
          </a:p>
        </p:txBody>
      </p:sp>
      <p:sp>
        <p:nvSpPr>
          <p:cNvPr id="119812" name="Google Shape;748;g5732b14adf_0_778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19813" name="Google Shape;749;g5732b14adf_0_778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19814" name="Google Shape;750;g5732b14adf_0_77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Google Shape;758;g5732b14adf_0_791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A1363DA8-5BFA-4D34-92E1-06B5CD9A9B67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58</a:t>
            </a:fld>
            <a:endParaRPr lang="en-US" sz="1800"/>
          </a:p>
        </p:txBody>
      </p:sp>
      <p:sp>
        <p:nvSpPr>
          <p:cNvPr id="120835" name="Google Shape;759;g5732b14adf_0_791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E6BC2878-42F6-48E4-9AB6-8D0A908E90FB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58</a:t>
            </a:fld>
            <a:endParaRPr lang="en-US" sz="1800"/>
          </a:p>
        </p:txBody>
      </p:sp>
      <p:sp>
        <p:nvSpPr>
          <p:cNvPr id="120836" name="Google Shape;760;g5732b14adf_0_791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20837" name="Google Shape;761;g5732b14adf_0_791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20838" name="Google Shape;762;g5732b14adf_0_79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Google Shape;770;g5732b14adf_0_80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A7C6158C-C619-4475-B66E-7C697F2925D5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59</a:t>
            </a:fld>
            <a:endParaRPr lang="en-US" sz="1800"/>
          </a:p>
        </p:txBody>
      </p:sp>
      <p:sp>
        <p:nvSpPr>
          <p:cNvPr id="121859" name="Google Shape;771;g5732b14adf_0_80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120E1D04-DFD0-4D44-B66D-ABBE5025C1F3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59</a:t>
            </a:fld>
            <a:endParaRPr lang="en-US" sz="1800"/>
          </a:p>
        </p:txBody>
      </p:sp>
      <p:sp>
        <p:nvSpPr>
          <p:cNvPr id="121860" name="Google Shape;772;g5732b14adf_0_80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21861" name="Google Shape;773;g5732b14adf_0_80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21862" name="Google Shape;774;g5732b14adf_0_80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Google Shape;782;g5732b14adf_0_617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0165904E-C307-48EB-9A5E-8100A0438D38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60</a:t>
            </a:fld>
            <a:endParaRPr lang="en-US" sz="1800"/>
          </a:p>
        </p:txBody>
      </p:sp>
      <p:sp>
        <p:nvSpPr>
          <p:cNvPr id="122883" name="Google Shape;783;g5732b14adf_0_617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1DD7AC8C-CDCE-4FB9-95FC-65C080418E0D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60</a:t>
            </a:fld>
            <a:endParaRPr lang="en-US" sz="1800"/>
          </a:p>
        </p:txBody>
      </p:sp>
      <p:sp>
        <p:nvSpPr>
          <p:cNvPr id="122884" name="Google Shape;784;g5732b14adf_0_617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22885" name="Google Shape;785;g5732b14adf_0_617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22886" name="Google Shape;786;g5732b14adf_0_61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Google Shape;794;g5732b14adf_0_628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7262FDFD-9039-493D-AD7A-58A57E7A57E9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61</a:t>
            </a:fld>
            <a:endParaRPr lang="en-US" sz="1800"/>
          </a:p>
        </p:txBody>
      </p:sp>
      <p:sp>
        <p:nvSpPr>
          <p:cNvPr id="123907" name="Google Shape;795;g5732b14adf_0_628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BBBE68B5-980E-43AD-A1C6-0EC317AA6BFB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61</a:t>
            </a:fld>
            <a:endParaRPr lang="en-US" sz="1800"/>
          </a:p>
        </p:txBody>
      </p:sp>
      <p:sp>
        <p:nvSpPr>
          <p:cNvPr id="123908" name="Google Shape;796;g5732b14adf_0_628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23909" name="Google Shape;797;g5732b14adf_0_628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23910" name="Google Shape;798;g5732b14adf_0_62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Google Shape;806;g5732b14adf_0_675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A9AD2715-0713-413F-8714-2B69D17847FB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62</a:t>
            </a:fld>
            <a:endParaRPr lang="en-US" sz="1800"/>
          </a:p>
        </p:txBody>
      </p:sp>
      <p:sp>
        <p:nvSpPr>
          <p:cNvPr id="124931" name="Google Shape;807;g5732b14adf_0_675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24E50E65-85F1-4881-B478-3DE7CE9E0220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62</a:t>
            </a:fld>
            <a:endParaRPr lang="en-US" sz="1800"/>
          </a:p>
        </p:txBody>
      </p:sp>
      <p:sp>
        <p:nvSpPr>
          <p:cNvPr id="124932" name="Google Shape;808;g5732b14adf_0_675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24933" name="Google Shape;809;g5732b14adf_0_675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24934" name="Google Shape;810;g5732b14adf_0_67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Google Shape;818;g5732b14adf_0_688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A077E2BC-C159-40B1-A936-2A777F862F45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63</a:t>
            </a:fld>
            <a:endParaRPr lang="en-US" sz="1800"/>
          </a:p>
        </p:txBody>
      </p:sp>
      <p:sp>
        <p:nvSpPr>
          <p:cNvPr id="125955" name="Google Shape;819;g5732b14adf_0_688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DF9497B8-6522-45AB-9D3F-1F4C55284264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63</a:t>
            </a:fld>
            <a:endParaRPr lang="en-US" sz="1800"/>
          </a:p>
        </p:txBody>
      </p:sp>
      <p:sp>
        <p:nvSpPr>
          <p:cNvPr id="125956" name="Google Shape;820;g5732b14adf_0_688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25957" name="Google Shape;821;g5732b14adf_0_688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25958" name="Google Shape;822;g5732b14adf_0_68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Google Shape;830;g5732b14adf_0_700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F3054B47-87AD-4E36-AA1E-2B40D03CA9D1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64</a:t>
            </a:fld>
            <a:endParaRPr lang="en-US" sz="1800"/>
          </a:p>
        </p:txBody>
      </p:sp>
      <p:sp>
        <p:nvSpPr>
          <p:cNvPr id="126979" name="Google Shape;831;g5732b14adf_0_700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BE5768E1-88B0-4F49-AB96-3B5C2DF59796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64</a:t>
            </a:fld>
            <a:endParaRPr lang="en-US" sz="1800"/>
          </a:p>
        </p:txBody>
      </p:sp>
      <p:sp>
        <p:nvSpPr>
          <p:cNvPr id="126980" name="Google Shape;832;g5732b14adf_0_700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26981" name="Google Shape;833;g5732b14adf_0_700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26982" name="Google Shape;834;g5732b14adf_0_70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Google Shape;842;g5732b14adf_0_71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9299E447-7ECE-4A16-8107-BCE9D0084DFC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65</a:t>
            </a:fld>
            <a:endParaRPr lang="en-US" sz="1800"/>
          </a:p>
        </p:txBody>
      </p:sp>
      <p:sp>
        <p:nvSpPr>
          <p:cNvPr id="128003" name="Google Shape;843;g5732b14adf_0_71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FFD1438B-DDD4-4C27-A750-2A10970D6E74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65</a:t>
            </a:fld>
            <a:endParaRPr lang="en-US" sz="1800"/>
          </a:p>
        </p:txBody>
      </p:sp>
      <p:sp>
        <p:nvSpPr>
          <p:cNvPr id="128004" name="Google Shape;844;g5732b14adf_0_71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28005" name="Google Shape;845;g5732b14adf_0_71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28006" name="Google Shape;846;g5732b14adf_0_7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Google Shape;854;g5732b14adf_0_725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0DF51B88-97DF-4C61-A76D-D4C0B17280C2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66</a:t>
            </a:fld>
            <a:endParaRPr lang="en-US" sz="1800"/>
          </a:p>
        </p:txBody>
      </p:sp>
      <p:sp>
        <p:nvSpPr>
          <p:cNvPr id="129027" name="Google Shape;855;g5732b14adf_0_725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D5B43842-752A-4ECB-A01C-F20A44BF8BB3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66</a:t>
            </a:fld>
            <a:endParaRPr lang="en-US" sz="1800"/>
          </a:p>
        </p:txBody>
      </p:sp>
      <p:sp>
        <p:nvSpPr>
          <p:cNvPr id="129028" name="Google Shape;856;g5732b14adf_0_725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29029" name="Google Shape;857;g5732b14adf_0_725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29030" name="Google Shape;858;g5732b14adf_0_72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866;g5732b14adf_0_738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7F0F6EB8-2DFF-4D28-B399-0178C8F33695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67</a:t>
            </a:fld>
            <a:endParaRPr lang="en-US" sz="1800"/>
          </a:p>
        </p:txBody>
      </p:sp>
      <p:sp>
        <p:nvSpPr>
          <p:cNvPr id="130051" name="Google Shape;867;g5732b14adf_0_738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44D9BAC0-F42A-4FD3-BF93-B15D5D09D43A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67</a:t>
            </a:fld>
            <a:endParaRPr lang="en-US" sz="1800"/>
          </a:p>
        </p:txBody>
      </p:sp>
      <p:sp>
        <p:nvSpPr>
          <p:cNvPr id="130052" name="Google Shape;868;g5732b14adf_0_738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30053" name="Google Shape;869;g5732b14adf_0_738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30054" name="Google Shape;870;g5732b14adf_0_73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866;g5732b14adf_0_738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7F0F6EB8-2DFF-4D28-B399-0178C8F33695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68</a:t>
            </a:fld>
            <a:endParaRPr lang="en-US" sz="1800"/>
          </a:p>
        </p:txBody>
      </p:sp>
      <p:sp>
        <p:nvSpPr>
          <p:cNvPr id="130051" name="Google Shape;867;g5732b14adf_0_738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44D9BAC0-F42A-4FD3-BF93-B15D5D09D43A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68</a:t>
            </a:fld>
            <a:endParaRPr lang="en-US" sz="1800"/>
          </a:p>
        </p:txBody>
      </p:sp>
      <p:sp>
        <p:nvSpPr>
          <p:cNvPr id="130052" name="Google Shape;868;g5732b14adf_0_738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30053" name="Google Shape;869;g5732b14adf_0_738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30054" name="Google Shape;870;g5732b14adf_0_73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3253918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866;g5732b14adf_0_738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7F0F6EB8-2DFF-4D28-B399-0178C8F33695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69</a:t>
            </a:fld>
            <a:endParaRPr lang="en-US" sz="1800"/>
          </a:p>
        </p:txBody>
      </p:sp>
      <p:sp>
        <p:nvSpPr>
          <p:cNvPr id="130051" name="Google Shape;867;g5732b14adf_0_738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44D9BAC0-F42A-4FD3-BF93-B15D5D09D43A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69</a:t>
            </a:fld>
            <a:endParaRPr lang="en-US" sz="1800"/>
          </a:p>
        </p:txBody>
      </p:sp>
      <p:sp>
        <p:nvSpPr>
          <p:cNvPr id="130052" name="Google Shape;868;g5732b14adf_0_738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30053" name="Google Shape;869;g5732b14adf_0_738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30054" name="Google Shape;870;g5732b14adf_0_73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3253918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866;g5732b14adf_0_738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7F0F6EB8-2DFF-4D28-B399-0178C8F33695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70</a:t>
            </a:fld>
            <a:endParaRPr lang="en-US" sz="1800"/>
          </a:p>
        </p:txBody>
      </p:sp>
      <p:sp>
        <p:nvSpPr>
          <p:cNvPr id="130051" name="Google Shape;867;g5732b14adf_0_738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44D9BAC0-F42A-4FD3-BF93-B15D5D09D43A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70</a:t>
            </a:fld>
            <a:endParaRPr lang="en-US" sz="1800"/>
          </a:p>
        </p:txBody>
      </p:sp>
      <p:sp>
        <p:nvSpPr>
          <p:cNvPr id="130052" name="Google Shape;868;g5732b14adf_0_738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30053" name="Google Shape;869;g5732b14adf_0_738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30054" name="Google Shape;870;g5732b14adf_0_73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3253918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866;g5732b14adf_0_738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7F0F6EB8-2DFF-4D28-B399-0178C8F33695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71</a:t>
            </a:fld>
            <a:endParaRPr lang="en-US" sz="1800"/>
          </a:p>
        </p:txBody>
      </p:sp>
      <p:sp>
        <p:nvSpPr>
          <p:cNvPr id="130051" name="Google Shape;867;g5732b14adf_0_738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44D9BAC0-F42A-4FD3-BF93-B15D5D09D43A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71</a:t>
            </a:fld>
            <a:endParaRPr lang="en-US" sz="1800"/>
          </a:p>
        </p:txBody>
      </p:sp>
      <p:sp>
        <p:nvSpPr>
          <p:cNvPr id="130052" name="Google Shape;868;g5732b14adf_0_738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30053" name="Google Shape;869;g5732b14adf_0_738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30054" name="Google Shape;870;g5732b14adf_0_73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3253918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866;g5732b14adf_0_738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7F0F6EB8-2DFF-4D28-B399-0178C8F33695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72</a:t>
            </a:fld>
            <a:endParaRPr lang="en-US" sz="1800"/>
          </a:p>
        </p:txBody>
      </p:sp>
      <p:sp>
        <p:nvSpPr>
          <p:cNvPr id="130051" name="Google Shape;867;g5732b14adf_0_738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44D9BAC0-F42A-4FD3-BF93-B15D5D09D43A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72</a:t>
            </a:fld>
            <a:endParaRPr lang="en-US" sz="1800"/>
          </a:p>
        </p:txBody>
      </p:sp>
      <p:sp>
        <p:nvSpPr>
          <p:cNvPr id="130052" name="Google Shape;868;g5732b14adf_0_738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30053" name="Google Shape;869;g5732b14adf_0_738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30054" name="Google Shape;870;g5732b14adf_0_73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3253918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866;g5732b14adf_0_738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7F0F6EB8-2DFF-4D28-B399-0178C8F33695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73</a:t>
            </a:fld>
            <a:endParaRPr lang="en-US" sz="1800"/>
          </a:p>
        </p:txBody>
      </p:sp>
      <p:sp>
        <p:nvSpPr>
          <p:cNvPr id="130051" name="Google Shape;867;g5732b14adf_0_738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44D9BAC0-F42A-4FD3-BF93-B15D5D09D43A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73</a:t>
            </a:fld>
            <a:endParaRPr lang="en-US" sz="1800"/>
          </a:p>
        </p:txBody>
      </p:sp>
      <p:sp>
        <p:nvSpPr>
          <p:cNvPr id="130052" name="Google Shape;868;g5732b14adf_0_738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30053" name="Google Shape;869;g5732b14adf_0_738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30054" name="Google Shape;870;g5732b14adf_0_73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401786654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866;g5732b14adf_0_738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7F0F6EB8-2DFF-4D28-B399-0178C8F33695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74</a:t>
            </a:fld>
            <a:endParaRPr lang="en-US" sz="1800"/>
          </a:p>
        </p:txBody>
      </p:sp>
      <p:sp>
        <p:nvSpPr>
          <p:cNvPr id="130051" name="Google Shape;867;g5732b14adf_0_738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44D9BAC0-F42A-4FD3-BF93-B15D5D09D43A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74</a:t>
            </a:fld>
            <a:endParaRPr lang="en-US" sz="1800"/>
          </a:p>
        </p:txBody>
      </p:sp>
      <p:sp>
        <p:nvSpPr>
          <p:cNvPr id="130052" name="Google Shape;868;g5732b14adf_0_738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30053" name="Google Shape;869;g5732b14adf_0_738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30054" name="Google Shape;870;g5732b14adf_0_73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401786654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866;g5732b14adf_0_738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7F0F6EB8-2DFF-4D28-B399-0178C8F33695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75</a:t>
            </a:fld>
            <a:endParaRPr lang="en-US" sz="1800"/>
          </a:p>
        </p:txBody>
      </p:sp>
      <p:sp>
        <p:nvSpPr>
          <p:cNvPr id="130051" name="Google Shape;867;g5732b14adf_0_738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44D9BAC0-F42A-4FD3-BF93-B15D5D09D43A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75</a:t>
            </a:fld>
            <a:endParaRPr lang="en-US" sz="1800"/>
          </a:p>
        </p:txBody>
      </p:sp>
      <p:sp>
        <p:nvSpPr>
          <p:cNvPr id="130052" name="Google Shape;868;g5732b14adf_0_738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30053" name="Google Shape;869;g5732b14adf_0_738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30054" name="Google Shape;870;g5732b14adf_0_73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401786654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866;g5732b14adf_0_738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7F0F6EB8-2DFF-4D28-B399-0178C8F33695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76</a:t>
            </a:fld>
            <a:endParaRPr lang="en-US" sz="1800"/>
          </a:p>
        </p:txBody>
      </p:sp>
      <p:sp>
        <p:nvSpPr>
          <p:cNvPr id="130051" name="Google Shape;867;g5732b14adf_0_738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44D9BAC0-F42A-4FD3-BF93-B15D5D09D43A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76</a:t>
            </a:fld>
            <a:endParaRPr lang="en-US" sz="1800"/>
          </a:p>
        </p:txBody>
      </p:sp>
      <p:sp>
        <p:nvSpPr>
          <p:cNvPr id="130052" name="Google Shape;868;g5732b14adf_0_738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30053" name="Google Shape;869;g5732b14adf_0_738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30054" name="Google Shape;870;g5732b14adf_0_73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401786654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866;g5732b14adf_0_738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7F0F6EB8-2DFF-4D28-B399-0178C8F33695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77</a:t>
            </a:fld>
            <a:endParaRPr lang="en-US" sz="1800"/>
          </a:p>
        </p:txBody>
      </p:sp>
      <p:sp>
        <p:nvSpPr>
          <p:cNvPr id="130051" name="Google Shape;867;g5732b14adf_0_738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44D9BAC0-F42A-4FD3-BF93-B15D5D09D43A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77</a:t>
            </a:fld>
            <a:endParaRPr lang="en-US" sz="1800"/>
          </a:p>
        </p:txBody>
      </p:sp>
      <p:sp>
        <p:nvSpPr>
          <p:cNvPr id="130052" name="Google Shape;868;g5732b14adf_0_738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30053" name="Google Shape;869;g5732b14adf_0_738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30054" name="Google Shape;870;g5732b14adf_0_73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66148385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866;g5732b14adf_0_738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7F0F6EB8-2DFF-4D28-B399-0178C8F33695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78</a:t>
            </a:fld>
            <a:endParaRPr lang="en-US" sz="1800"/>
          </a:p>
        </p:txBody>
      </p:sp>
      <p:sp>
        <p:nvSpPr>
          <p:cNvPr id="130051" name="Google Shape;867;g5732b14adf_0_738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44D9BAC0-F42A-4FD3-BF93-B15D5D09D43A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78</a:t>
            </a:fld>
            <a:endParaRPr lang="en-US" sz="1800"/>
          </a:p>
        </p:txBody>
      </p:sp>
      <p:sp>
        <p:nvSpPr>
          <p:cNvPr id="130052" name="Google Shape;868;g5732b14adf_0_738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30053" name="Google Shape;869;g5732b14adf_0_738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30054" name="Google Shape;870;g5732b14adf_0_73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436117740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866;g5732b14adf_0_738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7F0F6EB8-2DFF-4D28-B399-0178C8F33695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79</a:t>
            </a:fld>
            <a:endParaRPr lang="en-US" sz="1800"/>
          </a:p>
        </p:txBody>
      </p:sp>
      <p:sp>
        <p:nvSpPr>
          <p:cNvPr id="130051" name="Google Shape;867;g5732b14adf_0_738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44D9BAC0-F42A-4FD3-BF93-B15D5D09D43A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79</a:t>
            </a:fld>
            <a:endParaRPr lang="en-US" sz="1800"/>
          </a:p>
        </p:txBody>
      </p:sp>
      <p:sp>
        <p:nvSpPr>
          <p:cNvPr id="130052" name="Google Shape;868;g5732b14adf_0_738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30053" name="Google Shape;869;g5732b14adf_0_738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30054" name="Google Shape;870;g5732b14adf_0_73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762582655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866;g5732b14adf_0_738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7F0F6EB8-2DFF-4D28-B399-0178C8F33695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80</a:t>
            </a:fld>
            <a:endParaRPr lang="en-US" sz="1800"/>
          </a:p>
        </p:txBody>
      </p:sp>
      <p:sp>
        <p:nvSpPr>
          <p:cNvPr id="130051" name="Google Shape;867;g5732b14adf_0_738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44D9BAC0-F42A-4FD3-BF93-B15D5D09D43A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80</a:t>
            </a:fld>
            <a:endParaRPr lang="en-US" sz="1800"/>
          </a:p>
        </p:txBody>
      </p:sp>
      <p:sp>
        <p:nvSpPr>
          <p:cNvPr id="130052" name="Google Shape;868;g5732b14adf_0_738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30053" name="Google Shape;869;g5732b14adf_0_738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30054" name="Google Shape;870;g5732b14adf_0_73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472988825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Google Shape;890;p56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DB843D46-B1B6-4907-983F-EEF2ECC0EE6E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81</a:t>
            </a:fld>
            <a:endParaRPr lang="en-US" sz="1800"/>
          </a:p>
        </p:txBody>
      </p:sp>
      <p:sp>
        <p:nvSpPr>
          <p:cNvPr id="131075" name="Google Shape;891;p56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97C3EF9D-599C-4373-91CC-EDD18A5D69C9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81</a:t>
            </a:fld>
            <a:endParaRPr lang="en-US" sz="1800"/>
          </a:p>
        </p:txBody>
      </p:sp>
      <p:sp>
        <p:nvSpPr>
          <p:cNvPr id="131076" name="Google Shape;892;p56:notes"/>
          <p:cNvSpPr>
            <a:spLocks noChangeArrowheads="1"/>
          </p:cNvSpPr>
          <p:nvPr/>
        </p:nvSpPr>
        <p:spPr bwMode="auto">
          <a:xfrm>
            <a:off x="711200" y="4860925"/>
            <a:ext cx="5665788" cy="458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31077" name="Google Shape;893;p56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31078" name="Google Shape;894;p5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6047" y="2348401"/>
            <a:ext cx="8568531" cy="16204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094" y="4283817"/>
            <a:ext cx="7056438" cy="193191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03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7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6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5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5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3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53FCAF-0CC9-4D31-BC2A-6D091E6C1B2B}" type="datetimeFigureOut">
              <a:rPr lang="en-US"/>
              <a:pPr>
                <a:defRPr/>
              </a:pPr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C21E75-34C9-4E51-AB37-84B3765FCF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32EC28-6E67-4594-A76C-93BE262C4FDC}" type="datetimeFigureOut">
              <a:rPr lang="en-US"/>
              <a:pPr>
                <a:defRPr/>
              </a:pPr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C0665D-39BD-4BEF-93F0-CA23E74BA0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300" y="4857793"/>
            <a:ext cx="8568531" cy="1501435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300" y="3204115"/>
            <a:ext cx="8568531" cy="1653678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50392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0783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117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201567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51959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302351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52743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403135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DDAAB9-030F-4A77-9E80-FB78029C72DF}" type="datetimeFigureOut">
              <a:rPr lang="en-US"/>
              <a:pPr>
                <a:defRPr/>
              </a:pPr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2147FB-AF8F-477C-8329-AE7BC9662C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4787" y="1944167"/>
            <a:ext cx="4917805" cy="5500013"/>
          </a:xfrm>
        </p:spPr>
        <p:txBody>
          <a:bodyPr/>
          <a:lstStyle>
            <a:lvl1pPr>
              <a:defRPr sz="31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40602" y="1944167"/>
            <a:ext cx="4917805" cy="5500013"/>
          </a:xfrm>
        </p:spPr>
        <p:txBody>
          <a:bodyPr/>
          <a:lstStyle>
            <a:lvl1pPr>
              <a:defRPr sz="31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EC1907-42C4-4B86-87D2-862A5E872C96}" type="datetimeFigureOut">
              <a:rPr lang="en-US"/>
              <a:pPr>
                <a:defRPr/>
              </a:pPr>
              <a:t>5/3/2026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724078-C632-4EFB-81FF-E859D505D6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31" y="302737"/>
            <a:ext cx="9072563" cy="125994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31" y="1692179"/>
            <a:ext cx="4454027" cy="705219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503920" indent="0">
              <a:buNone/>
              <a:defRPr sz="2200" b="1"/>
            </a:lvl2pPr>
            <a:lvl3pPr marL="1007838" indent="0">
              <a:buNone/>
              <a:defRPr sz="2000" b="1"/>
            </a:lvl3pPr>
            <a:lvl4pPr marL="1511758" indent="0">
              <a:buNone/>
              <a:defRPr sz="1800" b="1"/>
            </a:lvl4pPr>
            <a:lvl5pPr marL="2015677" indent="0">
              <a:buNone/>
              <a:defRPr sz="1800" b="1"/>
            </a:lvl5pPr>
            <a:lvl6pPr marL="2519597" indent="0">
              <a:buNone/>
              <a:defRPr sz="1800" b="1"/>
            </a:lvl6pPr>
            <a:lvl7pPr marL="3023515" indent="0">
              <a:buNone/>
              <a:defRPr sz="1800" b="1"/>
            </a:lvl7pPr>
            <a:lvl8pPr marL="3527435" indent="0">
              <a:buNone/>
              <a:defRPr sz="1800" b="1"/>
            </a:lvl8pPr>
            <a:lvl9pPr marL="4031354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031" y="2397397"/>
            <a:ext cx="4454027" cy="43555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0818" y="1692179"/>
            <a:ext cx="4455776" cy="705219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503920" indent="0">
              <a:buNone/>
              <a:defRPr sz="2200" b="1"/>
            </a:lvl2pPr>
            <a:lvl3pPr marL="1007838" indent="0">
              <a:buNone/>
              <a:defRPr sz="2000" b="1"/>
            </a:lvl3pPr>
            <a:lvl4pPr marL="1511758" indent="0">
              <a:buNone/>
              <a:defRPr sz="1800" b="1"/>
            </a:lvl4pPr>
            <a:lvl5pPr marL="2015677" indent="0">
              <a:buNone/>
              <a:defRPr sz="1800" b="1"/>
            </a:lvl5pPr>
            <a:lvl6pPr marL="2519597" indent="0">
              <a:buNone/>
              <a:defRPr sz="1800" b="1"/>
            </a:lvl6pPr>
            <a:lvl7pPr marL="3023515" indent="0">
              <a:buNone/>
              <a:defRPr sz="1800" b="1"/>
            </a:lvl7pPr>
            <a:lvl8pPr marL="3527435" indent="0">
              <a:buNone/>
              <a:defRPr sz="1800" b="1"/>
            </a:lvl8pPr>
            <a:lvl9pPr marL="4031354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0818" y="2397397"/>
            <a:ext cx="4455776" cy="43555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8A688A-979E-4ACF-99C0-6326FBBED695}" type="datetimeFigureOut">
              <a:rPr lang="en-US"/>
              <a:pPr>
                <a:defRPr/>
              </a:pPr>
              <a:t>5/3/2026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1D243E-CD5F-4E6D-84A3-E7880FF873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954AE2-4450-4463-947D-ECF7CE8C9AD9}" type="datetimeFigureOut">
              <a:rPr lang="en-US"/>
              <a:pPr>
                <a:defRPr/>
              </a:pPr>
              <a:t>5/3/2026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845F32-4150-4D0B-BE29-7E7E78D429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0190E3-271F-4410-B203-0DC335271E88}" type="datetimeFigureOut">
              <a:rPr lang="en-US"/>
              <a:pPr>
                <a:defRPr/>
              </a:pPr>
              <a:t>5/3/2026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2D5923-C840-4222-8E4D-D6AD5D8022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33" y="300987"/>
            <a:ext cx="3316456" cy="1280945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246" y="300989"/>
            <a:ext cx="5635349" cy="6451973"/>
          </a:xfrm>
        </p:spPr>
        <p:txBody>
          <a:bodyPr/>
          <a:lstStyle>
            <a:lvl1pPr>
              <a:defRPr sz="3500"/>
            </a:lvl1pPr>
            <a:lvl2pPr>
              <a:defRPr sz="31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033" y="1581934"/>
            <a:ext cx="3316456" cy="5171028"/>
          </a:xfrm>
        </p:spPr>
        <p:txBody>
          <a:bodyPr/>
          <a:lstStyle>
            <a:lvl1pPr marL="0" indent="0">
              <a:buNone/>
              <a:defRPr sz="1500"/>
            </a:lvl1pPr>
            <a:lvl2pPr marL="503920" indent="0">
              <a:buNone/>
              <a:defRPr sz="1300"/>
            </a:lvl2pPr>
            <a:lvl3pPr marL="1007838" indent="0">
              <a:buNone/>
              <a:defRPr sz="1100"/>
            </a:lvl3pPr>
            <a:lvl4pPr marL="1511758" indent="0">
              <a:buNone/>
              <a:defRPr sz="1000"/>
            </a:lvl4pPr>
            <a:lvl5pPr marL="2015677" indent="0">
              <a:buNone/>
              <a:defRPr sz="1000"/>
            </a:lvl5pPr>
            <a:lvl6pPr marL="2519597" indent="0">
              <a:buNone/>
              <a:defRPr sz="1000"/>
            </a:lvl6pPr>
            <a:lvl7pPr marL="3023515" indent="0">
              <a:buNone/>
              <a:defRPr sz="1000"/>
            </a:lvl7pPr>
            <a:lvl8pPr marL="3527435" indent="0">
              <a:buNone/>
              <a:defRPr sz="1000"/>
            </a:lvl8pPr>
            <a:lvl9pPr marL="4031354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4F17A5-28B5-4D30-A857-791D7A783591}" type="datetimeFigureOut">
              <a:rPr lang="en-US"/>
              <a:pPr>
                <a:defRPr/>
              </a:pPr>
              <a:t>5/3/2026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A079E1-6717-4A97-908B-E3DED3B5F8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5873" y="5291772"/>
            <a:ext cx="6048375" cy="624724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5873" y="675471"/>
            <a:ext cx="6048375" cy="4535805"/>
          </a:xfrm>
        </p:spPr>
        <p:txBody>
          <a:bodyPr rtlCol="0">
            <a:normAutofit/>
          </a:bodyPr>
          <a:lstStyle>
            <a:lvl1pPr marL="0" indent="0">
              <a:buNone/>
              <a:defRPr sz="3500"/>
            </a:lvl1pPr>
            <a:lvl2pPr marL="503920" indent="0">
              <a:buNone/>
              <a:defRPr sz="3100"/>
            </a:lvl2pPr>
            <a:lvl3pPr marL="1007838" indent="0">
              <a:buNone/>
              <a:defRPr sz="2600"/>
            </a:lvl3pPr>
            <a:lvl4pPr marL="1511758" indent="0">
              <a:buNone/>
              <a:defRPr sz="2200"/>
            </a:lvl4pPr>
            <a:lvl5pPr marL="2015677" indent="0">
              <a:buNone/>
              <a:defRPr sz="2200"/>
            </a:lvl5pPr>
            <a:lvl6pPr marL="2519597" indent="0">
              <a:buNone/>
              <a:defRPr sz="2200"/>
            </a:lvl6pPr>
            <a:lvl7pPr marL="3023515" indent="0">
              <a:buNone/>
              <a:defRPr sz="2200"/>
            </a:lvl7pPr>
            <a:lvl8pPr marL="3527435" indent="0">
              <a:buNone/>
              <a:defRPr sz="2200"/>
            </a:lvl8pPr>
            <a:lvl9pPr marL="4031354" indent="0">
              <a:buNone/>
              <a:defRPr sz="22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5873" y="5916496"/>
            <a:ext cx="6048375" cy="887211"/>
          </a:xfrm>
        </p:spPr>
        <p:txBody>
          <a:bodyPr/>
          <a:lstStyle>
            <a:lvl1pPr marL="0" indent="0">
              <a:buNone/>
              <a:defRPr sz="1500"/>
            </a:lvl1pPr>
            <a:lvl2pPr marL="503920" indent="0">
              <a:buNone/>
              <a:defRPr sz="1300"/>
            </a:lvl2pPr>
            <a:lvl3pPr marL="1007838" indent="0">
              <a:buNone/>
              <a:defRPr sz="1100"/>
            </a:lvl3pPr>
            <a:lvl4pPr marL="1511758" indent="0">
              <a:buNone/>
              <a:defRPr sz="1000"/>
            </a:lvl4pPr>
            <a:lvl5pPr marL="2015677" indent="0">
              <a:buNone/>
              <a:defRPr sz="1000"/>
            </a:lvl5pPr>
            <a:lvl6pPr marL="2519597" indent="0">
              <a:buNone/>
              <a:defRPr sz="1000"/>
            </a:lvl6pPr>
            <a:lvl7pPr marL="3023515" indent="0">
              <a:buNone/>
              <a:defRPr sz="1000"/>
            </a:lvl7pPr>
            <a:lvl8pPr marL="3527435" indent="0">
              <a:buNone/>
              <a:defRPr sz="1000"/>
            </a:lvl8pPr>
            <a:lvl9pPr marL="4031354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35384C-9A07-4638-87C6-BCFE7A64BDF3}" type="datetimeFigureOut">
              <a:rPr lang="en-US"/>
              <a:pPr>
                <a:defRPr/>
              </a:pPr>
              <a:t>5/3/2026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B0E37A-4C53-4F15-BB91-6D13590E3F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829FB-BBE3-4BD6-8F61-7862579C92C1}" type="datetimeFigureOut">
              <a:rPr lang="en-US"/>
              <a:pPr>
                <a:defRPr/>
              </a:pPr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124BBE-F4FB-4F80-A856-CDB38FC35B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057499" y="334236"/>
            <a:ext cx="2500906" cy="71099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4785" y="334236"/>
            <a:ext cx="7334704" cy="71099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1ABFD6-E564-403B-9F47-F933C936EAEC}" type="datetimeFigureOut">
              <a:rPr lang="en-US"/>
              <a:pPr>
                <a:defRPr/>
              </a:pPr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4D0D0A-334D-4B38-B377-643D9A5FC7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503238" y="303213"/>
            <a:ext cx="9074150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0783" tIns="50392" rIns="100783" bIns="5039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03238" y="1763713"/>
            <a:ext cx="9074150" cy="4989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0783" tIns="50392" rIns="100783" bIns="503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3238" y="7007225"/>
            <a:ext cx="2352675" cy="401638"/>
          </a:xfrm>
          <a:prstGeom prst="rect">
            <a:avLst/>
          </a:prstGeom>
        </p:spPr>
        <p:txBody>
          <a:bodyPr vert="horz" lIns="100783" tIns="50392" rIns="100783" bIns="50392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kern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defRPr/>
            </a:pPr>
            <a:fld id="{6CD9321D-3521-4C4D-BC79-4927F6E23C18}" type="datetimeFigureOut">
              <a:rPr lang="en-US"/>
              <a:pPr>
                <a:defRPr/>
              </a:pPr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44875" y="7007225"/>
            <a:ext cx="3190875" cy="401638"/>
          </a:xfrm>
          <a:prstGeom prst="rect">
            <a:avLst/>
          </a:prstGeom>
        </p:spPr>
        <p:txBody>
          <a:bodyPr vert="horz" lIns="100783" tIns="50392" rIns="100783" bIns="50392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kern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24713" y="7007225"/>
            <a:ext cx="2352675" cy="401638"/>
          </a:xfrm>
          <a:prstGeom prst="rect">
            <a:avLst/>
          </a:prstGeom>
        </p:spPr>
        <p:txBody>
          <a:bodyPr vert="horz" lIns="100783" tIns="50392" rIns="100783" bIns="50392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kern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defRPr/>
            </a:pPr>
            <a:fld id="{17F37D16-0453-4818-933D-D9304C8ADE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ctr" defTabSz="1006475" rtl="0" eaLnBrk="0" fontAlgn="base" hangingPunct="0">
        <a:spcBef>
          <a:spcPct val="0"/>
        </a:spcBef>
        <a:spcAft>
          <a:spcPct val="0"/>
        </a:spcAft>
        <a:defRPr sz="49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1006475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34" charset="0"/>
        </a:defRPr>
      </a:lvl2pPr>
      <a:lvl3pPr algn="ctr" defTabSz="1006475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34" charset="0"/>
        </a:defRPr>
      </a:lvl3pPr>
      <a:lvl4pPr algn="ctr" defTabSz="1006475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34" charset="0"/>
        </a:defRPr>
      </a:lvl4pPr>
      <a:lvl5pPr algn="ctr" defTabSz="1006475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34" charset="0"/>
        </a:defRPr>
      </a:lvl5pPr>
      <a:lvl6pPr marL="457200" algn="ctr" defTabSz="1006475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34" charset="0"/>
        </a:defRPr>
      </a:lvl6pPr>
      <a:lvl7pPr marL="914400" algn="ctr" defTabSz="1006475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34" charset="0"/>
        </a:defRPr>
      </a:lvl7pPr>
      <a:lvl8pPr marL="1371600" algn="ctr" defTabSz="1006475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34" charset="0"/>
        </a:defRPr>
      </a:lvl8pPr>
      <a:lvl9pPr marL="1828800" algn="ctr" defTabSz="1006475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34" charset="0"/>
        </a:defRPr>
      </a:lvl9pPr>
    </p:titleStyle>
    <p:bodyStyle>
      <a:lvl1pPr marL="377825" indent="-377825" algn="l" defTabSz="1006475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17563" indent="-314325" algn="l" defTabSz="1006475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250825" algn="l" defTabSz="1006475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63713" indent="-250825" algn="l" defTabSz="1006475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66950" indent="-250825" algn="l" defTabSz="1006475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71557" indent="-251960" algn="l" defTabSz="1007838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75476" indent="-251960" algn="l" defTabSz="1007838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79395" indent="-251960" algn="l" defTabSz="1007838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83314" indent="-251960" algn="l" defTabSz="1007838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3920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7838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11758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15677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9597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23515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27435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31354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Google Shape;67;p14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/>
          <a:lstStyle/>
          <a:p>
            <a:pPr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en-US" sz="1800" b="1"/>
              <a:t>Facultatea de Matematic</a:t>
            </a:r>
            <a:r>
              <a:rPr lang="vi-VN" sz="1800" b="1"/>
              <a:t>ă</a:t>
            </a:r>
            <a:r>
              <a:rPr lang="en-US" sz="1800" b="1"/>
              <a:t> şi Informatic</a:t>
            </a:r>
            <a:r>
              <a:rPr lang="vi-VN" sz="1800" b="1"/>
              <a:t>ă</a:t>
            </a:r>
            <a:r>
              <a:rPr lang="en-US" sz="1800" b="1"/>
              <a:t> Universitatea din Bucureşti</a:t>
            </a:r>
            <a:endParaRPr lang="en-US" sz="1800"/>
          </a:p>
        </p:txBody>
      </p:sp>
      <p:pic>
        <p:nvPicPr>
          <p:cNvPr id="2051" name="Google Shape;68;p14"/>
          <p:cNvPicPr preferRelativeResize="0"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3" name="Google Shape;71;p14"/>
          <p:cNvSpPr>
            <a:spLocks noChangeArrowheads="1"/>
          </p:cNvSpPr>
          <p:nvPr/>
        </p:nvSpPr>
        <p:spPr bwMode="auto">
          <a:xfrm>
            <a:off x="968375" y="1847850"/>
            <a:ext cx="8393113" cy="1481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239025" rIns="0" bIns="0" anchor="ctr"/>
          <a:lstStyle/>
          <a:p>
            <a:pPr algn="ctr">
              <a:lnSpc>
                <a:spcPct val="72000"/>
              </a:lnSpc>
              <a:buClr>
                <a:srgbClr val="000000"/>
              </a:buClr>
              <a:buSzPts val="4000"/>
              <a:buFont typeface="Arial" charset="0"/>
              <a:buNone/>
            </a:pPr>
            <a:r>
              <a:rPr lang="en-US" sz="4000" b="1" dirty="0" err="1"/>
              <a:t>Programare</a:t>
            </a:r>
            <a:r>
              <a:rPr lang="en-US" sz="4000" b="1" dirty="0"/>
              <a:t> </a:t>
            </a:r>
            <a:r>
              <a:rPr lang="en-US" sz="4000" b="1" dirty="0" err="1"/>
              <a:t>orientat</a:t>
            </a:r>
            <a:r>
              <a:rPr lang="vi-VN" sz="4000" b="1" dirty="0"/>
              <a:t>ă</a:t>
            </a:r>
            <a:r>
              <a:rPr lang="en-US" sz="4000" b="1" dirty="0"/>
              <a:t> </a:t>
            </a:r>
            <a:r>
              <a:rPr lang="en-US" sz="4000" b="1" dirty="0" err="1"/>
              <a:t>pe</a:t>
            </a:r>
            <a:r>
              <a:rPr lang="en-US" sz="4000" b="1" dirty="0"/>
              <a:t> </a:t>
            </a:r>
            <a:r>
              <a:rPr lang="en-US" sz="4000" b="1" dirty="0" err="1"/>
              <a:t>obiecte</a:t>
            </a:r>
            <a:endParaRPr lang="en-US" sz="1800" dirty="0"/>
          </a:p>
          <a:p>
            <a:pPr algn="ctr">
              <a:lnSpc>
                <a:spcPct val="72000"/>
              </a:lnSpc>
              <a:buClr>
                <a:srgbClr val="000000"/>
              </a:buClr>
              <a:buSzPts val="1800"/>
              <a:buFont typeface="Arial" charset="0"/>
              <a:buNone/>
            </a:pPr>
            <a:endParaRPr lang="en-US" sz="1800" dirty="0"/>
          </a:p>
          <a:p>
            <a:pPr algn="ctr">
              <a:lnSpc>
                <a:spcPct val="72000"/>
              </a:lnSpc>
              <a:buClr>
                <a:srgbClr val="000000"/>
              </a:buClr>
              <a:buSzPts val="2600"/>
              <a:buFont typeface="Arial" charset="0"/>
              <a:buNone/>
            </a:pPr>
            <a:r>
              <a:rPr lang="en-US" sz="2600" b="1" dirty="0"/>
              <a:t>- </a:t>
            </a:r>
            <a:r>
              <a:rPr lang="en-US" sz="2600" b="1" dirty="0" err="1"/>
              <a:t>suport</a:t>
            </a:r>
            <a:r>
              <a:rPr lang="en-US" sz="2600" b="1" dirty="0"/>
              <a:t> de curs -</a:t>
            </a:r>
            <a:endParaRPr lang="en-US" sz="1800" dirty="0"/>
          </a:p>
        </p:txBody>
      </p:sp>
      <p:grpSp>
        <p:nvGrpSpPr>
          <p:cNvPr id="8" name="Group 7"/>
          <p:cNvGrpSpPr/>
          <p:nvPr/>
        </p:nvGrpSpPr>
        <p:grpSpPr>
          <a:xfrm>
            <a:off x="3140869" y="3551238"/>
            <a:ext cx="6503988" cy="3429000"/>
            <a:chOff x="2355850" y="3124200"/>
            <a:chExt cx="6503988" cy="3429000"/>
          </a:xfrm>
        </p:grpSpPr>
        <p:sp>
          <p:nvSpPr>
            <p:cNvPr id="9" name="Google Shape;126;p27"/>
            <p:cNvSpPr/>
            <p:nvPr/>
          </p:nvSpPr>
          <p:spPr>
            <a:xfrm>
              <a:off x="5410200" y="3124200"/>
              <a:ext cx="3449638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lIns="0" tIns="0" rIns="0" bIns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4000"/>
                </a:lnSpc>
                <a:defRPr/>
              </a:pPr>
              <a:r>
                <a:rPr lang="en-US" sz="2600" b="1" dirty="0">
                  <a:solidFill>
                    <a:srgbClr val="000000"/>
                  </a:solidFill>
                  <a:latin typeface="+mn-lt"/>
                  <a:ea typeface="Arial"/>
                  <a:cs typeface="Arial" pitchFamily="34" charset="0"/>
                  <a:sym typeface="Arial"/>
                </a:rPr>
                <a:t>Andrei P</a:t>
              </a:r>
              <a:r>
                <a:rPr lang="ro-RO" altLang="ro-RO" sz="2600" b="1" dirty="0">
                  <a:cs typeface="Arial" pitchFamily="34" charset="0"/>
                </a:rPr>
                <a:t>ă</a:t>
              </a:r>
              <a:r>
                <a:rPr lang="en-US" sz="2600" b="1" dirty="0">
                  <a:solidFill>
                    <a:srgbClr val="000000"/>
                  </a:solidFill>
                  <a:latin typeface="+mn-lt"/>
                  <a:ea typeface="Arial"/>
                  <a:cs typeface="Arial" pitchFamily="34" charset="0"/>
                  <a:sym typeface="Arial"/>
                </a:rPr>
                <a:t>un</a:t>
              </a:r>
            </a:p>
            <a:p>
              <a:pPr algn="ctr">
                <a:lnSpc>
                  <a:spcPct val="104000"/>
                </a:lnSpc>
                <a:defRPr/>
              </a:pPr>
              <a:r>
                <a:rPr lang="en-US" sz="2600" b="1" dirty="0" err="1">
                  <a:solidFill>
                    <a:srgbClr val="000000"/>
                  </a:solidFill>
                  <a:latin typeface="+mn-lt"/>
                  <a:ea typeface="Arial"/>
                  <a:cs typeface="Arial" pitchFamily="34" charset="0"/>
                  <a:sym typeface="Arial"/>
                </a:rPr>
                <a:t>Anca</a:t>
              </a:r>
              <a:r>
                <a:rPr lang="en-US" sz="2600" b="1" dirty="0">
                  <a:solidFill>
                    <a:srgbClr val="000000"/>
                  </a:solidFill>
                  <a:latin typeface="+mn-lt"/>
                  <a:ea typeface="Arial"/>
                  <a:cs typeface="Arial" pitchFamily="34" charset="0"/>
                  <a:sym typeface="Arial"/>
                </a:rPr>
                <a:t> </a:t>
              </a:r>
              <a:r>
                <a:rPr lang="en-US" sz="2600" b="1" dirty="0" err="1">
                  <a:solidFill>
                    <a:srgbClr val="000000"/>
                  </a:solidFill>
                  <a:latin typeface="+mn-lt"/>
                  <a:ea typeface="Arial"/>
                  <a:cs typeface="Arial" pitchFamily="34" charset="0"/>
                  <a:sym typeface="Arial"/>
                </a:rPr>
                <a:t>Dobrov</a:t>
              </a:r>
              <a:r>
                <a:rPr lang="ro-RO" altLang="ro-RO" sz="2600" b="1" dirty="0">
                  <a:latin typeface="+mn-lt"/>
                  <a:cs typeface="Arial" pitchFamily="34" charset="0"/>
                </a:rPr>
                <a:t>ăț</a:t>
              </a:r>
              <a:endParaRPr sz="1800" dirty="0">
                <a:latin typeface="+mn-lt"/>
                <a:cs typeface="Arial" pitchFamily="34" charset="0"/>
              </a:endParaRPr>
            </a:p>
          </p:txBody>
        </p:sp>
        <p:sp>
          <p:nvSpPr>
            <p:cNvPr id="10" name="Google Shape;129;p27"/>
            <p:cNvSpPr txBox="1"/>
            <p:nvPr/>
          </p:nvSpPr>
          <p:spPr>
            <a:xfrm>
              <a:off x="2355850" y="4919663"/>
              <a:ext cx="4044950" cy="16335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lIns="90000" tIns="45000" rIns="90000" bIns="45000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/>
              </a:pPr>
              <a:r>
                <a:rPr lang="en-US" sz="2000" b="1" dirty="0">
                  <a:solidFill>
                    <a:srgbClr val="000000"/>
                  </a:solidFill>
                  <a:latin typeface="+mn-lt"/>
                  <a:ea typeface="Arial"/>
                  <a:cs typeface="Arial" pitchFamily="34" charset="0"/>
                  <a:sym typeface="Arial"/>
                </a:rPr>
                <a:t>An </a:t>
              </a:r>
              <a:r>
                <a:rPr lang="en-US" sz="2000" b="1" dirty="0" err="1">
                  <a:solidFill>
                    <a:srgbClr val="000000"/>
                  </a:solidFill>
                  <a:latin typeface="+mn-lt"/>
                  <a:ea typeface="Arial"/>
                  <a:cs typeface="Arial" pitchFamily="34" charset="0"/>
                  <a:sym typeface="Arial"/>
                </a:rPr>
                <a:t>universitar</a:t>
              </a:r>
              <a:r>
                <a:rPr lang="en-US" sz="2000" b="1" dirty="0">
                  <a:solidFill>
                    <a:srgbClr val="000000"/>
                  </a:solidFill>
                  <a:latin typeface="+mn-lt"/>
                  <a:ea typeface="Arial"/>
                  <a:cs typeface="Arial" pitchFamily="34" charset="0"/>
                  <a:sym typeface="Arial"/>
                </a:rPr>
                <a:t> 2024 – 20</a:t>
              </a:r>
              <a:r>
                <a:rPr lang="en-US" sz="2000" b="1" dirty="0">
                  <a:latin typeface="+mn-lt"/>
                  <a:cs typeface="Arial" pitchFamily="34" charset="0"/>
                </a:rPr>
                <a:t>25</a:t>
              </a:r>
              <a:endParaRPr sz="2000" dirty="0">
                <a:latin typeface="+mn-lt"/>
                <a:cs typeface="Arial" pitchFamily="34" charset="0"/>
              </a:endParaRPr>
            </a:p>
            <a:p>
              <a:pPr algn="ctr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/>
              </a:pPr>
              <a:r>
                <a:rPr lang="en-US" sz="2000" b="1" dirty="0" err="1">
                  <a:solidFill>
                    <a:srgbClr val="000000"/>
                  </a:solidFill>
                  <a:latin typeface="+mn-lt"/>
                  <a:ea typeface="Arial"/>
                  <a:cs typeface="Arial" pitchFamily="34" charset="0"/>
                  <a:sym typeface="Arial"/>
                </a:rPr>
                <a:t>Semestrul</a:t>
              </a:r>
              <a:r>
                <a:rPr lang="en-US" sz="2000" b="1" dirty="0">
                  <a:solidFill>
                    <a:srgbClr val="000000"/>
                  </a:solidFill>
                  <a:latin typeface="+mn-lt"/>
                  <a:ea typeface="Arial"/>
                  <a:cs typeface="Arial" pitchFamily="34" charset="0"/>
                  <a:sym typeface="Arial"/>
                </a:rPr>
                <a:t> II</a:t>
              </a:r>
              <a:endParaRPr sz="2000" dirty="0">
                <a:latin typeface="+mn-lt"/>
                <a:cs typeface="Arial" pitchFamily="34" charset="0"/>
              </a:endParaRPr>
            </a:p>
            <a:p>
              <a:pPr algn="ctr">
                <a:lnSpc>
                  <a:spcPct val="104000"/>
                </a:lnSpc>
                <a:buSzPts val="2400"/>
                <a:defRPr/>
              </a:pPr>
              <a:r>
                <a:rPr lang="en-US" sz="2000" b="1" dirty="0" err="1">
                  <a:solidFill>
                    <a:srgbClr val="000000"/>
                  </a:solidFill>
                  <a:latin typeface="+mn-lt"/>
                  <a:ea typeface="Arial"/>
                  <a:cs typeface="Arial" pitchFamily="34" charset="0"/>
                  <a:sym typeface="Arial"/>
                </a:rPr>
                <a:t>Seriile</a:t>
              </a:r>
              <a:r>
                <a:rPr lang="en-US" sz="2000" b="1" dirty="0">
                  <a:solidFill>
                    <a:srgbClr val="000000"/>
                  </a:solidFill>
                  <a:latin typeface="+mn-lt"/>
                  <a:ea typeface="Arial"/>
                  <a:cs typeface="Arial" pitchFamily="34" charset="0"/>
                  <a:sym typeface="Arial"/>
                </a:rPr>
                <a:t> 13, 14</a:t>
              </a:r>
              <a:r>
                <a:rPr lang="ro-RO" altLang="ro-RO" sz="2000" b="1" dirty="0">
                  <a:latin typeface="+mn-lt"/>
                  <a:cs typeface="Arial" pitchFamily="34" charset="0"/>
                </a:rPr>
                <a:t> şi </a:t>
              </a:r>
              <a:r>
                <a:rPr lang="en-US" altLang="ro-RO" sz="2000" b="1" dirty="0">
                  <a:latin typeface="+mn-lt"/>
                  <a:cs typeface="Arial" pitchFamily="34" charset="0"/>
                </a:rPr>
                <a:t>15</a:t>
              </a:r>
              <a:endParaRPr sz="2000" b="1" dirty="0">
                <a:latin typeface="+mn-lt"/>
                <a:cs typeface="Arial" pitchFamily="34" charset="0"/>
              </a:endParaRPr>
            </a:p>
            <a:p>
              <a:pPr algn="ctr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Arial"/>
                <a:buNone/>
                <a:defRPr/>
              </a:pPr>
              <a:endParaRPr sz="2000" b="1" dirty="0">
                <a:solidFill>
                  <a:srgbClr val="000000"/>
                </a:solidFill>
                <a:latin typeface="+mn-lt"/>
                <a:ea typeface="Arial"/>
                <a:cs typeface="Arial" pitchFamily="34" charset="0"/>
                <a:sym typeface="Arial"/>
              </a:endParaRPr>
            </a:p>
            <a:p>
              <a:pPr algn="ctr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/>
              </a:pPr>
              <a:r>
                <a:rPr lang="en-US" sz="2000" b="1" dirty="0">
                  <a:solidFill>
                    <a:srgbClr val="000000"/>
                  </a:solidFill>
                  <a:latin typeface="+mn-lt"/>
                  <a:ea typeface="Arial"/>
                  <a:cs typeface="Arial" pitchFamily="34" charset="0"/>
                  <a:sym typeface="Arial"/>
                </a:rPr>
                <a:t>Curs  10</a:t>
              </a:r>
              <a:endParaRPr sz="2000" dirty="0">
                <a:latin typeface="+mn-lt"/>
                <a:cs typeface="Arial" pitchFamily="34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Google Shape;80;p15"/>
          <p:cNvSpPr>
            <a:spLocks noChangeArrowheads="1"/>
          </p:cNvSpPr>
          <p:nvPr/>
        </p:nvSpPr>
        <p:spPr bwMode="auto">
          <a:xfrm>
            <a:off x="9532938" y="7062788"/>
            <a:ext cx="4000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F603452C-5A1C-4137-8A9E-BFBD18B9134D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2</a:t>
            </a:fld>
            <a:endParaRPr lang="en-US" sz="1800"/>
          </a:p>
        </p:txBody>
      </p:sp>
      <p:sp>
        <p:nvSpPr>
          <p:cNvPr id="3077" name="Google Shape;83;p15"/>
          <p:cNvSpPr>
            <a:spLocks noChangeArrowheads="1"/>
          </p:cNvSpPr>
          <p:nvPr/>
        </p:nvSpPr>
        <p:spPr bwMode="auto">
          <a:xfrm>
            <a:off x="2322513" y="979488"/>
            <a:ext cx="5540375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800"/>
              <a:buFont typeface="Arial" charset="0"/>
              <a:buNone/>
            </a:pPr>
            <a:r>
              <a:rPr lang="en-US" sz="2800" b="1">
                <a:solidFill>
                  <a:srgbClr val="0C1C1D"/>
                </a:solidFill>
              </a:rPr>
              <a:t>Agenda cursului</a:t>
            </a:r>
            <a:endParaRPr lang="en-US" sz="1800"/>
          </a:p>
        </p:txBody>
      </p:sp>
      <p:sp>
        <p:nvSpPr>
          <p:cNvPr id="8" name="Google Shape;84;p15"/>
          <p:cNvSpPr/>
          <p:nvPr/>
        </p:nvSpPr>
        <p:spPr>
          <a:xfrm>
            <a:off x="457200" y="1933575"/>
            <a:ext cx="9234488" cy="4057650"/>
          </a:xfrm>
          <a:prstGeom prst="rect">
            <a:avLst/>
          </a:prstGeom>
          <a:noFill/>
          <a:ln>
            <a:noFill/>
          </a:ln>
        </p:spPr>
        <p:txBody>
          <a:bodyPr spcFirstLastPara="1" lIns="90000" tIns="45000" rIns="90000" bIns="45000" anchor="t"/>
          <a:lstStyle/>
          <a:p>
            <a:pPr marL="457200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defRPr/>
            </a:pPr>
            <a:r>
              <a:rPr lang="en-US" sz="2000" dirty="0" err="1">
                <a:solidFill>
                  <a:schemeClr val="dk1"/>
                </a:solidFill>
              </a:rPr>
              <a:t>Biblioteca</a:t>
            </a:r>
            <a:r>
              <a:rPr lang="en-US" sz="2000" dirty="0">
                <a:solidFill>
                  <a:schemeClr val="dk1"/>
                </a:solidFill>
              </a:rPr>
              <a:t> Standard Template Library - STL</a:t>
            </a:r>
            <a:endParaRPr sz="2000" dirty="0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endParaRPr sz="2000" dirty="0">
              <a:solidFill>
                <a:schemeClr val="dk1"/>
              </a:solidFill>
            </a:endParaRPr>
          </a:p>
          <a:p>
            <a:pPr marL="457200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Tx/>
              <a:buChar char="-"/>
              <a:defRPr/>
            </a:pPr>
            <a:r>
              <a:rPr lang="en-US" sz="2000" dirty="0" err="1">
                <a:solidFill>
                  <a:schemeClr val="dk1"/>
                </a:solidFill>
              </a:rPr>
              <a:t>Containere</a:t>
            </a:r>
            <a:r>
              <a:rPr lang="en-US" sz="2000" dirty="0">
                <a:solidFill>
                  <a:schemeClr val="dk1"/>
                </a:solidFill>
              </a:rPr>
              <a:t>, </a:t>
            </a:r>
            <a:r>
              <a:rPr lang="en-US" sz="2000" dirty="0" err="1">
                <a:solidFill>
                  <a:schemeClr val="dk1"/>
                </a:solidFill>
              </a:rPr>
              <a:t>iteratori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dirty="0" err="1">
                <a:solidFill>
                  <a:schemeClr val="dk1"/>
                </a:solidFill>
              </a:rPr>
              <a:t>şi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dirty="0" err="1">
                <a:solidFill>
                  <a:schemeClr val="dk1"/>
                </a:solidFill>
              </a:rPr>
              <a:t>algoritmi</a:t>
            </a:r>
            <a:r>
              <a:rPr lang="en-US" sz="2000" dirty="0">
                <a:solidFill>
                  <a:schemeClr val="dk1"/>
                </a:solidFill>
              </a:rPr>
              <a:t>.</a:t>
            </a:r>
            <a:endParaRPr sz="2000" dirty="0">
              <a:solidFill>
                <a:schemeClr val="dk1"/>
              </a:solidFill>
            </a:endParaRPr>
          </a:p>
          <a:p>
            <a:pPr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endParaRPr sz="2000" dirty="0">
              <a:solidFill>
                <a:schemeClr val="dk1"/>
              </a:solidFill>
            </a:endParaRPr>
          </a:p>
          <a:p>
            <a:pPr marL="457200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Tx/>
              <a:buChar char="-"/>
              <a:defRPr/>
            </a:pPr>
            <a:r>
              <a:rPr lang="en-US" sz="2000" dirty="0" err="1">
                <a:solidFill>
                  <a:schemeClr val="dk1"/>
                </a:solidFill>
                <a:latin typeface="Arial"/>
                <a:cs typeface="Arial"/>
              </a:rPr>
              <a:t>Clasele</a:t>
            </a:r>
            <a:r>
              <a:rPr lang="en-US" sz="2000" dirty="0">
                <a:solidFill>
                  <a:schemeClr val="dk1"/>
                </a:solidFill>
                <a:latin typeface="Arial"/>
                <a:cs typeface="Arial"/>
              </a:rPr>
              <a:t> vector, list, map / </a:t>
            </a:r>
            <a:r>
              <a:rPr lang="en-US" sz="2000" dirty="0" err="1">
                <a:solidFill>
                  <a:schemeClr val="dk1"/>
                </a:solidFill>
                <a:latin typeface="Arial"/>
                <a:cs typeface="Arial"/>
              </a:rPr>
              <a:t>multimap</a:t>
            </a:r>
            <a:r>
              <a:rPr lang="en-US" sz="2000" dirty="0">
                <a:solidFill>
                  <a:schemeClr val="dk1"/>
                </a:solidFill>
                <a:latin typeface="Arial"/>
                <a:cs typeface="Arial"/>
              </a:rPr>
              <a:t>.</a:t>
            </a:r>
            <a:endParaRPr sz="2000" dirty="0">
              <a:solidFill>
                <a:schemeClr val="dk1"/>
              </a:solidFill>
              <a:latin typeface="Arial"/>
              <a:cs typeface="Arial"/>
            </a:endParaRPr>
          </a:p>
          <a:p>
            <a:pPr marL="101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defRPr/>
            </a:pPr>
            <a:endParaRPr lang="en-US" sz="2000" dirty="0">
              <a:solidFill>
                <a:schemeClr val="dk1"/>
              </a:solidFill>
              <a:latin typeface="Arial"/>
              <a:cs typeface="Arial"/>
            </a:endParaRPr>
          </a:p>
          <a:p>
            <a:pPr marL="457200" indent="-355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Tx/>
              <a:buChar char="-"/>
              <a:defRPr/>
            </a:pPr>
            <a:r>
              <a:rPr lang="en-US" sz="2000" dirty="0" err="1">
                <a:solidFill>
                  <a:schemeClr val="dk1"/>
                </a:solidFill>
                <a:latin typeface="Arial"/>
                <a:cs typeface="Arial"/>
              </a:rPr>
              <a:t>Elemente</a:t>
            </a:r>
            <a:r>
              <a:rPr lang="en-US" sz="2000" dirty="0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cs typeface="Arial"/>
              </a:rPr>
              <a:t>avansate</a:t>
            </a:r>
            <a:r>
              <a:rPr lang="en-US" sz="2000" dirty="0">
                <a:solidFill>
                  <a:schemeClr val="dk1"/>
                </a:solidFill>
                <a:latin typeface="Arial"/>
                <a:cs typeface="Arial"/>
              </a:rPr>
              <a:t> (lambda </a:t>
            </a:r>
            <a:r>
              <a:rPr lang="en-US" sz="2000" dirty="0" err="1">
                <a:solidFill>
                  <a:schemeClr val="dk1"/>
                </a:solidFill>
                <a:latin typeface="Arial"/>
                <a:cs typeface="Arial"/>
              </a:rPr>
              <a:t>expresii</a:t>
            </a:r>
            <a:r>
              <a:rPr lang="en-US" sz="2000" dirty="0">
                <a:solidFill>
                  <a:schemeClr val="dk1"/>
                </a:solidFill>
                <a:latin typeface="Arial"/>
                <a:cs typeface="Arial"/>
              </a:rPr>
              <a:t>)</a:t>
            </a:r>
            <a:endParaRPr lang="en-US" sz="2000" dirty="0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endParaRPr sz="2400" dirty="0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400" dirty="0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 dirty="0">
              <a:solidFill>
                <a:schemeClr val="dk1"/>
              </a:solidFill>
              <a:ea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defRPr/>
            </a:pPr>
            <a:endParaRPr lang="ro-RO" sz="2000" dirty="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Google Shape;92;p16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6BDBE44C-A9C4-4528-B8C9-CBB044A0FAF7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3</a:t>
            </a:fld>
            <a:endParaRPr lang="en-US" sz="1800"/>
          </a:p>
        </p:txBody>
      </p:sp>
      <p:sp>
        <p:nvSpPr>
          <p:cNvPr id="4101" name="Google Shape;95;p16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4102" name="Rectangle 7"/>
          <p:cNvSpPr>
            <a:spLocks noChangeArrowheads="1"/>
          </p:cNvSpPr>
          <p:nvPr/>
        </p:nvSpPr>
        <p:spPr bwMode="auto">
          <a:xfrm>
            <a:off x="239713" y="1417638"/>
            <a:ext cx="9601200" cy="532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Times New Roman" pitchFamily="18" charset="0"/>
              <a:buChar char="-"/>
            </a:pPr>
            <a:r>
              <a:rPr lang="vi-VN" sz="2000"/>
              <a:t>bibliotecă de clase C++, parte din Standard Library </a:t>
            </a:r>
            <a:endParaRPr lang="en-US" sz="2000"/>
          </a:p>
          <a:p>
            <a:endParaRPr lang="vi-VN" sz="2000"/>
          </a:p>
          <a:p>
            <a:r>
              <a:rPr lang="en-US" sz="2000" b="1">
                <a:solidFill>
                  <a:srgbClr val="0000FF"/>
                </a:solidFill>
              </a:rPr>
              <a:t>Ofera:</a:t>
            </a:r>
          </a:p>
          <a:p>
            <a:r>
              <a:rPr lang="it-IT" sz="2000"/>
              <a:t>- structuri de date și algoritmi fundamentali </a:t>
            </a:r>
            <a:r>
              <a:rPr lang="it-IT" sz="2000">
                <a:sym typeface="Wingdings" pitchFamily="2" charset="2"/>
              </a:rPr>
              <a:t></a:t>
            </a:r>
            <a:r>
              <a:rPr lang="it-IT" sz="2000"/>
              <a:t> dezvoltarea de programe in C++; </a:t>
            </a:r>
          </a:p>
          <a:p>
            <a:pPr>
              <a:buFont typeface="Times New Roman" pitchFamily="18" charset="0"/>
              <a:buChar char="-"/>
            </a:pPr>
            <a:r>
              <a:rPr lang="it-IT" sz="2000"/>
              <a:t> componente generice, parametrizabile. Aproape toate clasele din STL sunt </a:t>
            </a:r>
          </a:p>
          <a:p>
            <a:r>
              <a:rPr lang="en-US" sz="2000"/>
              <a:t>parametrizate (Template). </a:t>
            </a:r>
          </a:p>
          <a:p>
            <a:endParaRPr lang="en-US" sz="2000"/>
          </a:p>
          <a:p>
            <a:r>
              <a:rPr lang="it-IT" sz="2000"/>
              <a:t>Componentele STL se pot compune cu usurință fără a sacrifica performanța (generic programming) </a:t>
            </a:r>
          </a:p>
          <a:p>
            <a:endParaRPr lang="it-IT" sz="2000"/>
          </a:p>
          <a:p>
            <a:r>
              <a:rPr lang="en-US" sz="2000"/>
              <a:t>STL conține clase pentru: </a:t>
            </a:r>
          </a:p>
          <a:p>
            <a:pPr lvl="1"/>
            <a:r>
              <a:rPr lang="en-US" sz="2000" b="1" i="1"/>
              <a:t>◦ </a:t>
            </a:r>
            <a:r>
              <a:rPr lang="en-US" sz="2000" b="1">
                <a:solidFill>
                  <a:srgbClr val="0000FF"/>
                </a:solidFill>
              </a:rPr>
              <a:t>containere</a:t>
            </a:r>
            <a:r>
              <a:rPr lang="en-US" sz="2000" b="1">
                <a:solidFill>
                  <a:srgbClr val="0070C0"/>
                </a:solidFill>
              </a:rPr>
              <a:t> </a:t>
            </a:r>
          </a:p>
          <a:p>
            <a:pPr lvl="1"/>
            <a:r>
              <a:rPr lang="en-US" sz="2000" b="1">
                <a:solidFill>
                  <a:srgbClr val="0070C0"/>
                </a:solidFill>
              </a:rPr>
              <a:t>◦ </a:t>
            </a:r>
            <a:r>
              <a:rPr lang="en-US" sz="2000" b="1">
                <a:solidFill>
                  <a:srgbClr val="0000FF"/>
                </a:solidFill>
              </a:rPr>
              <a:t>iteratori</a:t>
            </a:r>
            <a:r>
              <a:rPr lang="en-US" sz="2000" b="1">
                <a:solidFill>
                  <a:srgbClr val="0070C0"/>
                </a:solidFill>
              </a:rPr>
              <a:t> </a:t>
            </a:r>
          </a:p>
          <a:p>
            <a:pPr lvl="1"/>
            <a:r>
              <a:rPr lang="en-US" sz="2000" b="1">
                <a:solidFill>
                  <a:srgbClr val="0070C0"/>
                </a:solidFill>
              </a:rPr>
              <a:t>◦ </a:t>
            </a:r>
            <a:r>
              <a:rPr lang="en-US" sz="2000" b="1">
                <a:solidFill>
                  <a:srgbClr val="0000FF"/>
                </a:solidFill>
              </a:rPr>
              <a:t>algoritmi</a:t>
            </a:r>
            <a:r>
              <a:rPr lang="en-US" sz="2000" b="1">
                <a:solidFill>
                  <a:srgbClr val="0070C0"/>
                </a:solidFill>
              </a:rPr>
              <a:t> </a:t>
            </a:r>
            <a:endParaRPr lang="en-US" sz="2000" b="1">
              <a:solidFill>
                <a:schemeClr val="tx1"/>
              </a:solidFill>
            </a:endParaRPr>
          </a:p>
          <a:p>
            <a:pPr lvl="1"/>
            <a:r>
              <a:rPr lang="en-US" sz="2000">
                <a:solidFill>
                  <a:schemeClr val="tx1"/>
                </a:solidFill>
              </a:rPr>
              <a:t>◦ functori (function objects) </a:t>
            </a:r>
          </a:p>
          <a:p>
            <a:pPr lvl="1"/>
            <a:r>
              <a:rPr lang="en-US" sz="2000">
                <a:solidFill>
                  <a:schemeClr val="tx1"/>
                </a:solidFill>
              </a:rPr>
              <a:t>◦ allocators </a:t>
            </a:r>
          </a:p>
          <a:p>
            <a:endParaRPr lang="en-US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Google Shape;104;p17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9E308BBE-FB66-466D-BD81-312C41F3F7CD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4</a:t>
            </a:fld>
            <a:endParaRPr lang="en-US" sz="1800"/>
          </a:p>
        </p:txBody>
      </p:sp>
      <p:sp>
        <p:nvSpPr>
          <p:cNvPr id="5125" name="Google Shape;107;p17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108" name="Google Shape;108;p17"/>
          <p:cNvSpPr txBox="1"/>
          <p:nvPr/>
        </p:nvSpPr>
        <p:spPr>
          <a:xfrm>
            <a:off x="274638" y="1271588"/>
            <a:ext cx="9531350" cy="5476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>
                <a:solidFill>
                  <a:srgbClr val="0000FF"/>
                </a:solidFill>
              </a:rPr>
              <a:t>Container</a:t>
            </a:r>
            <a:endParaRPr sz="2000" b="1">
              <a:solidFill>
                <a:srgbClr val="0000FF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>
                <a:solidFill>
                  <a:srgbClr val="0000FF"/>
                </a:solidFill>
              </a:rPr>
              <a:t>“Containers are the STL objects that actually store data” (H. </a:t>
            </a:r>
            <a:r>
              <a:rPr lang="en-US" sz="2000" b="1" err="1">
                <a:solidFill>
                  <a:srgbClr val="0000FF"/>
                </a:solidFill>
              </a:rPr>
              <a:t>Schildt</a:t>
            </a:r>
            <a:r>
              <a:rPr lang="en-US" sz="2000" b="1">
                <a:solidFill>
                  <a:srgbClr val="0000FF"/>
                </a:solidFill>
              </a:rPr>
              <a:t>)</a:t>
            </a:r>
            <a:endParaRPr sz="2000" b="1">
              <a:solidFill>
                <a:srgbClr val="0000FF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/>
          </a:p>
          <a:p>
            <a:pPr marL="457200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 err="1"/>
              <a:t>grupare</a:t>
            </a:r>
            <a:r>
              <a:rPr lang="en-US" sz="2000"/>
              <a:t> de date </a:t>
            </a:r>
            <a:r>
              <a:rPr lang="en-US" sz="2000" err="1"/>
              <a:t>în</a:t>
            </a:r>
            <a:r>
              <a:rPr lang="en-US" sz="2000"/>
              <a:t> care se pot </a:t>
            </a:r>
            <a:r>
              <a:rPr lang="en-US" sz="2000" err="1"/>
              <a:t>adauga</a:t>
            </a:r>
            <a:r>
              <a:rPr lang="en-US" sz="2000"/>
              <a:t> (</a:t>
            </a:r>
            <a:r>
              <a:rPr lang="en-US" sz="2000" err="1"/>
              <a:t>insera</a:t>
            </a:r>
            <a:r>
              <a:rPr lang="en-US" sz="2000"/>
              <a:t>) </a:t>
            </a:r>
            <a:r>
              <a:rPr lang="en-US" sz="2000" err="1"/>
              <a:t>si</a:t>
            </a:r>
            <a:r>
              <a:rPr lang="en-US" sz="2000"/>
              <a:t> din care se pot </a:t>
            </a:r>
            <a:r>
              <a:rPr lang="en-US" sz="2000" err="1"/>
              <a:t>sterge</a:t>
            </a:r>
            <a:r>
              <a:rPr lang="en-US" sz="2000"/>
              <a:t> (</a:t>
            </a:r>
            <a:r>
              <a:rPr lang="en-US" sz="2000" err="1"/>
              <a:t>extrage</a:t>
            </a:r>
            <a:r>
              <a:rPr lang="en-US" sz="2000"/>
              <a:t>) </a:t>
            </a:r>
            <a:r>
              <a:rPr lang="en-US" sz="2000" err="1"/>
              <a:t>obiecte</a:t>
            </a:r>
            <a:r>
              <a:rPr lang="en-US" sz="2000"/>
              <a:t>;</a:t>
            </a:r>
          </a:p>
          <a:p>
            <a:pPr marL="457200" indent="-355600">
              <a:spcBef>
                <a:spcPts val="0"/>
              </a:spcBef>
              <a:spcAft>
                <a:spcPts val="0"/>
              </a:spcAft>
              <a:buSzPts val="2000"/>
              <a:defRPr/>
            </a:pPr>
            <a:endParaRPr sz="2000"/>
          </a:p>
          <a:p>
            <a:pPr marL="457200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 err="1"/>
              <a:t>gestionează</a:t>
            </a:r>
            <a:r>
              <a:rPr lang="en-US" sz="2000"/>
              <a:t> </a:t>
            </a:r>
            <a:r>
              <a:rPr lang="en-US" sz="2000" err="1"/>
              <a:t>memoria</a:t>
            </a:r>
            <a:r>
              <a:rPr lang="en-US" sz="2000"/>
              <a:t> </a:t>
            </a:r>
            <a:r>
              <a:rPr lang="en-US" sz="2000" err="1"/>
              <a:t>necesară</a:t>
            </a:r>
            <a:r>
              <a:rPr lang="en-US" sz="2000"/>
              <a:t> </a:t>
            </a:r>
            <a:r>
              <a:rPr lang="en-US" sz="2000" err="1"/>
              <a:t>stocarii</a:t>
            </a:r>
            <a:r>
              <a:rPr lang="en-US" sz="2000"/>
              <a:t> </a:t>
            </a:r>
            <a:r>
              <a:rPr lang="en-US" sz="2000" err="1"/>
              <a:t>elementelor</a:t>
            </a:r>
            <a:r>
              <a:rPr lang="en-US" sz="2000"/>
              <a:t>, </a:t>
            </a:r>
            <a:r>
              <a:rPr lang="en-US" sz="2000" err="1"/>
              <a:t>oferă</a:t>
            </a:r>
            <a:r>
              <a:rPr lang="en-US" sz="2000"/>
              <a:t> </a:t>
            </a:r>
            <a:r>
              <a:rPr lang="en-US" sz="2000" err="1"/>
              <a:t>metode</a:t>
            </a:r>
            <a:r>
              <a:rPr lang="en-US" sz="2000"/>
              <a:t> de </a:t>
            </a:r>
            <a:r>
              <a:rPr lang="en-US" sz="2000" err="1"/>
              <a:t>acces</a:t>
            </a:r>
            <a:r>
              <a:rPr lang="en-US" sz="2000"/>
              <a:t> la </a:t>
            </a:r>
            <a:r>
              <a:rPr lang="en-US" sz="2000" err="1"/>
              <a:t>elemente</a:t>
            </a:r>
            <a:r>
              <a:rPr lang="en-US" sz="2000"/>
              <a:t> (direct </a:t>
            </a:r>
            <a:r>
              <a:rPr lang="en-US" sz="2000" err="1"/>
              <a:t>si</a:t>
            </a:r>
            <a:r>
              <a:rPr lang="en-US" sz="2000"/>
              <a:t> </a:t>
            </a:r>
            <a:r>
              <a:rPr lang="en-US" sz="2000" err="1"/>
              <a:t>prin</a:t>
            </a:r>
            <a:r>
              <a:rPr lang="en-US" sz="2000"/>
              <a:t> </a:t>
            </a:r>
            <a:r>
              <a:rPr lang="en-US" sz="2000" err="1"/>
              <a:t>iteratori</a:t>
            </a:r>
            <a:r>
              <a:rPr lang="en-US" sz="2000"/>
              <a:t>);</a:t>
            </a:r>
          </a:p>
          <a:p>
            <a:pPr marL="457200" indent="-355600">
              <a:spcBef>
                <a:spcPts val="0"/>
              </a:spcBef>
              <a:spcAft>
                <a:spcPts val="0"/>
              </a:spcAft>
              <a:buSzPts val="2000"/>
              <a:defRPr/>
            </a:pPr>
            <a:endParaRPr sz="2000"/>
          </a:p>
          <a:p>
            <a:pPr marL="457200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 b="1" err="1"/>
              <a:t>funcționalități</a:t>
            </a:r>
            <a:r>
              <a:rPr lang="en-US" sz="2000" b="1"/>
              <a:t> (</a:t>
            </a:r>
            <a:r>
              <a:rPr lang="en-US" sz="2000" b="1" err="1"/>
              <a:t>metode</a:t>
            </a:r>
            <a:r>
              <a:rPr lang="en-US" sz="2000" b="1"/>
              <a:t>)</a:t>
            </a:r>
            <a:r>
              <a:rPr lang="en-US" sz="2000"/>
              <a:t>:</a:t>
            </a:r>
            <a:endParaRPr sz="2000"/>
          </a:p>
          <a:p>
            <a:pPr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/>
              <a:t>• </a:t>
            </a:r>
            <a:r>
              <a:rPr lang="en-US" sz="2000" err="1"/>
              <a:t>accesare</a:t>
            </a:r>
            <a:r>
              <a:rPr lang="en-US" sz="2000"/>
              <a:t> </a:t>
            </a:r>
            <a:r>
              <a:rPr lang="en-US" sz="2000" err="1"/>
              <a:t>elemente</a:t>
            </a:r>
            <a:r>
              <a:rPr lang="en-US" sz="2000"/>
              <a:t> (ex.: [ ])</a:t>
            </a:r>
            <a:endParaRPr sz="2000"/>
          </a:p>
          <a:p>
            <a:pPr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/>
              <a:t>• </a:t>
            </a:r>
            <a:r>
              <a:rPr lang="en-US" sz="2000" err="1"/>
              <a:t>gestiune</a:t>
            </a:r>
            <a:r>
              <a:rPr lang="en-US" sz="2000"/>
              <a:t> capacitate (ex.: size())</a:t>
            </a:r>
            <a:endParaRPr sz="2000"/>
          </a:p>
          <a:p>
            <a:pPr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/>
              <a:t>• </a:t>
            </a:r>
            <a:r>
              <a:rPr lang="en-US" sz="2000" err="1"/>
              <a:t>modificare</a:t>
            </a:r>
            <a:r>
              <a:rPr lang="en-US" sz="2000"/>
              <a:t> </a:t>
            </a:r>
            <a:r>
              <a:rPr lang="en-US" sz="2000" err="1"/>
              <a:t>elemente</a:t>
            </a:r>
            <a:r>
              <a:rPr lang="en-US" sz="2000"/>
              <a:t> (ex.: insert, clear)</a:t>
            </a:r>
            <a:endParaRPr sz="2000"/>
          </a:p>
          <a:p>
            <a:pPr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/>
              <a:t>• </a:t>
            </a:r>
            <a:r>
              <a:rPr lang="en-US" sz="2000" err="1"/>
              <a:t>iterator</a:t>
            </a:r>
            <a:r>
              <a:rPr lang="en-US" sz="2000"/>
              <a:t> (begin(), end())</a:t>
            </a:r>
            <a:endParaRPr sz="2000"/>
          </a:p>
          <a:p>
            <a:pPr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/>
              <a:t>• </a:t>
            </a:r>
            <a:r>
              <a:rPr lang="en-US" sz="2000" err="1"/>
              <a:t>alte</a:t>
            </a:r>
            <a:r>
              <a:rPr lang="en-US" sz="2000"/>
              <a:t> </a:t>
            </a:r>
            <a:r>
              <a:rPr lang="en-US" sz="2000" err="1"/>
              <a:t>operații</a:t>
            </a:r>
            <a:r>
              <a:rPr lang="en-US" sz="2000"/>
              <a:t> (</a:t>
            </a:r>
            <a:r>
              <a:rPr lang="en-US" sz="2000" err="1"/>
              <a:t>ie</a:t>
            </a:r>
            <a:r>
              <a:rPr lang="en-US" sz="2000"/>
              <a:t>: find)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Google Shape;116;p18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DCB9E65C-643B-4463-97A3-7C6F81D30168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5</a:t>
            </a:fld>
            <a:endParaRPr lang="en-US" sz="1800"/>
          </a:p>
        </p:txBody>
      </p:sp>
      <p:sp>
        <p:nvSpPr>
          <p:cNvPr id="6149" name="Google Shape;119;p18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120" name="Google Shape;120;p18"/>
          <p:cNvSpPr txBox="1"/>
          <p:nvPr/>
        </p:nvSpPr>
        <p:spPr>
          <a:xfrm>
            <a:off x="274638" y="1271588"/>
            <a:ext cx="9531350" cy="56022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>
                <a:solidFill>
                  <a:srgbClr val="0000FF"/>
                </a:solidFill>
              </a:rPr>
              <a:t>Container</a:t>
            </a:r>
            <a:endParaRPr sz="2000" b="1">
              <a:solidFill>
                <a:srgbClr val="0000FF"/>
              </a:solidFill>
            </a:endParaRPr>
          </a:p>
          <a:p>
            <a:pPr marL="45720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err="1"/>
              <a:t>Tipuri</a:t>
            </a:r>
            <a:r>
              <a:rPr lang="en-US" sz="2000" b="1"/>
              <a:t> de </a:t>
            </a:r>
            <a:r>
              <a:rPr lang="en-US" sz="2000" b="1" err="1"/>
              <a:t>containtere</a:t>
            </a:r>
            <a:r>
              <a:rPr lang="en-US" sz="2000" b="1"/>
              <a:t>:</a:t>
            </a:r>
            <a:endParaRPr sz="2000" b="1"/>
          </a:p>
          <a:p>
            <a:pPr marL="457200"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  <a:p>
            <a:pPr marL="457200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 b="1" i="1"/>
              <a:t>de tip </a:t>
            </a:r>
            <a:r>
              <a:rPr lang="en-US" sz="2000" b="1" i="1" err="1"/>
              <a:t>secventa</a:t>
            </a:r>
            <a:r>
              <a:rPr lang="en-US" sz="2000"/>
              <a:t> (in </a:t>
            </a:r>
            <a:r>
              <a:rPr lang="en-US" sz="2000" err="1"/>
              <a:t>terminologia</a:t>
            </a:r>
            <a:r>
              <a:rPr lang="en-US" sz="2000"/>
              <a:t> STL, o </a:t>
            </a:r>
            <a:r>
              <a:rPr lang="en-US" sz="2000" err="1"/>
              <a:t>secventa</a:t>
            </a:r>
            <a:r>
              <a:rPr lang="en-US" sz="2000"/>
              <a:t> </a:t>
            </a:r>
            <a:r>
              <a:rPr lang="en-US" sz="2000" err="1"/>
              <a:t>este</a:t>
            </a:r>
            <a:r>
              <a:rPr lang="en-US" sz="2000"/>
              <a:t> o </a:t>
            </a:r>
            <a:r>
              <a:rPr lang="en-US" sz="2000" err="1"/>
              <a:t>lista</a:t>
            </a:r>
            <a:r>
              <a:rPr lang="en-US" sz="2000"/>
              <a:t> </a:t>
            </a:r>
            <a:r>
              <a:rPr lang="en-US" sz="2000" err="1"/>
              <a:t>liniara</a:t>
            </a:r>
            <a:r>
              <a:rPr lang="en-US" sz="2000"/>
              <a:t>):</a:t>
            </a:r>
            <a:endParaRPr sz="2000"/>
          </a:p>
          <a:p>
            <a:pPr marL="914400" lvl="1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/>
              <a:t>vector</a:t>
            </a:r>
            <a:endParaRPr sz="2000"/>
          </a:p>
          <a:p>
            <a:pPr marL="914400" lvl="1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 err="1"/>
              <a:t>deque</a:t>
            </a:r>
            <a:endParaRPr sz="2000"/>
          </a:p>
          <a:p>
            <a:pPr marL="914400" lvl="1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/>
              <a:t>list</a:t>
            </a:r>
            <a:endParaRPr sz="2000"/>
          </a:p>
          <a:p>
            <a:pPr marL="914400"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  <a:p>
            <a:pPr marL="457200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 b="1" i="1" err="1"/>
              <a:t>asociativi</a:t>
            </a:r>
            <a:r>
              <a:rPr lang="en-US" sz="2000"/>
              <a:t> (permit </a:t>
            </a:r>
            <a:r>
              <a:rPr lang="en-US" sz="2000" err="1"/>
              <a:t>regasirea</a:t>
            </a:r>
            <a:r>
              <a:rPr lang="en-US" sz="2000"/>
              <a:t> </a:t>
            </a:r>
            <a:r>
              <a:rPr lang="en-US" sz="2000" err="1"/>
              <a:t>eficienta</a:t>
            </a:r>
            <a:r>
              <a:rPr lang="en-US" sz="2000"/>
              <a:t> a </a:t>
            </a:r>
            <a:r>
              <a:rPr lang="en-US" sz="2000" err="1"/>
              <a:t>informatiilor</a:t>
            </a:r>
            <a:r>
              <a:rPr lang="en-US" sz="2000"/>
              <a:t> </a:t>
            </a:r>
            <a:r>
              <a:rPr lang="en-US" sz="2000" err="1"/>
              <a:t>bazandu</a:t>
            </a:r>
            <a:r>
              <a:rPr lang="en-US" sz="2000"/>
              <a:t>-se </a:t>
            </a:r>
            <a:r>
              <a:rPr lang="en-US" sz="2000" err="1"/>
              <a:t>pe</a:t>
            </a:r>
            <a:r>
              <a:rPr lang="en-US" sz="2000"/>
              <a:t> </a:t>
            </a:r>
            <a:r>
              <a:rPr lang="en-US" sz="2000" err="1"/>
              <a:t>chei</a:t>
            </a:r>
            <a:r>
              <a:rPr lang="en-US" sz="2000"/>
              <a:t>)</a:t>
            </a:r>
            <a:endParaRPr sz="2000"/>
          </a:p>
          <a:p>
            <a:pPr marL="914400" lvl="1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/>
              <a:t>set</a:t>
            </a:r>
            <a:endParaRPr sz="2000"/>
          </a:p>
          <a:p>
            <a:pPr marL="914400" lvl="1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 err="1"/>
              <a:t>multiset</a:t>
            </a:r>
            <a:endParaRPr sz="2000"/>
          </a:p>
          <a:p>
            <a:pPr marL="914400" lvl="1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/>
              <a:t>map (</a:t>
            </a:r>
            <a:r>
              <a:rPr lang="en-US" sz="2000" err="1"/>
              <a:t>permite</a:t>
            </a:r>
            <a:r>
              <a:rPr lang="en-US" sz="2000"/>
              <a:t> </a:t>
            </a:r>
            <a:r>
              <a:rPr lang="en-US" sz="2000" err="1"/>
              <a:t>accesul</a:t>
            </a:r>
            <a:r>
              <a:rPr lang="en-US" sz="2000"/>
              <a:t> la </a:t>
            </a:r>
            <a:r>
              <a:rPr lang="en-US" sz="2000" err="1"/>
              <a:t>informatii</a:t>
            </a:r>
            <a:r>
              <a:rPr lang="en-US" sz="2000"/>
              <a:t> cu </a:t>
            </a:r>
            <a:r>
              <a:rPr lang="en-US" sz="2000" err="1"/>
              <a:t>cheie</a:t>
            </a:r>
            <a:r>
              <a:rPr lang="en-US" sz="2000"/>
              <a:t> </a:t>
            </a:r>
            <a:r>
              <a:rPr lang="en-US" sz="2000" err="1"/>
              <a:t>unica</a:t>
            </a:r>
            <a:r>
              <a:rPr lang="en-US" sz="2000"/>
              <a:t>)</a:t>
            </a:r>
            <a:endParaRPr sz="2000"/>
          </a:p>
          <a:p>
            <a:pPr marL="914400" lvl="1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 err="1"/>
              <a:t>multimap</a:t>
            </a:r>
            <a:endParaRPr sz="2000"/>
          </a:p>
          <a:p>
            <a:pPr marL="914400"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  <a:p>
            <a:pPr marL="457200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 b="1" i="1"/>
              <a:t>adaptor de </a:t>
            </a:r>
            <a:r>
              <a:rPr lang="en-US" sz="2000" b="1" i="1" err="1"/>
              <a:t>containere</a:t>
            </a:r>
            <a:endParaRPr sz="2000" b="1" i="1"/>
          </a:p>
          <a:p>
            <a:pPr marL="914400" lvl="1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/>
              <a:t>stack</a:t>
            </a:r>
            <a:endParaRPr sz="2000"/>
          </a:p>
          <a:p>
            <a:pPr marL="914400" lvl="1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/>
              <a:t>queue</a:t>
            </a:r>
            <a:endParaRPr sz="2000"/>
          </a:p>
          <a:p>
            <a:pPr marL="914400" lvl="1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 err="1"/>
              <a:t>priority_queue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Google Shape;128;p19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31DB68F9-A1CD-4D25-93D5-E3AB24611DC2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6</a:t>
            </a:fld>
            <a:endParaRPr lang="en-US" sz="1800"/>
          </a:p>
        </p:txBody>
      </p:sp>
      <p:sp>
        <p:nvSpPr>
          <p:cNvPr id="7173" name="Google Shape;131;p19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132" name="Google Shape;132;p19"/>
          <p:cNvSpPr txBox="1"/>
          <p:nvPr/>
        </p:nvSpPr>
        <p:spPr>
          <a:xfrm>
            <a:off x="274638" y="1271588"/>
            <a:ext cx="9531350" cy="56022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 marL="45720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err="1">
                <a:solidFill>
                  <a:srgbClr val="0000FF"/>
                </a:solidFill>
              </a:rPr>
              <a:t>Adaugarea</a:t>
            </a:r>
            <a:r>
              <a:rPr lang="en-US" sz="2000" b="1">
                <a:solidFill>
                  <a:srgbClr val="0000FF"/>
                </a:solidFill>
              </a:rPr>
              <a:t> </a:t>
            </a:r>
            <a:r>
              <a:rPr lang="en-US" sz="2000" b="1" err="1">
                <a:solidFill>
                  <a:srgbClr val="0000FF"/>
                </a:solidFill>
              </a:rPr>
              <a:t>si</a:t>
            </a:r>
            <a:r>
              <a:rPr lang="en-US" sz="2000" b="1">
                <a:solidFill>
                  <a:srgbClr val="0000FF"/>
                </a:solidFill>
              </a:rPr>
              <a:t> </a:t>
            </a:r>
            <a:r>
              <a:rPr lang="en-US" sz="2000" b="1" err="1">
                <a:solidFill>
                  <a:srgbClr val="0000FF"/>
                </a:solidFill>
              </a:rPr>
              <a:t>stergerea</a:t>
            </a:r>
            <a:r>
              <a:rPr lang="en-US" sz="2000" b="1">
                <a:solidFill>
                  <a:srgbClr val="0000FF"/>
                </a:solidFill>
              </a:rPr>
              <a:t> </a:t>
            </a:r>
            <a:r>
              <a:rPr lang="en-US" sz="2000" b="1" err="1">
                <a:solidFill>
                  <a:srgbClr val="0000FF"/>
                </a:solidFill>
              </a:rPr>
              <a:t>elementelor</a:t>
            </a:r>
            <a:r>
              <a:rPr lang="en-US" sz="2000" b="1">
                <a:solidFill>
                  <a:srgbClr val="0000FF"/>
                </a:solidFill>
              </a:rPr>
              <a:t> din </a:t>
            </a:r>
            <a:r>
              <a:rPr lang="en-US" sz="2000" b="1" err="1">
                <a:solidFill>
                  <a:srgbClr val="0000FF"/>
                </a:solidFill>
              </a:rPr>
              <a:t>containtere</a:t>
            </a:r>
            <a:r>
              <a:rPr lang="en-US" sz="2000" b="1">
                <a:solidFill>
                  <a:srgbClr val="0000FF"/>
                </a:solidFill>
              </a:rPr>
              <a:t>:</a:t>
            </a:r>
          </a:p>
          <a:p>
            <a:pPr marL="457200"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1"/>
              <a:t>De tip </a:t>
            </a:r>
            <a:r>
              <a:rPr lang="en-US" sz="2000" b="1" i="1" err="1"/>
              <a:t>secventa</a:t>
            </a:r>
            <a:r>
              <a:rPr lang="en-US" sz="2000"/>
              <a:t> (vector, </a:t>
            </a:r>
            <a:r>
              <a:rPr lang="en-US" sz="2000" err="1"/>
              <a:t>deque</a:t>
            </a:r>
            <a:r>
              <a:rPr lang="en-US" sz="2000"/>
              <a:t>, list) </a:t>
            </a:r>
            <a:r>
              <a:rPr lang="en-US" sz="2000" err="1"/>
              <a:t>si</a:t>
            </a:r>
            <a:r>
              <a:rPr lang="en-US" sz="2000"/>
              <a:t> - </a:t>
            </a:r>
            <a:r>
              <a:rPr lang="en-US" sz="2000" b="1" i="1" err="1"/>
              <a:t>asociativi</a:t>
            </a:r>
            <a:r>
              <a:rPr lang="en-US" sz="2000"/>
              <a:t> (set, </a:t>
            </a:r>
            <a:r>
              <a:rPr lang="en-US" sz="2000" err="1"/>
              <a:t>multiset</a:t>
            </a:r>
            <a:r>
              <a:rPr lang="en-US" sz="2000"/>
              <a:t>, map, </a:t>
            </a:r>
            <a:r>
              <a:rPr lang="en-US" sz="2000" err="1"/>
              <a:t>multimap</a:t>
            </a:r>
            <a:r>
              <a:rPr lang="en-US" sz="2000"/>
              <a:t>):</a:t>
            </a:r>
            <a:endParaRPr sz="2000"/>
          </a:p>
          <a:p>
            <a:pPr marL="457200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/>
              <a:t>insert()</a:t>
            </a:r>
            <a:endParaRPr sz="2000"/>
          </a:p>
          <a:p>
            <a:pPr marL="457200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/>
              <a:t>erase()</a:t>
            </a: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1">
                <a:solidFill>
                  <a:schemeClr val="dk1"/>
                </a:solidFill>
              </a:rPr>
              <a:t>De tip </a:t>
            </a:r>
            <a:r>
              <a:rPr lang="en-US" sz="2000" b="1" i="1" err="1">
                <a:solidFill>
                  <a:schemeClr val="dk1"/>
                </a:solidFill>
              </a:rPr>
              <a:t>secventa</a:t>
            </a:r>
            <a:r>
              <a:rPr lang="en-US" sz="2000">
                <a:solidFill>
                  <a:schemeClr val="dk1"/>
                </a:solidFill>
              </a:rPr>
              <a:t> (vector, </a:t>
            </a:r>
            <a:r>
              <a:rPr lang="en-US" sz="2000" err="1">
                <a:solidFill>
                  <a:schemeClr val="dk1"/>
                </a:solidFill>
              </a:rPr>
              <a:t>deque</a:t>
            </a:r>
            <a:r>
              <a:rPr lang="en-US" sz="2000">
                <a:solidFill>
                  <a:schemeClr val="dk1"/>
                </a:solidFill>
              </a:rPr>
              <a:t>, list) permit </a:t>
            </a:r>
            <a:r>
              <a:rPr lang="en-US" sz="2000" err="1">
                <a:solidFill>
                  <a:schemeClr val="dk1"/>
                </a:solidFill>
              </a:rPr>
              <a:t>si</a:t>
            </a:r>
            <a:r>
              <a:rPr lang="en-US" sz="2000">
                <a:solidFill>
                  <a:schemeClr val="dk1"/>
                </a:solidFill>
              </a:rPr>
              <a:t>:</a:t>
            </a:r>
            <a:endParaRPr sz="2000">
              <a:solidFill>
                <a:schemeClr val="dk1"/>
              </a:solidFill>
            </a:endParaRPr>
          </a:p>
          <a:p>
            <a:pPr marL="457200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Tx/>
              <a:buChar char="-"/>
              <a:defRPr/>
            </a:pPr>
            <a:r>
              <a:rPr lang="en-US" sz="2000" err="1">
                <a:solidFill>
                  <a:schemeClr val="dk1"/>
                </a:solidFill>
              </a:rPr>
              <a:t>push_back</a:t>
            </a:r>
            <a:r>
              <a:rPr lang="en-US" sz="2000">
                <a:solidFill>
                  <a:schemeClr val="dk1"/>
                </a:solidFill>
              </a:rPr>
              <a:t>()</a:t>
            </a:r>
            <a:endParaRPr sz="2000">
              <a:solidFill>
                <a:schemeClr val="dk1"/>
              </a:solidFill>
            </a:endParaRPr>
          </a:p>
          <a:p>
            <a:pPr marL="457200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Tx/>
              <a:buChar char="-"/>
              <a:defRPr/>
            </a:pPr>
            <a:r>
              <a:rPr lang="en-US" sz="2000" err="1">
                <a:solidFill>
                  <a:schemeClr val="dk1"/>
                </a:solidFill>
              </a:rPr>
              <a:t>pop_back</a:t>
            </a:r>
            <a:r>
              <a:rPr lang="en-US" sz="2000">
                <a:solidFill>
                  <a:schemeClr val="dk1"/>
                </a:solidFill>
              </a:rPr>
              <a:t>()</a:t>
            </a:r>
            <a:endParaRPr sz="2000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1">
                <a:solidFill>
                  <a:schemeClr val="dk1"/>
                </a:solidFill>
              </a:rPr>
              <a:t>List , </a:t>
            </a:r>
            <a:r>
              <a:rPr lang="en-US" sz="2000" b="1" i="1" err="1">
                <a:solidFill>
                  <a:schemeClr val="dk1"/>
                </a:solidFill>
              </a:rPr>
              <a:t>Deque</a:t>
            </a:r>
            <a:endParaRPr sz="2000">
              <a:solidFill>
                <a:schemeClr val="dk1"/>
              </a:solidFill>
            </a:endParaRPr>
          </a:p>
          <a:p>
            <a:pPr marL="457200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Tx/>
              <a:buChar char="-"/>
              <a:defRPr/>
            </a:pPr>
            <a:r>
              <a:rPr lang="en-US" sz="2000" err="1">
                <a:solidFill>
                  <a:schemeClr val="dk1"/>
                </a:solidFill>
              </a:rPr>
              <a:t>pop_front</a:t>
            </a:r>
            <a:r>
              <a:rPr lang="en-US" sz="2000">
                <a:solidFill>
                  <a:schemeClr val="dk1"/>
                </a:solidFill>
              </a:rPr>
              <a:t>()</a:t>
            </a:r>
            <a:endParaRPr sz="2000">
              <a:solidFill>
                <a:schemeClr val="dk1"/>
              </a:solidFill>
            </a:endParaRPr>
          </a:p>
          <a:p>
            <a:pPr marL="457200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Tx/>
              <a:buChar char="-"/>
              <a:defRPr/>
            </a:pPr>
            <a:r>
              <a:rPr lang="en-US" sz="2000" err="1">
                <a:solidFill>
                  <a:schemeClr val="dk1"/>
                </a:solidFill>
              </a:rPr>
              <a:t>push_front</a:t>
            </a:r>
            <a:r>
              <a:rPr lang="en-US" sz="2000">
                <a:solidFill>
                  <a:schemeClr val="dk1"/>
                </a:solidFill>
              </a:rPr>
              <a:t>()</a:t>
            </a:r>
            <a:endParaRPr sz="2000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1" err="1"/>
              <a:t>Containerele</a:t>
            </a:r>
            <a:r>
              <a:rPr lang="en-US" sz="2000" b="1" i="1"/>
              <a:t> </a:t>
            </a:r>
            <a:r>
              <a:rPr lang="en-US" sz="2000" b="1" i="1" err="1"/>
              <a:t>asociative</a:t>
            </a:r>
            <a:r>
              <a:rPr lang="en-US" sz="2000" b="1" i="1"/>
              <a:t>:</a:t>
            </a:r>
            <a:endParaRPr sz="2000" b="1" i="1"/>
          </a:p>
          <a:p>
            <a:pPr marL="914400" lvl="1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/>
              <a:t>find()</a:t>
            </a: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1" err="1"/>
              <a:t>Accesarea</a:t>
            </a:r>
            <a:r>
              <a:rPr lang="en-US" sz="2000" b="1" i="1"/>
              <a:t> </a:t>
            </a:r>
            <a:r>
              <a:rPr lang="en-US" sz="2000" b="1" i="1" err="1"/>
              <a:t>uzuala</a:t>
            </a:r>
            <a:r>
              <a:rPr lang="en-US" sz="2000"/>
              <a:t>: </a:t>
            </a:r>
            <a:r>
              <a:rPr lang="en-US" sz="2000" err="1"/>
              <a:t>prin</a:t>
            </a:r>
            <a:r>
              <a:rPr lang="en-US" sz="2000"/>
              <a:t> </a:t>
            </a:r>
            <a:r>
              <a:rPr lang="en-US" sz="2000" err="1"/>
              <a:t>iteratori</a:t>
            </a:r>
            <a:r>
              <a:rPr lang="en-US" sz="2000"/>
              <a:t>.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Google Shape;140;p20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B36B2D36-DB14-40C1-BF93-8A2C3FBB5689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7</a:t>
            </a:fld>
            <a:endParaRPr lang="en-US" sz="1800"/>
          </a:p>
        </p:txBody>
      </p:sp>
      <p:sp>
        <p:nvSpPr>
          <p:cNvPr id="8197" name="Google Shape;143;p20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144" name="Google Shape;144;p20"/>
          <p:cNvSpPr txBox="1"/>
          <p:nvPr/>
        </p:nvSpPr>
        <p:spPr>
          <a:xfrm>
            <a:off x="274638" y="1271588"/>
            <a:ext cx="9531350" cy="548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err="1">
                <a:solidFill>
                  <a:srgbClr val="0000FF"/>
                </a:solidFill>
              </a:rPr>
              <a:t>Containere</a:t>
            </a:r>
            <a:r>
              <a:rPr lang="en-US" sz="2000" b="1">
                <a:solidFill>
                  <a:srgbClr val="0000FF"/>
                </a:solidFill>
              </a:rPr>
              <a:t> de tip </a:t>
            </a:r>
            <a:r>
              <a:rPr lang="en-US" sz="2000" b="1" err="1">
                <a:solidFill>
                  <a:srgbClr val="0000FF"/>
                </a:solidFill>
              </a:rPr>
              <a:t>secventa</a:t>
            </a:r>
            <a:r>
              <a:rPr lang="en-US" sz="2000" b="1">
                <a:solidFill>
                  <a:srgbClr val="0000FF"/>
                </a:solidFill>
              </a:rPr>
              <a:t>							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lang="en-US" sz="2000" b="1">
              <a:solidFill>
                <a:srgbClr val="0000FF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>
                <a:solidFill>
                  <a:srgbClr val="0000FF"/>
                </a:solidFill>
              </a:rPr>
              <a:t>	Vector (Dynamic Array)</a:t>
            </a:r>
            <a:endParaRPr sz="2000" b="1">
              <a:solidFill>
                <a:srgbClr val="0000FF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 b="1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/>
              <a:t>Vector, </a:t>
            </a:r>
            <a:r>
              <a:rPr lang="en-US" sz="2000" err="1"/>
              <a:t>Deque</a:t>
            </a:r>
            <a:r>
              <a:rPr lang="en-US" sz="2000"/>
              <a:t>, List </a:t>
            </a:r>
            <a:r>
              <a:rPr lang="en-US" sz="2000" err="1"/>
              <a:t>sunt</a:t>
            </a:r>
            <a:r>
              <a:rPr lang="en-US" sz="2000"/>
              <a:t> </a:t>
            </a:r>
            <a:r>
              <a:rPr lang="en-US" sz="2000" err="1"/>
              <a:t>containere</a:t>
            </a:r>
            <a:r>
              <a:rPr lang="en-US" sz="2000"/>
              <a:t> de tip </a:t>
            </a:r>
            <a:r>
              <a:rPr lang="en-US" sz="2000" err="1"/>
              <a:t>secvență</a:t>
            </a:r>
            <a:r>
              <a:rPr lang="en-US" sz="2000"/>
              <a:t>, </a:t>
            </a:r>
            <a:r>
              <a:rPr lang="en-US" sz="2000" err="1"/>
              <a:t>folosesc</a:t>
            </a:r>
            <a:r>
              <a:rPr lang="en-US" sz="2000"/>
              <a:t> </a:t>
            </a:r>
            <a:r>
              <a:rPr lang="en-US" sz="2000" err="1"/>
              <a:t>reprezentări</a:t>
            </a:r>
            <a:r>
              <a:rPr lang="en-US" sz="2000"/>
              <a:t> interne </a:t>
            </a:r>
            <a:r>
              <a:rPr lang="en-US" sz="2000" err="1"/>
              <a:t>diferite</a:t>
            </a:r>
            <a:r>
              <a:rPr lang="en-US" sz="2000"/>
              <a:t>, </a:t>
            </a:r>
            <a:r>
              <a:rPr lang="en-US" sz="2000" err="1"/>
              <a:t>astfel</a:t>
            </a:r>
            <a:r>
              <a:rPr lang="en-US" sz="2000"/>
              <a:t> </a:t>
            </a:r>
            <a:r>
              <a:rPr lang="en-US" sz="2000" err="1"/>
              <a:t>operațiile</a:t>
            </a:r>
            <a:r>
              <a:rPr lang="en-US" sz="2000"/>
              <a:t> </a:t>
            </a:r>
            <a:r>
              <a:rPr lang="en-US" sz="2000" err="1"/>
              <a:t>uzuale</a:t>
            </a:r>
            <a:r>
              <a:rPr lang="en-US" sz="2000"/>
              <a:t> au </a:t>
            </a:r>
            <a:r>
              <a:rPr lang="en-US" sz="2000" err="1"/>
              <a:t>complexități</a:t>
            </a:r>
            <a:r>
              <a:rPr lang="en-US" sz="2000"/>
              <a:t> </a:t>
            </a:r>
            <a:r>
              <a:rPr lang="en-US" sz="2000" err="1"/>
              <a:t>diferite</a:t>
            </a:r>
            <a:r>
              <a:rPr lang="en-US" sz="2000"/>
              <a:t>.</a:t>
            </a: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1">
                <a:solidFill>
                  <a:srgbClr val="FF0000"/>
                </a:solidFill>
              </a:rPr>
              <a:t>template &lt;class T, class Allocator =  allocator &lt;T&gt; &gt; class vector</a:t>
            </a:r>
            <a:endParaRPr sz="2000" b="1" i="1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/>
              <a:t>T = </a:t>
            </a:r>
            <a:r>
              <a:rPr lang="en-US" sz="2000" err="1"/>
              <a:t>tipul</a:t>
            </a:r>
            <a:r>
              <a:rPr lang="en-US" sz="2000"/>
              <a:t> de data </a:t>
            </a:r>
            <a:r>
              <a:rPr lang="en-US" sz="2000" err="1"/>
              <a:t>utilizat</a:t>
            </a: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/>
              <a:t>Allocator = </a:t>
            </a:r>
            <a:r>
              <a:rPr lang="en-US" sz="2000" err="1"/>
              <a:t>tipul</a:t>
            </a:r>
            <a:r>
              <a:rPr lang="en-US" sz="2000"/>
              <a:t> de </a:t>
            </a:r>
            <a:r>
              <a:rPr lang="en-US" sz="2000" err="1"/>
              <a:t>alocator</a:t>
            </a:r>
            <a:r>
              <a:rPr lang="en-US" sz="2000"/>
              <a:t> </a:t>
            </a:r>
            <a:r>
              <a:rPr lang="en-US" sz="2000" err="1"/>
              <a:t>utilizat</a:t>
            </a:r>
            <a:r>
              <a:rPr lang="en-US" sz="2000"/>
              <a:t> (in general </a:t>
            </a:r>
            <a:r>
              <a:rPr lang="en-US" sz="2000" err="1"/>
              <a:t>cel</a:t>
            </a:r>
            <a:r>
              <a:rPr lang="en-US" sz="2000"/>
              <a:t> standard).</a:t>
            </a: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  <a:p>
            <a:pPr marL="457200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 err="1"/>
              <a:t>elementele</a:t>
            </a:r>
            <a:r>
              <a:rPr lang="en-US" sz="2000"/>
              <a:t> </a:t>
            </a:r>
            <a:r>
              <a:rPr lang="en-US" sz="2000" err="1"/>
              <a:t>sunt</a:t>
            </a:r>
            <a:r>
              <a:rPr lang="en-US" sz="2000"/>
              <a:t> </a:t>
            </a:r>
            <a:r>
              <a:rPr lang="en-US" sz="2000" err="1"/>
              <a:t>stocate</a:t>
            </a:r>
            <a:r>
              <a:rPr lang="en-US" sz="2000"/>
              <a:t> </a:t>
            </a:r>
            <a:r>
              <a:rPr lang="en-US" sz="2000" err="1"/>
              <a:t>secvențial</a:t>
            </a:r>
            <a:r>
              <a:rPr lang="en-US" sz="2000"/>
              <a:t> in zone continue de </a:t>
            </a:r>
            <a:r>
              <a:rPr lang="en-US" sz="2000" err="1"/>
              <a:t>memorie</a:t>
            </a:r>
            <a:r>
              <a:rPr lang="en-US" sz="2000"/>
              <a:t>.</a:t>
            </a: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  <a:p>
            <a:pPr marL="457200" indent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/>
              <a:t>Vector are </a:t>
            </a:r>
            <a:r>
              <a:rPr lang="en-US" sz="2000" err="1"/>
              <a:t>performanțe</a:t>
            </a:r>
            <a:r>
              <a:rPr lang="en-US" sz="2000"/>
              <a:t> </a:t>
            </a:r>
            <a:r>
              <a:rPr lang="en-US" sz="2000" err="1"/>
              <a:t>bune</a:t>
            </a:r>
            <a:r>
              <a:rPr lang="en-US" sz="2000"/>
              <a:t> la:</a:t>
            </a: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/>
              <a:t>▪ </a:t>
            </a:r>
            <a:r>
              <a:rPr lang="en-US" sz="2000" err="1"/>
              <a:t>Acesare</a:t>
            </a:r>
            <a:r>
              <a:rPr lang="en-US" sz="2000"/>
              <a:t> </a:t>
            </a:r>
            <a:r>
              <a:rPr lang="en-US" sz="2000" err="1"/>
              <a:t>elemente</a:t>
            </a:r>
            <a:r>
              <a:rPr lang="en-US" sz="2000"/>
              <a:t> </a:t>
            </a:r>
            <a:r>
              <a:rPr lang="en-US" sz="2000" err="1"/>
              <a:t>individuale</a:t>
            </a:r>
            <a:r>
              <a:rPr lang="en-US" sz="2000"/>
              <a:t> de </a:t>
            </a:r>
            <a:r>
              <a:rPr lang="en-US" sz="2000" err="1"/>
              <a:t>pe</a:t>
            </a:r>
            <a:r>
              <a:rPr lang="en-US" sz="2000"/>
              <a:t> o </a:t>
            </a:r>
            <a:r>
              <a:rPr lang="en-US" sz="2000" err="1"/>
              <a:t>poziție</a:t>
            </a:r>
            <a:r>
              <a:rPr lang="en-US" sz="2000"/>
              <a:t> </a:t>
            </a:r>
            <a:r>
              <a:rPr lang="en-US" sz="2000" err="1"/>
              <a:t>dată</a:t>
            </a:r>
            <a:r>
              <a:rPr lang="en-US" sz="2000"/>
              <a:t> (constant time).</a:t>
            </a: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/>
              <a:t>▪ </a:t>
            </a:r>
            <a:r>
              <a:rPr lang="en-US" sz="2000" err="1"/>
              <a:t>Iterare</a:t>
            </a:r>
            <a:r>
              <a:rPr lang="en-US" sz="2000"/>
              <a:t> </a:t>
            </a:r>
            <a:r>
              <a:rPr lang="en-US" sz="2000" err="1"/>
              <a:t>elemente</a:t>
            </a:r>
            <a:r>
              <a:rPr lang="en-US" sz="2000"/>
              <a:t> </a:t>
            </a:r>
            <a:r>
              <a:rPr lang="en-US" sz="2000" err="1"/>
              <a:t>în</a:t>
            </a:r>
            <a:r>
              <a:rPr lang="en-US" sz="2000"/>
              <a:t> </a:t>
            </a:r>
            <a:r>
              <a:rPr lang="en-US" sz="2000" err="1"/>
              <a:t>orice</a:t>
            </a:r>
            <a:r>
              <a:rPr lang="en-US" sz="2000"/>
              <a:t> </a:t>
            </a:r>
            <a:r>
              <a:rPr lang="en-US" sz="2000" err="1"/>
              <a:t>ordine</a:t>
            </a:r>
            <a:r>
              <a:rPr lang="en-US" sz="2000"/>
              <a:t> (linear time).</a:t>
            </a: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/>
              <a:t>▪ </a:t>
            </a:r>
            <a:r>
              <a:rPr lang="en-US" sz="2000" err="1"/>
              <a:t>Adăugare</a:t>
            </a:r>
            <a:r>
              <a:rPr lang="en-US" sz="2000"/>
              <a:t>/</a:t>
            </a:r>
            <a:r>
              <a:rPr lang="en-US" sz="2000" err="1"/>
              <a:t>Ștergere</a:t>
            </a:r>
            <a:r>
              <a:rPr lang="en-US" sz="2000"/>
              <a:t> </a:t>
            </a:r>
            <a:r>
              <a:rPr lang="en-US" sz="2000" err="1"/>
              <a:t>elemente</a:t>
            </a:r>
            <a:r>
              <a:rPr lang="en-US" sz="2000"/>
              <a:t> de la </a:t>
            </a:r>
            <a:r>
              <a:rPr lang="en-US" sz="2000" err="1"/>
              <a:t>sfârsit</a:t>
            </a:r>
            <a:r>
              <a:rPr lang="en-US" sz="2000"/>
              <a:t> (constant amortized time).</a:t>
            </a: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Google Shape;152;p21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29AE271D-A8F6-4B23-BD4C-62A04C20C364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8</a:t>
            </a:fld>
            <a:endParaRPr lang="en-US" sz="1800"/>
          </a:p>
        </p:txBody>
      </p:sp>
      <p:sp>
        <p:nvSpPr>
          <p:cNvPr id="9221" name="Google Shape;155;p21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156" name="Google Shape;156;p21"/>
          <p:cNvSpPr txBox="1"/>
          <p:nvPr/>
        </p:nvSpPr>
        <p:spPr>
          <a:xfrm>
            <a:off x="274638" y="1271588"/>
            <a:ext cx="9636125" cy="543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err="1">
                <a:solidFill>
                  <a:srgbClr val="0000FF"/>
                </a:solidFill>
              </a:rPr>
              <a:t>Containere</a:t>
            </a:r>
            <a:r>
              <a:rPr lang="en-US" sz="2000" b="1">
                <a:solidFill>
                  <a:srgbClr val="0000FF"/>
                </a:solidFill>
              </a:rPr>
              <a:t> de tip </a:t>
            </a:r>
            <a:r>
              <a:rPr lang="en-US" sz="2000" b="1" err="1">
                <a:solidFill>
                  <a:srgbClr val="0000FF"/>
                </a:solidFill>
              </a:rPr>
              <a:t>secventa</a:t>
            </a:r>
            <a:r>
              <a:rPr lang="en-US" sz="2000" b="1">
                <a:solidFill>
                  <a:srgbClr val="0000FF"/>
                </a:solidFill>
              </a:rPr>
              <a:t>							Vector (Dynamic Array)</a:t>
            </a:r>
            <a:endParaRPr sz="2000" b="1">
              <a:solidFill>
                <a:srgbClr val="0000FF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err="1"/>
              <a:t>Constructori</a:t>
            </a:r>
            <a:r>
              <a:rPr lang="en-US" sz="2000"/>
              <a:t>:</a:t>
            </a: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1"/>
              <a:t>explicit vector(const Allocator &amp;a = Allocator( ) ); </a:t>
            </a:r>
            <a:endParaRPr sz="2000" b="1" i="1"/>
          </a:p>
          <a:p>
            <a:pPr indent="45720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i="1"/>
              <a:t>// </a:t>
            </a:r>
            <a:r>
              <a:rPr lang="en-US" sz="2000" i="1" err="1"/>
              <a:t>expl</a:t>
            </a:r>
            <a:r>
              <a:rPr lang="en-US" sz="2000" i="1"/>
              <a:t>. </a:t>
            </a:r>
            <a:r>
              <a:rPr lang="en-US" sz="2000" b="1" i="1">
                <a:solidFill>
                  <a:srgbClr val="FF0000"/>
                </a:solidFill>
              </a:rPr>
              <a:t>vector&lt;</a:t>
            </a:r>
            <a:r>
              <a:rPr lang="en-US" sz="2000" b="1" i="1" err="1">
                <a:solidFill>
                  <a:srgbClr val="FF0000"/>
                </a:solidFill>
              </a:rPr>
              <a:t>int</a:t>
            </a:r>
            <a:r>
              <a:rPr lang="en-US" sz="2000" b="1" i="1">
                <a:solidFill>
                  <a:srgbClr val="FF0000"/>
                </a:solidFill>
              </a:rPr>
              <a:t>&gt; iv</a:t>
            </a:r>
            <a:r>
              <a:rPr lang="en-US" sz="2000" i="1"/>
              <a:t> - vector de </a:t>
            </a:r>
            <a:r>
              <a:rPr lang="en-US" sz="2000" i="1" err="1"/>
              <a:t>int</a:t>
            </a:r>
            <a:r>
              <a:rPr lang="en-US" sz="2000" i="1"/>
              <a:t> cu zero </a:t>
            </a:r>
            <a:r>
              <a:rPr lang="en-US" sz="2000" i="1" err="1"/>
              <a:t>elemente</a:t>
            </a:r>
            <a:r>
              <a:rPr lang="en-US" sz="2000" i="1"/>
              <a:t>;</a:t>
            </a:r>
            <a:endParaRPr sz="2000" i="1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 b="1" i="1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1"/>
              <a:t>explicit vector(</a:t>
            </a:r>
            <a:r>
              <a:rPr lang="en-US" sz="2000" b="1" i="1" err="1"/>
              <a:t>size_type</a:t>
            </a:r>
            <a:r>
              <a:rPr lang="en-US" sz="2000" b="1" i="1"/>
              <a:t> num, const T &amp;</a:t>
            </a:r>
            <a:r>
              <a:rPr lang="en-US" sz="2000" b="1" i="1" err="1"/>
              <a:t>val</a:t>
            </a:r>
            <a:r>
              <a:rPr lang="en-US" sz="2000" b="1" i="1"/>
              <a:t> = T ( ), const Allocator &amp;a = Allocator( )); </a:t>
            </a:r>
            <a:endParaRPr sz="2000" b="1" i="1"/>
          </a:p>
          <a:p>
            <a:pPr indent="45720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i="1">
                <a:solidFill>
                  <a:schemeClr val="dk1"/>
                </a:solidFill>
              </a:rPr>
              <a:t>// </a:t>
            </a:r>
            <a:r>
              <a:rPr lang="en-US" sz="2000" i="1" err="1">
                <a:solidFill>
                  <a:schemeClr val="dk1"/>
                </a:solidFill>
              </a:rPr>
              <a:t>expl</a:t>
            </a:r>
            <a:r>
              <a:rPr lang="en-US" sz="2000" i="1">
                <a:solidFill>
                  <a:schemeClr val="dk1"/>
                </a:solidFill>
              </a:rPr>
              <a:t>. </a:t>
            </a:r>
            <a:r>
              <a:rPr lang="en-US" sz="2000" b="1" i="1">
                <a:solidFill>
                  <a:srgbClr val="FF0000"/>
                </a:solidFill>
              </a:rPr>
              <a:t>vector&lt;</a:t>
            </a:r>
            <a:r>
              <a:rPr lang="en-US" sz="2000" b="1" i="1" err="1">
                <a:solidFill>
                  <a:srgbClr val="FF0000"/>
                </a:solidFill>
              </a:rPr>
              <a:t>int</a:t>
            </a:r>
            <a:r>
              <a:rPr lang="en-US" sz="2000" b="1" i="1">
                <a:solidFill>
                  <a:srgbClr val="FF0000"/>
                </a:solidFill>
              </a:rPr>
              <a:t>&gt; iv(10)</a:t>
            </a:r>
            <a:r>
              <a:rPr lang="en-US" sz="2000" i="1">
                <a:solidFill>
                  <a:schemeClr val="dk1"/>
                </a:solidFill>
              </a:rPr>
              <a:t> - vector de </a:t>
            </a:r>
            <a:r>
              <a:rPr lang="en-US" sz="2000" i="1" err="1">
                <a:solidFill>
                  <a:schemeClr val="dk1"/>
                </a:solidFill>
              </a:rPr>
              <a:t>int</a:t>
            </a:r>
            <a:r>
              <a:rPr lang="en-US" sz="2000" i="1">
                <a:solidFill>
                  <a:schemeClr val="dk1"/>
                </a:solidFill>
              </a:rPr>
              <a:t> cu 10 </a:t>
            </a:r>
            <a:r>
              <a:rPr lang="en-US" sz="2000" i="1" err="1">
                <a:solidFill>
                  <a:schemeClr val="dk1"/>
                </a:solidFill>
              </a:rPr>
              <a:t>elemente</a:t>
            </a:r>
            <a:r>
              <a:rPr lang="en-US" sz="2000" i="1">
                <a:solidFill>
                  <a:schemeClr val="dk1"/>
                </a:solidFill>
              </a:rPr>
              <a:t>;</a:t>
            </a:r>
            <a:endParaRPr sz="2000" b="1" i="1"/>
          </a:p>
          <a:p>
            <a:pPr indent="45720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i="1">
                <a:solidFill>
                  <a:schemeClr val="dk1"/>
                </a:solidFill>
              </a:rPr>
              <a:t>// </a:t>
            </a:r>
            <a:r>
              <a:rPr lang="en-US" sz="2000" i="1" err="1">
                <a:solidFill>
                  <a:schemeClr val="dk1"/>
                </a:solidFill>
              </a:rPr>
              <a:t>expl</a:t>
            </a:r>
            <a:r>
              <a:rPr lang="en-US" sz="2000" i="1">
                <a:solidFill>
                  <a:schemeClr val="dk1"/>
                </a:solidFill>
              </a:rPr>
              <a:t>. </a:t>
            </a:r>
            <a:r>
              <a:rPr lang="en-US" sz="2000" b="1" i="1">
                <a:solidFill>
                  <a:srgbClr val="FF0000"/>
                </a:solidFill>
              </a:rPr>
              <a:t>vector&lt;</a:t>
            </a:r>
            <a:r>
              <a:rPr lang="en-US" sz="2000" b="1" i="1" err="1">
                <a:solidFill>
                  <a:srgbClr val="FF0000"/>
                </a:solidFill>
              </a:rPr>
              <a:t>int</a:t>
            </a:r>
            <a:r>
              <a:rPr lang="en-US" sz="2000" b="1" i="1">
                <a:solidFill>
                  <a:srgbClr val="FF0000"/>
                </a:solidFill>
              </a:rPr>
              <a:t>&gt; iv(10,7)</a:t>
            </a:r>
            <a:r>
              <a:rPr lang="en-US" sz="2000" i="1">
                <a:solidFill>
                  <a:schemeClr val="dk1"/>
                </a:solidFill>
              </a:rPr>
              <a:t> - vector de </a:t>
            </a:r>
            <a:r>
              <a:rPr lang="en-US" sz="2000" i="1" err="1">
                <a:solidFill>
                  <a:schemeClr val="dk1"/>
                </a:solidFill>
              </a:rPr>
              <a:t>int</a:t>
            </a:r>
            <a:r>
              <a:rPr lang="en-US" sz="2000" i="1">
                <a:solidFill>
                  <a:schemeClr val="dk1"/>
                </a:solidFill>
              </a:rPr>
              <a:t> cu 10 </a:t>
            </a:r>
            <a:r>
              <a:rPr lang="en-US" sz="2000" i="1" err="1">
                <a:solidFill>
                  <a:schemeClr val="dk1"/>
                </a:solidFill>
              </a:rPr>
              <a:t>elemente</a:t>
            </a:r>
            <a:r>
              <a:rPr lang="en-US" sz="2000" i="1">
                <a:solidFill>
                  <a:schemeClr val="dk1"/>
                </a:solidFill>
              </a:rPr>
              <a:t>, </a:t>
            </a:r>
            <a:r>
              <a:rPr lang="en-US" sz="2000" i="1" err="1">
                <a:solidFill>
                  <a:schemeClr val="dk1"/>
                </a:solidFill>
              </a:rPr>
              <a:t>fiecare</a:t>
            </a:r>
            <a:r>
              <a:rPr lang="en-US" sz="2000" i="1">
                <a:solidFill>
                  <a:schemeClr val="dk1"/>
                </a:solidFill>
              </a:rPr>
              <a:t> </a:t>
            </a:r>
            <a:r>
              <a:rPr lang="en-US" sz="2000" i="1" err="1">
                <a:solidFill>
                  <a:schemeClr val="dk1"/>
                </a:solidFill>
              </a:rPr>
              <a:t>egal</a:t>
            </a:r>
            <a:r>
              <a:rPr lang="en-US" sz="2000" i="1">
                <a:solidFill>
                  <a:schemeClr val="dk1"/>
                </a:solidFill>
              </a:rPr>
              <a:t> cu 7;</a:t>
            </a:r>
            <a:endParaRPr sz="2000" b="1" i="1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 b="1" i="1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1"/>
              <a:t>vector(const vector</a:t>
            </a:r>
            <a:r>
              <a:rPr lang="en-US" sz="2000" b="1" i="1">
                <a:solidFill>
                  <a:schemeClr val="dk1"/>
                </a:solidFill>
              </a:rPr>
              <a:t>&lt;</a:t>
            </a:r>
            <a:r>
              <a:rPr lang="en-US" sz="2000" b="1" i="1" err="1">
                <a:solidFill>
                  <a:schemeClr val="dk1"/>
                </a:solidFill>
              </a:rPr>
              <a:t>T,Allocator</a:t>
            </a:r>
            <a:r>
              <a:rPr lang="en-US" sz="2000" b="1" i="1">
                <a:solidFill>
                  <a:schemeClr val="dk1"/>
                </a:solidFill>
              </a:rPr>
              <a:t>&gt;</a:t>
            </a:r>
            <a:r>
              <a:rPr lang="en-US" sz="2000" b="1" i="1"/>
              <a:t> &amp;ob); </a:t>
            </a:r>
            <a:endParaRPr sz="2000" b="1" i="1"/>
          </a:p>
          <a:p>
            <a:pPr indent="45720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i="1">
                <a:solidFill>
                  <a:schemeClr val="dk1"/>
                </a:solidFill>
              </a:rPr>
              <a:t>// </a:t>
            </a:r>
            <a:r>
              <a:rPr lang="en-US" sz="2000" i="1" err="1">
                <a:solidFill>
                  <a:schemeClr val="dk1"/>
                </a:solidFill>
              </a:rPr>
              <a:t>expl</a:t>
            </a:r>
            <a:r>
              <a:rPr lang="en-US" sz="2000" i="1">
                <a:solidFill>
                  <a:schemeClr val="dk1"/>
                </a:solidFill>
              </a:rPr>
              <a:t>. </a:t>
            </a:r>
            <a:r>
              <a:rPr lang="en-US" sz="2000" b="1" i="1">
                <a:solidFill>
                  <a:srgbClr val="FF0000"/>
                </a:solidFill>
              </a:rPr>
              <a:t>vector&lt;</a:t>
            </a:r>
            <a:r>
              <a:rPr lang="en-US" sz="2000" b="1" i="1" err="1">
                <a:solidFill>
                  <a:srgbClr val="FF0000"/>
                </a:solidFill>
              </a:rPr>
              <a:t>int</a:t>
            </a:r>
            <a:r>
              <a:rPr lang="en-US" sz="2000" b="1" i="1">
                <a:solidFill>
                  <a:srgbClr val="FF0000"/>
                </a:solidFill>
              </a:rPr>
              <a:t>&gt; iv2(iv)</a:t>
            </a:r>
            <a:r>
              <a:rPr lang="en-US" sz="2000" i="1">
                <a:solidFill>
                  <a:schemeClr val="dk1"/>
                </a:solidFill>
              </a:rPr>
              <a:t> - vector de </a:t>
            </a:r>
            <a:r>
              <a:rPr lang="en-US" sz="2000" i="1" err="1">
                <a:solidFill>
                  <a:schemeClr val="dk1"/>
                </a:solidFill>
              </a:rPr>
              <a:t>int</a:t>
            </a:r>
            <a:r>
              <a:rPr lang="en-US" sz="2000" i="1">
                <a:solidFill>
                  <a:schemeClr val="dk1"/>
                </a:solidFill>
              </a:rPr>
              <a:t> </a:t>
            </a:r>
            <a:r>
              <a:rPr lang="en-US" sz="2000" i="1" err="1">
                <a:solidFill>
                  <a:schemeClr val="dk1"/>
                </a:solidFill>
              </a:rPr>
              <a:t>reprezentand</a:t>
            </a:r>
            <a:r>
              <a:rPr lang="en-US" sz="2000" i="1">
                <a:solidFill>
                  <a:schemeClr val="dk1"/>
                </a:solidFill>
              </a:rPr>
              <a:t> </a:t>
            </a:r>
            <a:r>
              <a:rPr lang="en-US" sz="2000" i="1" err="1">
                <a:solidFill>
                  <a:schemeClr val="dk1"/>
                </a:solidFill>
              </a:rPr>
              <a:t>copia</a:t>
            </a:r>
            <a:r>
              <a:rPr lang="en-US" sz="2000" i="1">
                <a:solidFill>
                  <a:schemeClr val="dk1"/>
                </a:solidFill>
              </a:rPr>
              <a:t> </a:t>
            </a:r>
            <a:r>
              <a:rPr lang="en-US" sz="2000" i="1" err="1">
                <a:solidFill>
                  <a:schemeClr val="dk1"/>
                </a:solidFill>
              </a:rPr>
              <a:t>lui</a:t>
            </a:r>
            <a:r>
              <a:rPr lang="en-US" sz="2000" i="1">
                <a:solidFill>
                  <a:schemeClr val="dk1"/>
                </a:solidFill>
              </a:rPr>
              <a:t> iv;</a:t>
            </a:r>
            <a:endParaRPr sz="2000" b="1" i="1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 b="1" i="1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1">
                <a:solidFill>
                  <a:schemeClr val="dk1"/>
                </a:solidFill>
              </a:rPr>
              <a:t>template &lt;class </a:t>
            </a:r>
            <a:r>
              <a:rPr lang="en-US" sz="2000" b="1" i="1" err="1">
                <a:solidFill>
                  <a:schemeClr val="dk1"/>
                </a:solidFill>
              </a:rPr>
              <a:t>InIter</a:t>
            </a:r>
            <a:r>
              <a:rPr lang="en-US" sz="2000" b="1" i="1">
                <a:solidFill>
                  <a:schemeClr val="dk1"/>
                </a:solidFill>
              </a:rPr>
              <a:t>&gt;</a:t>
            </a:r>
            <a:endParaRPr sz="2000" b="1" i="1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1"/>
              <a:t>vector(</a:t>
            </a:r>
            <a:r>
              <a:rPr lang="en-US" sz="2000" b="1" i="1" err="1"/>
              <a:t>InIter</a:t>
            </a:r>
            <a:r>
              <a:rPr lang="en-US" sz="2000" b="1" i="1"/>
              <a:t> start, </a:t>
            </a:r>
            <a:r>
              <a:rPr lang="en-US" sz="2000" b="1" i="1" err="1"/>
              <a:t>InIter</a:t>
            </a:r>
            <a:r>
              <a:rPr lang="en-US" sz="2000" b="1" i="1"/>
              <a:t> end, const Allocator &amp;a = Allocator( ));</a:t>
            </a:r>
            <a:endParaRPr sz="2000" b="1" i="1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Google Shape;164;p22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C3EA42C6-ED27-43D7-B6E7-B88814F5917A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9</a:t>
            </a:fld>
            <a:endParaRPr lang="en-US" sz="1800"/>
          </a:p>
        </p:txBody>
      </p:sp>
      <p:sp>
        <p:nvSpPr>
          <p:cNvPr id="10245" name="Google Shape;167;p22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10246" name="Google Shape;168;p22"/>
          <p:cNvSpPr txBox="1">
            <a:spLocks noChangeArrowheads="1"/>
          </p:cNvSpPr>
          <p:nvPr/>
        </p:nvSpPr>
        <p:spPr bwMode="auto">
          <a:xfrm>
            <a:off x="274638" y="1271588"/>
            <a:ext cx="9636125" cy="565467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>
                <a:solidFill>
                  <a:srgbClr val="0000FF"/>
                </a:solidFill>
              </a:rPr>
              <a:t>Containere de tip secventa							Vector (Dynamic Array)</a:t>
            </a:r>
          </a:p>
          <a:p>
            <a:endParaRPr lang="en-US" sz="2000" b="1"/>
          </a:p>
          <a:p>
            <a:r>
              <a:rPr lang="en-US" sz="2000" b="1"/>
              <a:t>Functii membre uzuale (sursa H. Schildt)</a:t>
            </a:r>
          </a:p>
          <a:p>
            <a:endParaRPr lang="en-US" sz="2000"/>
          </a:p>
          <a:p>
            <a:pPr>
              <a:lnSpc>
                <a:spcPct val="150000"/>
              </a:lnSpc>
            </a:pPr>
            <a:r>
              <a:rPr lang="en-US" sz="2000"/>
              <a:t>- </a:t>
            </a:r>
            <a:r>
              <a:rPr lang="en-US" sz="2000" b="1"/>
              <a:t>back</a:t>
            </a:r>
            <a:r>
              <a:rPr lang="en-US" sz="2000"/>
              <a:t>( ): returneaza o referinta catre ultimul element;</a:t>
            </a:r>
          </a:p>
          <a:p>
            <a:pPr>
              <a:lnSpc>
                <a:spcPct val="150000"/>
              </a:lnSpc>
              <a:buClr>
                <a:srgbClr val="000000"/>
              </a:buClr>
              <a:buSzPts val="1100"/>
            </a:pPr>
            <a:r>
              <a:rPr lang="en-US" sz="2000"/>
              <a:t>- </a:t>
            </a:r>
            <a:r>
              <a:rPr lang="en-US" sz="2000" b="1"/>
              <a:t>front</a:t>
            </a:r>
            <a:r>
              <a:rPr lang="en-US" sz="2000"/>
              <a:t>( ): returneaza o referinta catre primul element;</a:t>
            </a:r>
          </a:p>
          <a:p>
            <a:pPr>
              <a:lnSpc>
                <a:spcPct val="150000"/>
              </a:lnSpc>
              <a:buClr>
                <a:srgbClr val="000000"/>
              </a:buClr>
              <a:buSzPts val="1100"/>
            </a:pPr>
            <a:r>
              <a:rPr lang="en-US" sz="2000"/>
              <a:t>- </a:t>
            </a:r>
            <a:r>
              <a:rPr lang="en-US" sz="2000" b="1"/>
              <a:t>begin</a:t>
            </a:r>
            <a:r>
              <a:rPr lang="en-US" sz="2000"/>
              <a:t>( ): returneaza un iterator catre primul element;</a:t>
            </a:r>
          </a:p>
          <a:p>
            <a:pPr>
              <a:lnSpc>
                <a:spcPct val="150000"/>
              </a:lnSpc>
              <a:buClr>
                <a:srgbClr val="000000"/>
              </a:buClr>
              <a:buSzPts val="1100"/>
            </a:pPr>
            <a:r>
              <a:rPr lang="en-US" sz="2000"/>
              <a:t>- </a:t>
            </a:r>
            <a:r>
              <a:rPr lang="en-US" sz="2000" b="1"/>
              <a:t>end</a:t>
            </a:r>
            <a:r>
              <a:rPr lang="en-US" sz="2000"/>
              <a:t>( ): returneaza un iterator catre zona de memorie de dupa ultimul element;</a:t>
            </a:r>
          </a:p>
          <a:p>
            <a:pPr>
              <a:lnSpc>
                <a:spcPct val="150000"/>
              </a:lnSpc>
              <a:buClr>
                <a:srgbClr val="000000"/>
              </a:buClr>
              <a:buSzPts val="1100"/>
            </a:pPr>
            <a:r>
              <a:rPr lang="en-US" sz="2000"/>
              <a:t>- </a:t>
            </a:r>
            <a:r>
              <a:rPr lang="en-US" sz="2000" b="1"/>
              <a:t>clear</a:t>
            </a:r>
            <a:r>
              <a:rPr lang="en-US" sz="2000"/>
              <a:t>( ): elimina toate elementele din vector. 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sz="2000"/>
              <a:t> </a:t>
            </a:r>
            <a:r>
              <a:rPr lang="en-US" sz="2000" b="1"/>
              <a:t>empty</a:t>
            </a:r>
            <a:r>
              <a:rPr lang="en-US" sz="2000"/>
              <a:t>( ): “true(false)” daca vectorul e (sau nu) gol.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sz="2000"/>
              <a:t> </a:t>
            </a:r>
            <a:r>
              <a:rPr lang="en-US" sz="2000" b="1"/>
              <a:t>erase(iterator i)</a:t>
            </a:r>
            <a:r>
              <a:rPr lang="en-US" sz="2000"/>
              <a:t>: stergerea elementului pointat de i; returneaza un 				iterator catre elementul de dupa cel sters.</a:t>
            </a:r>
          </a:p>
          <a:p>
            <a:pPr>
              <a:lnSpc>
                <a:spcPct val="150000"/>
              </a:lnSpc>
            </a:pPr>
            <a:r>
              <a:rPr lang="en-US" sz="2000"/>
              <a:t>- </a:t>
            </a:r>
            <a:r>
              <a:rPr lang="en-US" sz="2000" b="1"/>
              <a:t>erase(iterator start, iterator end):</a:t>
            </a:r>
            <a:r>
              <a:rPr lang="en-US" sz="2000"/>
              <a:t> stergerea elementelor intre start si end.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Google Shape;164;p22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BAB1F195-BCF1-4402-BB6E-9E0950176793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10</a:t>
            </a:fld>
            <a:endParaRPr lang="en-US" sz="1800"/>
          </a:p>
        </p:txBody>
      </p:sp>
      <p:sp>
        <p:nvSpPr>
          <p:cNvPr id="11269" name="Google Shape;167;p22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11270" name="Google Shape;168;p22"/>
          <p:cNvSpPr txBox="1">
            <a:spLocks noChangeArrowheads="1"/>
          </p:cNvSpPr>
          <p:nvPr/>
        </p:nvSpPr>
        <p:spPr bwMode="auto">
          <a:xfrm>
            <a:off x="274638" y="1271588"/>
            <a:ext cx="9636125" cy="60896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>
                <a:solidFill>
                  <a:srgbClr val="0000FF"/>
                </a:solidFill>
              </a:rPr>
              <a:t>Containere de tip secventa							Vector (Dynamic Array)</a:t>
            </a:r>
          </a:p>
          <a:p>
            <a:endParaRPr lang="en-US" sz="2000" b="1"/>
          </a:p>
          <a:p>
            <a:r>
              <a:rPr lang="en-US" sz="2000" b="1"/>
              <a:t>Functii membre uzuale (sursa H. Schildt)</a:t>
            </a:r>
          </a:p>
          <a:p>
            <a:pPr>
              <a:lnSpc>
                <a:spcPct val="150000"/>
              </a:lnSpc>
            </a:pPr>
            <a:endParaRPr lang="en-US" sz="2000"/>
          </a:p>
          <a:p>
            <a:pPr>
              <a:lnSpc>
                <a:spcPct val="150000"/>
              </a:lnSpc>
            </a:pPr>
            <a:r>
              <a:rPr lang="en-US" sz="2000"/>
              <a:t>- </a:t>
            </a:r>
            <a:r>
              <a:rPr lang="en-US" sz="2000" b="1"/>
              <a:t>insert(iterator i, const T &amp;val):</a:t>
            </a:r>
            <a:r>
              <a:rPr lang="en-US" sz="2000"/>
              <a:t> insereaza val inaintea elementului pointat; </a:t>
            </a:r>
          </a:p>
          <a:p>
            <a:pPr>
              <a:lnSpc>
                <a:spcPct val="150000"/>
              </a:lnSpc>
            </a:pPr>
            <a:r>
              <a:rPr lang="en-US" sz="2000"/>
              <a:t>- </a:t>
            </a:r>
            <a:r>
              <a:rPr lang="en-US" sz="2000" b="1"/>
              <a:t>insert(iterator i, size_type num, const T &amp; val)</a:t>
            </a:r>
            <a:r>
              <a:rPr lang="en-US" sz="2000"/>
              <a:t> : insereaza un numar de “num” elemente de valoare “val” inaintea elementului pointat de i.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sz="2000" b="1"/>
              <a:t>insert(iterator i, InIter start, InIter end):</a:t>
            </a:r>
            <a:r>
              <a:rPr lang="en-US" sz="2000"/>
              <a:t> insereaza o secventa start-end inaintea elementului pointat de i.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sz="2000"/>
              <a:t> </a:t>
            </a:r>
            <a:r>
              <a:rPr lang="en-US" sz="2000" b="1"/>
              <a:t>operator[ ](size_type i)</a:t>
            </a:r>
            <a:r>
              <a:rPr lang="en-US" sz="2000"/>
              <a:t> : returneaza o referinta la elementul specificat de i;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sz="2000"/>
              <a:t> </a:t>
            </a:r>
            <a:r>
              <a:rPr lang="en-US" sz="2000" b="1"/>
              <a:t>pop_back( ):</a:t>
            </a:r>
            <a:r>
              <a:rPr lang="en-US" sz="2000"/>
              <a:t>	sterge ultimul element. 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sz="2000" b="1"/>
              <a:t> push_back(const T &amp;val): </a:t>
            </a:r>
            <a:r>
              <a:rPr lang="en-US" sz="2000"/>
              <a:t>adauga la final valoarea “val”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sz="2000"/>
              <a:t> </a:t>
            </a:r>
            <a:r>
              <a:rPr lang="en-US" sz="2000" b="1"/>
              <a:t>size( )</a:t>
            </a:r>
            <a:r>
              <a:rPr lang="en-US" sz="2000"/>
              <a:t> : dimensiunea vectorului.</a:t>
            </a:r>
          </a:p>
          <a:p>
            <a:endParaRPr lang="en-US" sz="2000"/>
          </a:p>
          <a:p>
            <a:pPr>
              <a:buFontTx/>
              <a:buChar char="-"/>
            </a:pPr>
            <a:endParaRPr lang="en-US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Google Shape;212;p26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CB81E041-5C84-4184-B7C8-6AAD486238BE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11</a:t>
            </a:fld>
            <a:endParaRPr lang="en-US" sz="1800"/>
          </a:p>
        </p:txBody>
      </p:sp>
      <p:sp>
        <p:nvSpPr>
          <p:cNvPr id="12293" name="Google Shape;215;p26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12294" name="Google Shape;216;p26"/>
          <p:cNvSpPr txBox="1">
            <a:spLocks noChangeArrowheads="1"/>
          </p:cNvSpPr>
          <p:nvPr/>
        </p:nvSpPr>
        <p:spPr bwMode="auto">
          <a:xfrm>
            <a:off x="188913" y="1271588"/>
            <a:ext cx="9721850" cy="18224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>
                <a:solidFill>
                  <a:srgbClr val="0000FF"/>
                </a:solidFill>
              </a:rPr>
              <a:t>Containere de tip secventa							Vector (Dynamic Array)</a:t>
            </a:r>
          </a:p>
          <a:p>
            <a:endParaRPr lang="en-US" sz="2000" b="1"/>
          </a:p>
          <a:p>
            <a:r>
              <a:rPr lang="en-US" sz="2000" b="1"/>
              <a:t>Exemplu citirea unui vector cu accesarea elementelor prin iterator si prin operatorul [ ]</a:t>
            </a:r>
          </a:p>
          <a:p>
            <a:endParaRPr lang="en-US" sz="2000"/>
          </a:p>
        </p:txBody>
      </p:sp>
      <p:sp>
        <p:nvSpPr>
          <p:cNvPr id="12295" name="Rectangle 6"/>
          <p:cNvSpPr>
            <a:spLocks noChangeArrowheads="1"/>
          </p:cNvSpPr>
          <p:nvPr/>
        </p:nvSpPr>
        <p:spPr bwMode="auto">
          <a:xfrm>
            <a:off x="392113" y="3024188"/>
            <a:ext cx="9448800" cy="3786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>
                <a:solidFill>
                  <a:srgbClr val="004A43"/>
                </a:solidFill>
                <a:latin typeface="Courier New" pitchFamily="49" charset="0"/>
              </a:rPr>
              <a:t>#include </a:t>
            </a:r>
            <a:r>
              <a:rPr lang="en-US" sz="1600">
                <a:solidFill>
                  <a:srgbClr val="800000"/>
                </a:solidFill>
                <a:latin typeface="Courier New" pitchFamily="49" charset="0"/>
              </a:rPr>
              <a:t>&lt;</a:t>
            </a:r>
            <a:r>
              <a:rPr lang="en-US" sz="1600">
                <a:solidFill>
                  <a:srgbClr val="40015A"/>
                </a:solidFill>
                <a:latin typeface="Courier New" pitchFamily="49" charset="0"/>
              </a:rPr>
              <a:t>iostream</a:t>
            </a:r>
            <a:r>
              <a:rPr lang="en-US" sz="1600">
                <a:solidFill>
                  <a:srgbClr val="800000"/>
                </a:solidFill>
                <a:latin typeface="Courier New" pitchFamily="49" charset="0"/>
              </a:rPr>
              <a:t>&gt;</a:t>
            </a:r>
            <a:endParaRPr lang="en-US" sz="1600">
              <a:latin typeface="Courier New" pitchFamily="49" charset="0"/>
            </a:endParaRPr>
          </a:p>
          <a:p>
            <a:r>
              <a:rPr lang="en-US" sz="1600">
                <a:solidFill>
                  <a:srgbClr val="004A43"/>
                </a:solidFill>
                <a:latin typeface="Courier New" pitchFamily="49" charset="0"/>
              </a:rPr>
              <a:t>#include </a:t>
            </a:r>
            <a:r>
              <a:rPr lang="en-US" sz="1600">
                <a:solidFill>
                  <a:srgbClr val="800000"/>
                </a:solidFill>
                <a:latin typeface="Courier New" pitchFamily="49" charset="0"/>
              </a:rPr>
              <a:t>&lt;</a:t>
            </a:r>
            <a:r>
              <a:rPr lang="en-US" sz="1600">
                <a:solidFill>
                  <a:srgbClr val="40015A"/>
                </a:solidFill>
                <a:latin typeface="Courier New" pitchFamily="49" charset="0"/>
              </a:rPr>
              <a:t>vector</a:t>
            </a:r>
            <a:r>
              <a:rPr lang="en-US" sz="1600">
                <a:solidFill>
                  <a:srgbClr val="800000"/>
                </a:solidFill>
                <a:latin typeface="Courier New" pitchFamily="49" charset="0"/>
              </a:rPr>
              <a:t>&gt;</a:t>
            </a:r>
            <a:endParaRPr lang="en-US" sz="1600">
              <a:latin typeface="Courier New" pitchFamily="49" charset="0"/>
            </a:endParaRPr>
          </a:p>
          <a:p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using</a:t>
            </a:r>
            <a:r>
              <a:rPr lang="en-US" sz="1600" b="1">
                <a:latin typeface="Courier New" pitchFamily="49" charset="0"/>
              </a:rPr>
              <a:t> 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namespace</a:t>
            </a:r>
            <a:r>
              <a:rPr lang="en-US" sz="1600" b="1">
                <a:latin typeface="Courier New" pitchFamily="49" charset="0"/>
              </a:rPr>
              <a:t> </a:t>
            </a:r>
            <a:r>
              <a:rPr lang="en-US" sz="1600" b="1">
                <a:solidFill>
                  <a:srgbClr val="666616"/>
                </a:solidFill>
                <a:latin typeface="Courier New" pitchFamily="49" charset="0"/>
              </a:rPr>
              <a:t>std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600" b="1">
              <a:latin typeface="Courier New" pitchFamily="49" charset="0"/>
            </a:endParaRPr>
          </a:p>
          <a:p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600" b="1">
                <a:latin typeface="Courier New" pitchFamily="49" charset="0"/>
              </a:rPr>
              <a:t> </a:t>
            </a:r>
            <a:r>
              <a:rPr lang="en-US" sz="1600" b="1">
                <a:solidFill>
                  <a:srgbClr val="400000"/>
                </a:solidFill>
                <a:latin typeface="Courier New" pitchFamily="49" charset="0"/>
              </a:rPr>
              <a:t>main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endParaRPr lang="en-US" sz="1600" b="1">
              <a:latin typeface="Courier New" pitchFamily="49" charset="0"/>
            </a:endParaRPr>
          </a:p>
          <a:p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{</a:t>
            </a:r>
            <a:endParaRPr lang="en-US" sz="1600">
              <a:latin typeface="Courier New" pitchFamily="49" charset="0"/>
            </a:endParaRPr>
          </a:p>
          <a:p>
            <a:r>
              <a:rPr lang="en-US" sz="1600">
                <a:latin typeface="Courier New" pitchFamily="49" charset="0"/>
              </a:rPr>
              <a:t>    </a:t>
            </a:r>
            <a:r>
              <a:rPr lang="en-US" sz="1600">
                <a:solidFill>
                  <a:srgbClr val="603000"/>
                </a:solidFill>
                <a:latin typeface="Courier New" pitchFamily="49" charset="0"/>
              </a:rPr>
              <a:t>vector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&lt;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</a:rPr>
              <a:t>&gt;</a:t>
            </a:r>
            <a:r>
              <a:rPr lang="en-US" sz="1600" b="1">
                <a:latin typeface="Courier New" pitchFamily="49" charset="0"/>
              </a:rPr>
              <a:t> v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600" b="1">
                <a:solidFill>
                  <a:srgbClr val="008C00"/>
                </a:solidFill>
                <a:latin typeface="Courier New" pitchFamily="49" charset="0"/>
              </a:rPr>
              <a:t>3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600" b="1">
              <a:latin typeface="Courier New" pitchFamily="49" charset="0"/>
            </a:endParaRPr>
          </a:p>
          <a:p>
            <a:r>
              <a:rPr lang="en-US" sz="1600">
                <a:latin typeface="Courier New" pitchFamily="49" charset="0"/>
              </a:rPr>
              <a:t>   v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[</a:t>
            </a:r>
            <a:r>
              <a:rPr lang="en-US" sz="1600">
                <a:solidFill>
                  <a:srgbClr val="008C00"/>
                </a:solidFill>
                <a:latin typeface="Courier New" pitchFamily="49" charset="0"/>
              </a:rPr>
              <a:t>0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]</a:t>
            </a:r>
            <a:r>
              <a:rPr lang="en-US" sz="1600">
                <a:latin typeface="Courier New" pitchFamily="49" charset="0"/>
              </a:rPr>
              <a:t> 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sz="1600">
                <a:latin typeface="Courier New" pitchFamily="49" charset="0"/>
              </a:rPr>
              <a:t> </a:t>
            </a:r>
            <a:r>
              <a:rPr lang="en-US" sz="1600">
                <a:solidFill>
                  <a:srgbClr val="008C00"/>
                </a:solidFill>
                <a:latin typeface="Courier New" pitchFamily="49" charset="0"/>
              </a:rPr>
              <a:t>12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600">
              <a:latin typeface="Courier New" pitchFamily="49" charset="0"/>
            </a:endParaRPr>
          </a:p>
          <a:p>
            <a:r>
              <a:rPr lang="en-US" sz="1600">
                <a:latin typeface="Courier New" pitchFamily="49" charset="0"/>
              </a:rPr>
              <a:t>   v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[</a:t>
            </a:r>
            <a:r>
              <a:rPr lang="en-US" sz="1600">
                <a:solidFill>
                  <a:srgbClr val="008C00"/>
                </a:solidFill>
                <a:latin typeface="Courier New" pitchFamily="49" charset="0"/>
              </a:rPr>
              <a:t>1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]</a:t>
            </a:r>
            <a:r>
              <a:rPr lang="en-US" sz="1600">
                <a:latin typeface="Courier New" pitchFamily="49" charset="0"/>
              </a:rPr>
              <a:t> 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sz="1600">
                <a:latin typeface="Courier New" pitchFamily="49" charset="0"/>
              </a:rPr>
              <a:t> </a:t>
            </a:r>
            <a:r>
              <a:rPr lang="en-US" sz="1600">
                <a:solidFill>
                  <a:srgbClr val="008C00"/>
                </a:solidFill>
                <a:latin typeface="Courier New" pitchFamily="49" charset="0"/>
              </a:rPr>
              <a:t>34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600">
              <a:latin typeface="Courier New" pitchFamily="49" charset="0"/>
            </a:endParaRPr>
          </a:p>
          <a:p>
            <a:r>
              <a:rPr lang="en-US" sz="1600">
                <a:latin typeface="Courier New" pitchFamily="49" charset="0"/>
              </a:rPr>
              <a:t>   v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[</a:t>
            </a:r>
            <a:r>
              <a:rPr lang="en-US" sz="1600">
                <a:solidFill>
                  <a:srgbClr val="008C00"/>
                </a:solidFill>
                <a:latin typeface="Courier New" pitchFamily="49" charset="0"/>
              </a:rPr>
              <a:t>2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]</a:t>
            </a:r>
            <a:r>
              <a:rPr lang="en-US" sz="1600">
                <a:latin typeface="Courier New" pitchFamily="49" charset="0"/>
              </a:rPr>
              <a:t> 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sz="1600">
                <a:latin typeface="Courier New" pitchFamily="49" charset="0"/>
              </a:rPr>
              <a:t> </a:t>
            </a:r>
            <a:r>
              <a:rPr lang="en-US" sz="1600">
                <a:solidFill>
                  <a:srgbClr val="008C00"/>
                </a:solidFill>
                <a:latin typeface="Courier New" pitchFamily="49" charset="0"/>
              </a:rPr>
              <a:t>56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600">
              <a:latin typeface="Courier New" pitchFamily="49" charset="0"/>
            </a:endParaRPr>
          </a:p>
          <a:p>
            <a:r>
              <a:rPr lang="en-US" sz="1600">
                <a:latin typeface="Courier New" pitchFamily="49" charset="0"/>
              </a:rPr>
              <a:t>   </a:t>
            </a:r>
            <a:r>
              <a:rPr lang="en-US" sz="1600">
                <a:solidFill>
                  <a:srgbClr val="696969"/>
                </a:solidFill>
                <a:latin typeface="Courier New" pitchFamily="49" charset="0"/>
              </a:rPr>
              <a:t>//v.resize(5); // necesar pentru reactualizarea dimensiunii vectorului</a:t>
            </a:r>
            <a:endParaRPr lang="en-US" sz="1600">
              <a:latin typeface="Courier New" pitchFamily="49" charset="0"/>
            </a:endParaRPr>
          </a:p>
          <a:p>
            <a:r>
              <a:rPr lang="en-US" sz="1600">
                <a:latin typeface="Courier New" pitchFamily="49" charset="0"/>
              </a:rPr>
              <a:t>   v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[</a:t>
            </a:r>
            <a:r>
              <a:rPr lang="en-US" sz="1600">
                <a:solidFill>
                  <a:srgbClr val="008C00"/>
                </a:solidFill>
                <a:latin typeface="Courier New" pitchFamily="49" charset="0"/>
              </a:rPr>
              <a:t>3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]</a:t>
            </a:r>
            <a:r>
              <a:rPr lang="en-US" sz="1600">
                <a:latin typeface="Courier New" pitchFamily="49" charset="0"/>
              </a:rPr>
              <a:t> 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sz="1600">
                <a:latin typeface="Courier New" pitchFamily="49" charset="0"/>
              </a:rPr>
              <a:t> </a:t>
            </a:r>
            <a:r>
              <a:rPr lang="en-US" sz="1600">
                <a:solidFill>
                  <a:srgbClr val="008C00"/>
                </a:solidFill>
                <a:latin typeface="Courier New" pitchFamily="49" charset="0"/>
              </a:rPr>
              <a:t>78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600">
              <a:latin typeface="Courier New" pitchFamily="49" charset="0"/>
            </a:endParaRPr>
          </a:p>
          <a:p>
            <a:r>
              <a:rPr lang="en-US" sz="1600">
                <a:latin typeface="Courier New" pitchFamily="49" charset="0"/>
              </a:rPr>
              <a:t>   v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[</a:t>
            </a:r>
            <a:r>
              <a:rPr lang="en-US" sz="1600">
                <a:solidFill>
                  <a:srgbClr val="008C00"/>
                </a:solidFill>
                <a:latin typeface="Courier New" pitchFamily="49" charset="0"/>
              </a:rPr>
              <a:t>4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]</a:t>
            </a:r>
            <a:r>
              <a:rPr lang="en-US" sz="1600">
                <a:latin typeface="Courier New" pitchFamily="49" charset="0"/>
              </a:rPr>
              <a:t> 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sz="1600">
                <a:latin typeface="Courier New" pitchFamily="49" charset="0"/>
              </a:rPr>
              <a:t> </a:t>
            </a:r>
            <a:r>
              <a:rPr lang="en-US" sz="1600">
                <a:solidFill>
                  <a:srgbClr val="008C00"/>
                </a:solidFill>
                <a:latin typeface="Courier New" pitchFamily="49" charset="0"/>
              </a:rPr>
              <a:t>90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600">
              <a:latin typeface="Courier New" pitchFamily="49" charset="0"/>
            </a:endParaRPr>
          </a:p>
          <a:p>
            <a:r>
              <a:rPr lang="nn-NO" sz="1600" b="1">
                <a:solidFill>
                  <a:srgbClr val="800000"/>
                </a:solidFill>
                <a:latin typeface="Courier New" pitchFamily="49" charset="0"/>
              </a:rPr>
              <a:t>for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nn-NO" sz="16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nn-NO" sz="1600" b="1">
                <a:latin typeface="Courier New" pitchFamily="49" charset="0"/>
              </a:rPr>
              <a:t> i 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nn-NO" sz="1600" b="1">
                <a:latin typeface="Courier New" pitchFamily="49" charset="0"/>
              </a:rPr>
              <a:t> </a:t>
            </a:r>
            <a:r>
              <a:rPr lang="nn-NO" sz="1600" b="1">
                <a:solidFill>
                  <a:srgbClr val="008C00"/>
                </a:solidFill>
                <a:latin typeface="Courier New" pitchFamily="49" charset="0"/>
              </a:rPr>
              <a:t>0</a:t>
            </a:r>
            <a:r>
              <a:rPr lang="nn-NO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nn-NO" sz="1600" b="1">
                <a:latin typeface="Courier New" pitchFamily="49" charset="0"/>
              </a:rPr>
              <a:t> i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&lt;</a:t>
            </a:r>
            <a:r>
              <a:rPr lang="nn-NO" sz="1600" b="1">
                <a:latin typeface="Courier New" pitchFamily="49" charset="0"/>
              </a:rPr>
              <a:t>v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nn-NO" sz="1600" b="1">
                <a:latin typeface="Courier New" pitchFamily="49" charset="0"/>
              </a:rPr>
              <a:t>size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nn-NO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nn-NO" sz="1600" b="1">
                <a:latin typeface="Courier New" pitchFamily="49" charset="0"/>
              </a:rPr>
              <a:t> i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++)</a:t>
            </a:r>
            <a:endParaRPr lang="nn-NO" sz="1600" b="1">
              <a:latin typeface="Courier New" pitchFamily="49" charset="0"/>
            </a:endParaRPr>
          </a:p>
          <a:p>
            <a:r>
              <a:rPr lang="en-US" sz="1600">
                <a:latin typeface="Courier New" pitchFamily="49" charset="0"/>
              </a:rPr>
              <a:t>   </a:t>
            </a:r>
            <a:r>
              <a:rPr lang="en-US" sz="1600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600">
                <a:latin typeface="Courier New" pitchFamily="49" charset="0"/>
              </a:rPr>
              <a:t>v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[</a:t>
            </a:r>
            <a:r>
              <a:rPr lang="en-US" sz="1600">
                <a:latin typeface="Courier New" pitchFamily="49" charset="0"/>
              </a:rPr>
              <a:t>i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]&lt;&lt;</a:t>
            </a:r>
            <a:r>
              <a:rPr lang="en-US" sz="1600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 sz="1600">
                <a:solidFill>
                  <a:srgbClr val="0000E6"/>
                </a:solidFill>
                <a:latin typeface="Courier New" pitchFamily="49" charset="0"/>
              </a:rPr>
              <a:t> </a:t>
            </a:r>
            <a:r>
              <a:rPr lang="en-US" sz="1600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600">
              <a:latin typeface="Courier New" pitchFamily="49" charset="0"/>
            </a:endParaRPr>
          </a:p>
          <a:p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}</a:t>
            </a:r>
            <a:endParaRPr lang="en-US" sz="160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Google Shape;224;p27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46F7E7E4-BAC1-490C-BBC2-E20AB8EFFAFE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12</a:t>
            </a:fld>
            <a:endParaRPr lang="en-US" sz="1800"/>
          </a:p>
        </p:txBody>
      </p:sp>
      <p:sp>
        <p:nvSpPr>
          <p:cNvPr id="13317" name="Google Shape;227;p27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13318" name="Google Shape;228;p27"/>
          <p:cNvSpPr txBox="1">
            <a:spLocks noChangeArrowheads="1"/>
          </p:cNvSpPr>
          <p:nvPr/>
        </p:nvSpPr>
        <p:spPr bwMode="auto">
          <a:xfrm>
            <a:off x="188913" y="1271588"/>
            <a:ext cx="9721850" cy="17462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>
                <a:solidFill>
                  <a:srgbClr val="0000FF"/>
                </a:solidFill>
              </a:rPr>
              <a:t>Containere de tip secventa							Vector (Dynamic Array)</a:t>
            </a:r>
          </a:p>
          <a:p>
            <a:endParaRPr lang="en-US" sz="2000" b="1"/>
          </a:p>
          <a:p>
            <a:r>
              <a:rPr lang="en-US" sz="2000" b="1"/>
              <a:t>Exemplu citirea unui vector cu accesarea elementelor prin iterator si prin operatorul [ ]</a:t>
            </a:r>
          </a:p>
        </p:txBody>
      </p:sp>
      <p:sp>
        <p:nvSpPr>
          <p:cNvPr id="13319" name="Rectangle 6"/>
          <p:cNvSpPr>
            <a:spLocks noChangeArrowheads="1"/>
          </p:cNvSpPr>
          <p:nvPr/>
        </p:nvSpPr>
        <p:spPr bwMode="auto">
          <a:xfrm>
            <a:off x="1763713" y="3287713"/>
            <a:ext cx="7239000" cy="354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>
                <a:solidFill>
                  <a:srgbClr val="004A43"/>
                </a:solidFill>
                <a:latin typeface="Courier New" pitchFamily="49" charset="0"/>
                <a:cs typeface="Courier New" pitchFamily="49" charset="0"/>
              </a:rPr>
              <a:t>#include </a:t>
            </a:r>
            <a:r>
              <a:rPr lang="en-US" sz="160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600">
                <a:solidFill>
                  <a:srgbClr val="40015A"/>
                </a:solidFill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sz="160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&gt;</a:t>
            </a:r>
            <a:endParaRPr lang="en-US" sz="1600">
              <a:latin typeface="Courier New" pitchFamily="49" charset="0"/>
              <a:cs typeface="Courier New" pitchFamily="49" charset="0"/>
            </a:endParaRPr>
          </a:p>
          <a:p>
            <a:r>
              <a:rPr lang="en-US" sz="1600">
                <a:solidFill>
                  <a:srgbClr val="004A43"/>
                </a:solidFill>
                <a:latin typeface="Courier New" pitchFamily="49" charset="0"/>
                <a:cs typeface="Courier New" pitchFamily="49" charset="0"/>
              </a:rPr>
              <a:t>#include </a:t>
            </a:r>
            <a:r>
              <a:rPr lang="en-US" sz="160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600">
                <a:solidFill>
                  <a:srgbClr val="40015A"/>
                </a:solidFill>
                <a:latin typeface="Courier New" pitchFamily="49" charset="0"/>
                <a:cs typeface="Courier New" pitchFamily="49" charset="0"/>
              </a:rPr>
              <a:t>vector</a:t>
            </a:r>
            <a:r>
              <a:rPr lang="en-US" sz="160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&gt;</a:t>
            </a:r>
            <a:endParaRPr lang="en-US" sz="1600">
              <a:latin typeface="Courier New" pitchFamily="49" charset="0"/>
              <a:cs typeface="Courier New" pitchFamily="49" charset="0"/>
            </a:endParaRPr>
          </a:p>
          <a:p>
            <a:r>
              <a:rPr lang="en-US" sz="1600" b="1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using</a:t>
            </a:r>
            <a:r>
              <a:rPr lang="en-US" sz="1600" b="1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namespace</a:t>
            </a:r>
            <a:r>
              <a:rPr lang="en-US" sz="1600" b="1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>
                <a:solidFill>
                  <a:srgbClr val="666616"/>
                </a:solidFill>
                <a:latin typeface="Courier New" pitchFamily="49" charset="0"/>
                <a:cs typeface="Courier New" pitchFamily="49" charset="0"/>
              </a:rPr>
              <a:t>std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sz="1600" b="1">
              <a:latin typeface="Courier New" pitchFamily="49" charset="0"/>
              <a:cs typeface="Courier New" pitchFamily="49" charset="0"/>
            </a:endParaRPr>
          </a:p>
          <a:p>
            <a:r>
              <a:rPr lang="en-US" sz="1600" b="1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b="1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>
                <a:solidFill>
                  <a:srgbClr val="400000"/>
                </a:solidFill>
                <a:latin typeface="Courier New" pitchFamily="49" charset="0"/>
                <a:cs typeface="Courier New" pitchFamily="49" charset="0"/>
              </a:rPr>
              <a:t>main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  <a:cs typeface="Courier New" pitchFamily="49" charset="0"/>
              </a:rPr>
              <a:t>()</a:t>
            </a:r>
            <a:endParaRPr lang="en-US" sz="1600" b="1">
              <a:latin typeface="Courier New" pitchFamily="49" charset="0"/>
              <a:cs typeface="Courier New" pitchFamily="49" charset="0"/>
            </a:endParaRPr>
          </a:p>
          <a:p>
            <a:r>
              <a:rPr lang="en-US" sz="1600">
                <a:solidFill>
                  <a:srgbClr val="800080"/>
                </a:solidFill>
                <a:latin typeface="Courier New" pitchFamily="49" charset="0"/>
                <a:cs typeface="Courier New" pitchFamily="49" charset="0"/>
              </a:rPr>
              <a:t>{</a:t>
            </a:r>
            <a:endParaRPr lang="en-US" sz="1600">
              <a:latin typeface="Courier New" pitchFamily="49" charset="0"/>
              <a:cs typeface="Courier New" pitchFamily="49" charset="0"/>
            </a:endParaRPr>
          </a:p>
          <a:p>
            <a:r>
              <a:rPr lang="en-US" sz="160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>
                <a:solidFill>
                  <a:srgbClr val="603000"/>
                </a:solidFill>
                <a:latin typeface="Courier New" pitchFamily="49" charset="0"/>
                <a:cs typeface="Courier New" pitchFamily="49" charset="0"/>
              </a:rPr>
              <a:t>vector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1600" b="1">
                <a:latin typeface="Courier New" pitchFamily="49" charset="0"/>
                <a:cs typeface="Courier New" pitchFamily="49" charset="0"/>
              </a:rPr>
              <a:t> v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>
                <a:solidFill>
                  <a:srgbClr val="008C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sz="1600" b="1">
              <a:latin typeface="Courier New" pitchFamily="49" charset="0"/>
              <a:cs typeface="Courier New" pitchFamily="49" charset="0"/>
            </a:endParaRPr>
          </a:p>
          <a:p>
            <a:r>
              <a:rPr lang="en-US" sz="1600">
                <a:latin typeface="Courier New" pitchFamily="49" charset="0"/>
                <a:cs typeface="Courier New" pitchFamily="49" charset="0"/>
              </a:rPr>
              <a:t>   v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en-US" sz="1600">
                <a:latin typeface="Courier New" pitchFamily="49" charset="0"/>
                <a:cs typeface="Courier New" pitchFamily="49" charset="0"/>
              </a:rPr>
              <a:t>push_back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>
                <a:solidFill>
                  <a:srgbClr val="008C00"/>
                </a:solidFill>
                <a:latin typeface="Courier New" pitchFamily="49" charset="0"/>
                <a:cs typeface="Courier New" pitchFamily="49" charset="0"/>
              </a:rPr>
              <a:t>12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sz="1600">
              <a:latin typeface="Courier New" pitchFamily="49" charset="0"/>
              <a:cs typeface="Courier New" pitchFamily="49" charset="0"/>
            </a:endParaRPr>
          </a:p>
          <a:p>
            <a:r>
              <a:rPr lang="en-US" sz="1600">
                <a:latin typeface="Courier New" pitchFamily="49" charset="0"/>
                <a:cs typeface="Courier New" pitchFamily="49" charset="0"/>
              </a:rPr>
              <a:t>   v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en-US" sz="1600">
                <a:latin typeface="Courier New" pitchFamily="49" charset="0"/>
                <a:cs typeface="Courier New" pitchFamily="49" charset="0"/>
              </a:rPr>
              <a:t>push_back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>
                <a:solidFill>
                  <a:srgbClr val="008C00"/>
                </a:solidFill>
                <a:latin typeface="Courier New" pitchFamily="49" charset="0"/>
                <a:cs typeface="Courier New" pitchFamily="49" charset="0"/>
              </a:rPr>
              <a:t>34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sz="1600">
              <a:latin typeface="Courier New" pitchFamily="49" charset="0"/>
              <a:cs typeface="Courier New" pitchFamily="49" charset="0"/>
            </a:endParaRPr>
          </a:p>
          <a:p>
            <a:r>
              <a:rPr lang="en-US" sz="1600">
                <a:latin typeface="Courier New" pitchFamily="49" charset="0"/>
                <a:cs typeface="Courier New" pitchFamily="49" charset="0"/>
              </a:rPr>
              <a:t>   v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en-US" sz="1600">
                <a:latin typeface="Courier New" pitchFamily="49" charset="0"/>
                <a:cs typeface="Courier New" pitchFamily="49" charset="0"/>
              </a:rPr>
              <a:t>push_back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>
                <a:solidFill>
                  <a:srgbClr val="008C00"/>
                </a:solidFill>
                <a:latin typeface="Courier New" pitchFamily="49" charset="0"/>
                <a:cs typeface="Courier New" pitchFamily="49" charset="0"/>
              </a:rPr>
              <a:t>56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sz="1600">
              <a:latin typeface="Courier New" pitchFamily="49" charset="0"/>
              <a:cs typeface="Courier New" pitchFamily="49" charset="0"/>
            </a:endParaRPr>
          </a:p>
          <a:p>
            <a:r>
              <a:rPr lang="en-US" sz="1600">
                <a:latin typeface="Courier New" pitchFamily="49" charset="0"/>
                <a:cs typeface="Courier New" pitchFamily="49" charset="0"/>
              </a:rPr>
              <a:t>   v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en-US" sz="1600">
                <a:latin typeface="Courier New" pitchFamily="49" charset="0"/>
                <a:cs typeface="Courier New" pitchFamily="49" charset="0"/>
              </a:rPr>
              <a:t>push_back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>
                <a:solidFill>
                  <a:srgbClr val="008C00"/>
                </a:solidFill>
                <a:latin typeface="Courier New" pitchFamily="49" charset="0"/>
                <a:cs typeface="Courier New" pitchFamily="49" charset="0"/>
              </a:rPr>
              <a:t>78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sz="1600">
              <a:latin typeface="Courier New" pitchFamily="49" charset="0"/>
              <a:cs typeface="Courier New" pitchFamily="49" charset="0"/>
            </a:endParaRPr>
          </a:p>
          <a:p>
            <a:r>
              <a:rPr lang="en-US" sz="1600">
                <a:latin typeface="Courier New" pitchFamily="49" charset="0"/>
                <a:cs typeface="Courier New" pitchFamily="49" charset="0"/>
              </a:rPr>
              <a:t>   v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en-US" sz="1600">
                <a:latin typeface="Courier New" pitchFamily="49" charset="0"/>
                <a:cs typeface="Courier New" pitchFamily="49" charset="0"/>
              </a:rPr>
              <a:t>push_back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>
                <a:solidFill>
                  <a:srgbClr val="008C00"/>
                </a:solidFill>
                <a:latin typeface="Courier New" pitchFamily="49" charset="0"/>
                <a:cs typeface="Courier New" pitchFamily="49" charset="0"/>
              </a:rPr>
              <a:t>90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sz="1600">
              <a:latin typeface="Courier New" pitchFamily="49" charset="0"/>
              <a:cs typeface="Courier New" pitchFamily="49" charset="0"/>
            </a:endParaRPr>
          </a:p>
          <a:p>
            <a:r>
              <a:rPr lang="nn-NO" sz="1600" b="1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nn-NO" sz="1600" b="1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nn-NO" sz="1600" b="1">
                <a:latin typeface="Courier New" pitchFamily="49" charset="0"/>
                <a:cs typeface="Courier New" pitchFamily="49" charset="0"/>
              </a:rPr>
              <a:t> i 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nn-NO" sz="1600" b="1">
                <a:latin typeface="Courier New" pitchFamily="49" charset="0"/>
                <a:cs typeface="Courier New" pitchFamily="49" charset="0"/>
              </a:rPr>
              <a:t> </a:t>
            </a:r>
            <a:r>
              <a:rPr lang="nn-NO" sz="1600" b="1">
                <a:solidFill>
                  <a:srgbClr val="008C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nn-NO" sz="1600" b="1">
                <a:solidFill>
                  <a:srgbClr val="800080"/>
                </a:solidFill>
                <a:latin typeface="Courier New" pitchFamily="49" charset="0"/>
                <a:cs typeface="Courier New" pitchFamily="49" charset="0"/>
              </a:rPr>
              <a:t>;</a:t>
            </a:r>
            <a:r>
              <a:rPr lang="nn-NO" sz="1600" b="1">
                <a:latin typeface="Courier New" pitchFamily="49" charset="0"/>
                <a:cs typeface="Courier New" pitchFamily="49" charset="0"/>
              </a:rPr>
              <a:t> i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nn-NO" sz="1600" b="1">
                <a:latin typeface="Courier New" pitchFamily="49" charset="0"/>
                <a:cs typeface="Courier New" pitchFamily="49" charset="0"/>
              </a:rPr>
              <a:t>v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nn-NO" sz="1600" b="1">
                <a:latin typeface="Courier New" pitchFamily="49" charset="0"/>
                <a:cs typeface="Courier New" pitchFamily="49" charset="0"/>
              </a:rPr>
              <a:t>size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  <a:cs typeface="Courier New" pitchFamily="49" charset="0"/>
              </a:rPr>
              <a:t>()</a:t>
            </a:r>
            <a:r>
              <a:rPr lang="nn-NO" sz="1600" b="1">
                <a:solidFill>
                  <a:srgbClr val="800080"/>
                </a:solidFill>
                <a:latin typeface="Courier New" pitchFamily="49" charset="0"/>
                <a:cs typeface="Courier New" pitchFamily="49" charset="0"/>
              </a:rPr>
              <a:t>;</a:t>
            </a:r>
            <a:r>
              <a:rPr lang="nn-NO" sz="1600" b="1">
                <a:latin typeface="Courier New" pitchFamily="49" charset="0"/>
                <a:cs typeface="Courier New" pitchFamily="49" charset="0"/>
              </a:rPr>
              <a:t> i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  <a:cs typeface="Courier New" pitchFamily="49" charset="0"/>
              </a:rPr>
              <a:t>++)</a:t>
            </a:r>
            <a:endParaRPr lang="nn-NO" sz="1600" b="1">
              <a:latin typeface="Courier New" pitchFamily="49" charset="0"/>
              <a:cs typeface="Courier New" pitchFamily="49" charset="0"/>
            </a:endParaRPr>
          </a:p>
          <a:p>
            <a:r>
              <a:rPr lang="en-US" sz="160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600">
                <a:solidFill>
                  <a:srgbClr val="603000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sz="1600">
                <a:latin typeface="Courier New" pitchFamily="49" charset="0"/>
                <a:cs typeface="Courier New" pitchFamily="49" charset="0"/>
              </a:rPr>
              <a:t>v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60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  <a:cs typeface="Courier New" pitchFamily="49" charset="0"/>
              </a:rPr>
              <a:t>]&lt;&lt;</a:t>
            </a:r>
            <a:r>
              <a:rPr lang="en-US" sz="160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600">
                <a:solidFill>
                  <a:srgbClr val="0000E6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“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  <a:cs typeface="Courier New" pitchFamily="49" charset="0"/>
              </a:rPr>
              <a:t>;</a:t>
            </a:r>
            <a:r>
              <a:rPr lang="en-US" sz="1600">
                <a:solidFill>
                  <a:srgbClr val="696969"/>
                </a:solidFill>
                <a:latin typeface="Courier New" pitchFamily="49" charset="0"/>
                <a:cs typeface="Courier New" pitchFamily="49" charset="0"/>
              </a:rPr>
              <a:t>// Afisare 8 valori, resize automat</a:t>
            </a:r>
            <a:endParaRPr lang="en-US" sz="1600">
              <a:latin typeface="Courier New" pitchFamily="49" charset="0"/>
              <a:cs typeface="Courier New" pitchFamily="49" charset="0"/>
            </a:endParaRPr>
          </a:p>
          <a:p>
            <a:r>
              <a:rPr lang="en-US" sz="1600">
                <a:solidFill>
                  <a:srgbClr val="80008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sz="160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Google Shape;236;p28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064C5D67-D18C-45DF-B417-B8C34FD784BC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13</a:t>
            </a:fld>
            <a:endParaRPr lang="en-US" sz="1800"/>
          </a:p>
        </p:txBody>
      </p:sp>
      <p:sp>
        <p:nvSpPr>
          <p:cNvPr id="14341" name="Google Shape;239;p28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14342" name="Google Shape;240;p28"/>
          <p:cNvSpPr txBox="1">
            <a:spLocks noChangeArrowheads="1"/>
          </p:cNvSpPr>
          <p:nvPr/>
        </p:nvSpPr>
        <p:spPr bwMode="auto">
          <a:xfrm>
            <a:off x="188913" y="1271588"/>
            <a:ext cx="9721850" cy="12890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>
                <a:solidFill>
                  <a:srgbClr val="0000FF"/>
                </a:solidFill>
              </a:rPr>
              <a:t>Containere de tip secventa							Vector (Dynamic Array)</a:t>
            </a:r>
          </a:p>
          <a:p>
            <a:endParaRPr lang="en-US" sz="2000" b="1"/>
          </a:p>
          <a:p>
            <a:r>
              <a:rPr lang="en-US" sz="2000" b="1"/>
              <a:t>Exemplu</a:t>
            </a:r>
          </a:p>
        </p:txBody>
      </p:sp>
      <p:sp>
        <p:nvSpPr>
          <p:cNvPr id="14343" name="Rectangle 6"/>
          <p:cNvSpPr>
            <a:spLocks noChangeArrowheads="1"/>
          </p:cNvSpPr>
          <p:nvPr/>
        </p:nvSpPr>
        <p:spPr bwMode="auto">
          <a:xfrm>
            <a:off x="468313" y="2713038"/>
            <a:ext cx="7015162" cy="452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>
                <a:solidFill>
                  <a:srgbClr val="004A43"/>
                </a:solidFill>
                <a:latin typeface="Courier New" pitchFamily="49" charset="0"/>
              </a:rPr>
              <a:t>#include </a:t>
            </a:r>
            <a:r>
              <a:rPr lang="en-US" sz="1600">
                <a:solidFill>
                  <a:srgbClr val="800000"/>
                </a:solidFill>
                <a:latin typeface="Courier New" pitchFamily="49" charset="0"/>
              </a:rPr>
              <a:t>&lt;</a:t>
            </a:r>
            <a:r>
              <a:rPr lang="en-US" sz="1600">
                <a:solidFill>
                  <a:srgbClr val="40015A"/>
                </a:solidFill>
                <a:latin typeface="Courier New" pitchFamily="49" charset="0"/>
              </a:rPr>
              <a:t>iostream</a:t>
            </a:r>
            <a:r>
              <a:rPr lang="en-US" sz="1600">
                <a:solidFill>
                  <a:srgbClr val="800000"/>
                </a:solidFill>
                <a:latin typeface="Courier New" pitchFamily="49" charset="0"/>
              </a:rPr>
              <a:t>&gt;</a:t>
            </a:r>
            <a:endParaRPr lang="en-US" sz="1600">
              <a:latin typeface="Courier New" pitchFamily="49" charset="0"/>
            </a:endParaRPr>
          </a:p>
          <a:p>
            <a:r>
              <a:rPr lang="en-US" sz="1600">
                <a:solidFill>
                  <a:srgbClr val="004A43"/>
                </a:solidFill>
                <a:latin typeface="Courier New" pitchFamily="49" charset="0"/>
              </a:rPr>
              <a:t>#include </a:t>
            </a:r>
            <a:r>
              <a:rPr lang="en-US" sz="1600">
                <a:solidFill>
                  <a:srgbClr val="800000"/>
                </a:solidFill>
                <a:latin typeface="Courier New" pitchFamily="49" charset="0"/>
              </a:rPr>
              <a:t>&lt;</a:t>
            </a:r>
            <a:r>
              <a:rPr lang="en-US" sz="1600">
                <a:solidFill>
                  <a:srgbClr val="40015A"/>
                </a:solidFill>
                <a:latin typeface="Courier New" pitchFamily="49" charset="0"/>
              </a:rPr>
              <a:t>vector</a:t>
            </a:r>
            <a:r>
              <a:rPr lang="en-US" sz="1600">
                <a:solidFill>
                  <a:srgbClr val="800000"/>
                </a:solidFill>
                <a:latin typeface="Courier New" pitchFamily="49" charset="0"/>
              </a:rPr>
              <a:t>&gt;</a:t>
            </a:r>
            <a:endParaRPr lang="en-US" sz="1600">
              <a:latin typeface="Courier New" pitchFamily="49" charset="0"/>
            </a:endParaRPr>
          </a:p>
          <a:p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using</a:t>
            </a:r>
            <a:r>
              <a:rPr lang="en-US" sz="1600" b="1">
                <a:latin typeface="Courier New" pitchFamily="49" charset="0"/>
              </a:rPr>
              <a:t> 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namespace</a:t>
            </a:r>
            <a:r>
              <a:rPr lang="en-US" sz="1600" b="1">
                <a:latin typeface="Courier New" pitchFamily="49" charset="0"/>
              </a:rPr>
              <a:t> </a:t>
            </a:r>
            <a:r>
              <a:rPr lang="en-US" sz="1600" b="1">
                <a:solidFill>
                  <a:srgbClr val="666616"/>
                </a:solidFill>
                <a:latin typeface="Courier New" pitchFamily="49" charset="0"/>
              </a:rPr>
              <a:t>std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600" b="1">
              <a:latin typeface="Courier New" pitchFamily="49" charset="0"/>
            </a:endParaRPr>
          </a:p>
          <a:p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600" b="1">
                <a:latin typeface="Courier New" pitchFamily="49" charset="0"/>
              </a:rPr>
              <a:t> </a:t>
            </a:r>
            <a:r>
              <a:rPr lang="en-US" sz="1600" b="1">
                <a:solidFill>
                  <a:srgbClr val="400000"/>
                </a:solidFill>
                <a:latin typeface="Courier New" pitchFamily="49" charset="0"/>
              </a:rPr>
              <a:t>main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endParaRPr lang="en-US" sz="1600" b="1">
              <a:latin typeface="Courier New" pitchFamily="49" charset="0"/>
            </a:endParaRPr>
          </a:p>
          <a:p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{</a:t>
            </a:r>
            <a:endParaRPr lang="en-US" sz="1600">
              <a:latin typeface="Courier New" pitchFamily="49" charset="0"/>
            </a:endParaRPr>
          </a:p>
          <a:p>
            <a:r>
              <a:rPr lang="en-US" sz="1600">
                <a:latin typeface="Courier New" pitchFamily="49" charset="0"/>
              </a:rPr>
              <a:t>    </a:t>
            </a:r>
            <a:r>
              <a:rPr lang="en-US" sz="1600">
                <a:solidFill>
                  <a:srgbClr val="603000"/>
                </a:solidFill>
                <a:latin typeface="Courier New" pitchFamily="49" charset="0"/>
              </a:rPr>
              <a:t>vector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&lt;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char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</a:rPr>
              <a:t>&gt;</a:t>
            </a:r>
            <a:r>
              <a:rPr lang="en-US" sz="1600" b="1">
                <a:latin typeface="Courier New" pitchFamily="49" charset="0"/>
              </a:rPr>
              <a:t> v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600" b="1">
                <a:solidFill>
                  <a:srgbClr val="008C00"/>
                </a:solidFill>
                <a:latin typeface="Courier New" pitchFamily="49" charset="0"/>
              </a:rPr>
              <a:t>10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600" b="1">
                <a:latin typeface="Courier New" pitchFamily="49" charset="0"/>
              </a:rPr>
              <a:t> </a:t>
            </a:r>
          </a:p>
          <a:p>
            <a:r>
              <a:rPr lang="en-US" sz="1600">
                <a:latin typeface="Courier New" pitchFamily="49" charset="0"/>
              </a:rPr>
              <a:t>    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unsigned</a:t>
            </a:r>
            <a:r>
              <a:rPr lang="en-US" sz="1600" b="1">
                <a:latin typeface="Courier New" pitchFamily="49" charset="0"/>
              </a:rPr>
              <a:t> 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600" b="1">
                <a:latin typeface="Courier New" pitchFamily="49" charset="0"/>
              </a:rPr>
              <a:t> i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600" b="1">
              <a:latin typeface="Courier New" pitchFamily="49" charset="0"/>
            </a:endParaRPr>
          </a:p>
          <a:p>
            <a:r>
              <a:rPr lang="en-US" sz="1600">
                <a:latin typeface="Courier New" pitchFamily="49" charset="0"/>
              </a:rPr>
              <a:t>    </a:t>
            </a:r>
            <a:r>
              <a:rPr lang="en-US" sz="1600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en-US" sz="1600">
                <a:latin typeface="Courier New" pitchFamily="49" charset="0"/>
              </a:rPr>
              <a:t> 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600">
                <a:latin typeface="Courier New" pitchFamily="49" charset="0"/>
              </a:rPr>
              <a:t> </a:t>
            </a:r>
            <a:r>
              <a:rPr lang="en-US" sz="1600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 sz="1600">
                <a:solidFill>
                  <a:srgbClr val="0000E6"/>
                </a:solidFill>
                <a:latin typeface="Courier New" pitchFamily="49" charset="0"/>
              </a:rPr>
              <a:t>Size = </a:t>
            </a:r>
            <a:r>
              <a:rPr lang="en-US" sz="1600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 sz="1600">
                <a:latin typeface="Courier New" pitchFamily="49" charset="0"/>
              </a:rPr>
              <a:t> 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600">
                <a:latin typeface="Courier New" pitchFamily="49" charset="0"/>
              </a:rPr>
              <a:t> v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600">
                <a:latin typeface="Courier New" pitchFamily="49" charset="0"/>
              </a:rPr>
              <a:t>size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600">
                <a:latin typeface="Courier New" pitchFamily="49" charset="0"/>
              </a:rPr>
              <a:t> 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600">
                <a:latin typeface="Courier New" pitchFamily="49" charset="0"/>
              </a:rPr>
              <a:t> </a:t>
            </a:r>
            <a:r>
              <a:rPr lang="en-US" sz="1600">
                <a:solidFill>
                  <a:srgbClr val="603000"/>
                </a:solidFill>
                <a:latin typeface="Courier New" pitchFamily="49" charset="0"/>
              </a:rPr>
              <a:t>endl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600">
              <a:latin typeface="Courier New" pitchFamily="49" charset="0"/>
            </a:endParaRPr>
          </a:p>
          <a:p>
            <a:r>
              <a:rPr lang="nn-NO" sz="1600">
                <a:latin typeface="Courier New" pitchFamily="49" charset="0"/>
              </a:rPr>
              <a:t>    </a:t>
            </a:r>
            <a:r>
              <a:rPr lang="nn-NO" sz="1600" b="1">
                <a:solidFill>
                  <a:srgbClr val="800000"/>
                </a:solidFill>
                <a:latin typeface="Courier New" pitchFamily="49" charset="0"/>
              </a:rPr>
              <a:t>for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nn-NO" sz="1600" b="1">
                <a:latin typeface="Courier New" pitchFamily="49" charset="0"/>
              </a:rPr>
              <a:t>i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nn-NO" sz="1600" b="1">
                <a:solidFill>
                  <a:srgbClr val="008C00"/>
                </a:solidFill>
                <a:latin typeface="Courier New" pitchFamily="49" charset="0"/>
              </a:rPr>
              <a:t>0</a:t>
            </a:r>
            <a:r>
              <a:rPr lang="nn-NO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nn-NO" sz="1600" b="1">
                <a:latin typeface="Courier New" pitchFamily="49" charset="0"/>
              </a:rPr>
              <a:t> i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&lt;</a:t>
            </a:r>
            <a:r>
              <a:rPr lang="nn-NO" sz="1600" b="1">
                <a:solidFill>
                  <a:srgbClr val="008C00"/>
                </a:solidFill>
                <a:latin typeface="Courier New" pitchFamily="49" charset="0"/>
              </a:rPr>
              <a:t>10</a:t>
            </a:r>
            <a:r>
              <a:rPr lang="nn-NO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nn-NO" sz="1600" b="1">
                <a:latin typeface="Courier New" pitchFamily="49" charset="0"/>
              </a:rPr>
              <a:t> i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++)</a:t>
            </a:r>
            <a:r>
              <a:rPr lang="nn-NO" sz="1600" b="1">
                <a:latin typeface="Courier New" pitchFamily="49" charset="0"/>
              </a:rPr>
              <a:t> v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[</a:t>
            </a:r>
            <a:r>
              <a:rPr lang="nn-NO" sz="1600" b="1">
                <a:latin typeface="Courier New" pitchFamily="49" charset="0"/>
              </a:rPr>
              <a:t>i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]</a:t>
            </a:r>
            <a:r>
              <a:rPr lang="nn-NO" sz="1600" b="1">
                <a:latin typeface="Courier New" pitchFamily="49" charset="0"/>
              </a:rPr>
              <a:t> 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nn-NO" sz="1600" b="1">
                <a:latin typeface="Courier New" pitchFamily="49" charset="0"/>
              </a:rPr>
              <a:t> i 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+</a:t>
            </a:r>
            <a:r>
              <a:rPr lang="nn-NO" sz="1600" b="1">
                <a:latin typeface="Courier New" pitchFamily="49" charset="0"/>
              </a:rPr>
              <a:t> </a:t>
            </a:r>
            <a:r>
              <a:rPr lang="nn-NO" sz="1600" b="1">
                <a:solidFill>
                  <a:srgbClr val="0000E6"/>
                </a:solidFill>
                <a:latin typeface="Courier New" pitchFamily="49" charset="0"/>
              </a:rPr>
              <a:t>'a'</a:t>
            </a:r>
            <a:r>
              <a:rPr lang="nn-NO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nn-NO" sz="1600" b="1">
              <a:latin typeface="Courier New" pitchFamily="49" charset="0"/>
            </a:endParaRPr>
          </a:p>
          <a:p>
            <a:r>
              <a:rPr lang="nn-NO" sz="1600">
                <a:latin typeface="Courier New" pitchFamily="49" charset="0"/>
              </a:rPr>
              <a:t>    </a:t>
            </a:r>
            <a:r>
              <a:rPr lang="nn-NO" sz="1600" b="1">
                <a:solidFill>
                  <a:srgbClr val="800000"/>
                </a:solidFill>
                <a:latin typeface="Courier New" pitchFamily="49" charset="0"/>
              </a:rPr>
              <a:t>for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nn-NO" sz="1600" b="1">
                <a:latin typeface="Courier New" pitchFamily="49" charset="0"/>
              </a:rPr>
              <a:t>i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nn-NO" sz="1600" b="1">
                <a:solidFill>
                  <a:srgbClr val="008C00"/>
                </a:solidFill>
                <a:latin typeface="Courier New" pitchFamily="49" charset="0"/>
              </a:rPr>
              <a:t>0</a:t>
            </a:r>
            <a:r>
              <a:rPr lang="nn-NO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nn-NO" sz="1600" b="1">
                <a:latin typeface="Courier New" pitchFamily="49" charset="0"/>
              </a:rPr>
              <a:t> i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&lt;</a:t>
            </a:r>
            <a:r>
              <a:rPr lang="nn-NO" sz="1600" b="1">
                <a:latin typeface="Courier New" pitchFamily="49" charset="0"/>
              </a:rPr>
              <a:t>v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nn-NO" sz="1600" b="1">
                <a:latin typeface="Courier New" pitchFamily="49" charset="0"/>
              </a:rPr>
              <a:t>size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nn-NO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nn-NO" sz="1600" b="1">
                <a:latin typeface="Courier New" pitchFamily="49" charset="0"/>
              </a:rPr>
              <a:t> i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++)</a:t>
            </a:r>
            <a:r>
              <a:rPr lang="nn-NO" sz="1600" b="1">
                <a:latin typeface="Courier New" pitchFamily="49" charset="0"/>
              </a:rPr>
              <a:t> </a:t>
            </a:r>
            <a:r>
              <a:rPr lang="nn-NO" sz="1600" b="1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nn-NO" sz="1600" b="1">
                <a:latin typeface="Courier New" pitchFamily="49" charset="0"/>
              </a:rPr>
              <a:t> 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nn-NO" sz="1600" b="1">
                <a:latin typeface="Courier New" pitchFamily="49" charset="0"/>
              </a:rPr>
              <a:t> v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[</a:t>
            </a:r>
            <a:r>
              <a:rPr lang="nn-NO" sz="1600" b="1">
                <a:latin typeface="Courier New" pitchFamily="49" charset="0"/>
              </a:rPr>
              <a:t>i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]</a:t>
            </a:r>
            <a:r>
              <a:rPr lang="nn-NO" sz="1600" b="1">
                <a:latin typeface="Courier New" pitchFamily="49" charset="0"/>
              </a:rPr>
              <a:t> 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nn-NO" sz="1600" b="1">
                <a:latin typeface="Courier New" pitchFamily="49" charset="0"/>
              </a:rPr>
              <a:t> </a:t>
            </a:r>
            <a:r>
              <a:rPr lang="nn-NO" sz="1600" b="1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nn-NO" sz="1600" b="1">
                <a:solidFill>
                  <a:srgbClr val="0000E6"/>
                </a:solidFill>
                <a:latin typeface="Courier New" pitchFamily="49" charset="0"/>
              </a:rPr>
              <a:t> </a:t>
            </a:r>
            <a:r>
              <a:rPr lang="nn-NO" sz="1600" b="1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nn-NO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</a:p>
          <a:p>
            <a:r>
              <a:rPr lang="en-US" sz="1600">
                <a:solidFill>
                  <a:srgbClr val="603000"/>
                </a:solidFill>
                <a:latin typeface="Courier New" pitchFamily="49" charset="0"/>
              </a:rPr>
              <a:t>    cout</a:t>
            </a:r>
            <a:r>
              <a:rPr lang="en-US" sz="1600">
                <a:latin typeface="Courier New" pitchFamily="49" charset="0"/>
              </a:rPr>
              <a:t> 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600">
                <a:latin typeface="Courier New" pitchFamily="49" charset="0"/>
              </a:rPr>
              <a:t> </a:t>
            </a:r>
            <a:r>
              <a:rPr lang="en-US" sz="1600">
                <a:solidFill>
                  <a:srgbClr val="603000"/>
                </a:solidFill>
                <a:latin typeface="Courier New" pitchFamily="49" charset="0"/>
              </a:rPr>
              <a:t>endl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nn-NO" sz="1600" b="1">
              <a:latin typeface="Courier New" pitchFamily="49" charset="0"/>
            </a:endParaRPr>
          </a:p>
          <a:p>
            <a:r>
              <a:rPr lang="en-US" sz="1600">
                <a:latin typeface="Courier New" pitchFamily="49" charset="0"/>
              </a:rPr>
              <a:t>    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for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600" b="1">
                <a:latin typeface="Courier New" pitchFamily="49" charset="0"/>
              </a:rPr>
              <a:t>i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sz="1600" b="1">
                <a:solidFill>
                  <a:srgbClr val="008C00"/>
                </a:solidFill>
                <a:latin typeface="Courier New" pitchFamily="49" charset="0"/>
              </a:rPr>
              <a:t>0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600" b="1">
                <a:latin typeface="Courier New" pitchFamily="49" charset="0"/>
              </a:rPr>
              <a:t> i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&lt;</a:t>
            </a:r>
            <a:r>
              <a:rPr lang="en-US" sz="1600" b="1">
                <a:solidFill>
                  <a:srgbClr val="008C00"/>
                </a:solidFill>
                <a:latin typeface="Courier New" pitchFamily="49" charset="0"/>
              </a:rPr>
              <a:t>10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600" b="1">
                <a:latin typeface="Courier New" pitchFamily="49" charset="0"/>
              </a:rPr>
              <a:t> i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++)</a:t>
            </a:r>
            <a:r>
              <a:rPr lang="en-US" sz="1600" b="1">
                <a:latin typeface="Courier New" pitchFamily="49" charset="0"/>
              </a:rPr>
              <a:t> v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600" b="1">
                <a:latin typeface="Courier New" pitchFamily="49" charset="0"/>
              </a:rPr>
              <a:t>push_back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600" b="1">
                <a:latin typeface="Courier New" pitchFamily="49" charset="0"/>
              </a:rPr>
              <a:t>i 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+</a:t>
            </a:r>
            <a:r>
              <a:rPr lang="en-US" sz="1600" b="1">
                <a:latin typeface="Courier New" pitchFamily="49" charset="0"/>
              </a:rPr>
              <a:t> </a:t>
            </a:r>
            <a:r>
              <a:rPr lang="en-US" sz="1600" b="1">
                <a:solidFill>
                  <a:srgbClr val="008C00"/>
                </a:solidFill>
                <a:latin typeface="Courier New" pitchFamily="49" charset="0"/>
              </a:rPr>
              <a:t>10</a:t>
            </a:r>
            <a:r>
              <a:rPr lang="en-US" sz="1600" b="1">
                <a:latin typeface="Courier New" pitchFamily="49" charset="0"/>
              </a:rPr>
              <a:t> 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+</a:t>
            </a:r>
            <a:r>
              <a:rPr lang="en-US" sz="1600" b="1">
                <a:latin typeface="Courier New" pitchFamily="49" charset="0"/>
              </a:rPr>
              <a:t> </a:t>
            </a:r>
            <a:r>
              <a:rPr lang="en-US" sz="1600" b="1">
                <a:solidFill>
                  <a:srgbClr val="0000E6"/>
                </a:solidFill>
                <a:latin typeface="Courier New" pitchFamily="49" charset="0"/>
              </a:rPr>
              <a:t>'a'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600" b="1">
              <a:latin typeface="Courier New" pitchFamily="49" charset="0"/>
            </a:endParaRPr>
          </a:p>
          <a:p>
            <a:r>
              <a:rPr lang="en-US" sz="1600">
                <a:latin typeface="Courier New" pitchFamily="49" charset="0"/>
              </a:rPr>
              <a:t>    </a:t>
            </a:r>
            <a:r>
              <a:rPr lang="en-US" sz="1600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en-US" sz="1600">
                <a:latin typeface="Courier New" pitchFamily="49" charset="0"/>
              </a:rPr>
              <a:t> 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600">
                <a:latin typeface="Courier New" pitchFamily="49" charset="0"/>
              </a:rPr>
              <a:t> </a:t>
            </a:r>
            <a:r>
              <a:rPr lang="en-US" sz="1600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 sz="1600">
                <a:solidFill>
                  <a:srgbClr val="0000E6"/>
                </a:solidFill>
                <a:latin typeface="Courier New" pitchFamily="49" charset="0"/>
              </a:rPr>
              <a:t>Size now = </a:t>
            </a:r>
            <a:r>
              <a:rPr lang="en-US" sz="1600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 sz="1600">
                <a:latin typeface="Courier New" pitchFamily="49" charset="0"/>
              </a:rPr>
              <a:t> 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600">
                <a:latin typeface="Courier New" pitchFamily="49" charset="0"/>
              </a:rPr>
              <a:t> v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600">
                <a:latin typeface="Courier New" pitchFamily="49" charset="0"/>
              </a:rPr>
              <a:t>size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600">
                <a:latin typeface="Courier New" pitchFamily="49" charset="0"/>
              </a:rPr>
              <a:t> 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600">
                <a:latin typeface="Courier New" pitchFamily="49" charset="0"/>
              </a:rPr>
              <a:t> </a:t>
            </a:r>
            <a:r>
              <a:rPr lang="en-US" sz="1600">
                <a:solidFill>
                  <a:srgbClr val="603000"/>
                </a:solidFill>
                <a:latin typeface="Courier New" pitchFamily="49" charset="0"/>
              </a:rPr>
              <a:t>endl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600">
              <a:latin typeface="Courier New" pitchFamily="49" charset="0"/>
            </a:endParaRPr>
          </a:p>
          <a:p>
            <a:r>
              <a:rPr lang="nn-NO" sz="1600">
                <a:latin typeface="Courier New" pitchFamily="49" charset="0"/>
              </a:rPr>
              <a:t>    </a:t>
            </a:r>
            <a:r>
              <a:rPr lang="nn-NO" sz="1600" b="1">
                <a:solidFill>
                  <a:srgbClr val="800000"/>
                </a:solidFill>
                <a:latin typeface="Courier New" pitchFamily="49" charset="0"/>
              </a:rPr>
              <a:t>for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nn-NO" sz="1600" b="1">
                <a:latin typeface="Courier New" pitchFamily="49" charset="0"/>
              </a:rPr>
              <a:t>i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nn-NO" sz="1600" b="1">
                <a:solidFill>
                  <a:srgbClr val="008C00"/>
                </a:solidFill>
                <a:latin typeface="Courier New" pitchFamily="49" charset="0"/>
              </a:rPr>
              <a:t>0</a:t>
            </a:r>
            <a:r>
              <a:rPr lang="nn-NO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nn-NO" sz="1600" b="1">
                <a:latin typeface="Courier New" pitchFamily="49" charset="0"/>
              </a:rPr>
              <a:t> i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&lt;</a:t>
            </a:r>
            <a:r>
              <a:rPr lang="nn-NO" sz="1600" b="1">
                <a:latin typeface="Courier New" pitchFamily="49" charset="0"/>
              </a:rPr>
              <a:t>v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nn-NO" sz="1600" b="1">
                <a:latin typeface="Courier New" pitchFamily="49" charset="0"/>
              </a:rPr>
              <a:t>size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nn-NO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nn-NO" sz="1600" b="1">
                <a:latin typeface="Courier New" pitchFamily="49" charset="0"/>
              </a:rPr>
              <a:t> i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++)</a:t>
            </a:r>
            <a:r>
              <a:rPr lang="nn-NO" sz="1600" b="1">
                <a:latin typeface="Courier New" pitchFamily="49" charset="0"/>
              </a:rPr>
              <a:t> </a:t>
            </a:r>
            <a:r>
              <a:rPr lang="nn-NO" sz="1600" b="1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nn-NO" sz="1600" b="1">
                <a:latin typeface="Courier New" pitchFamily="49" charset="0"/>
              </a:rPr>
              <a:t> 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nn-NO" sz="1600" b="1">
                <a:latin typeface="Courier New" pitchFamily="49" charset="0"/>
              </a:rPr>
              <a:t> v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[</a:t>
            </a:r>
            <a:r>
              <a:rPr lang="nn-NO" sz="1600" b="1">
                <a:latin typeface="Courier New" pitchFamily="49" charset="0"/>
              </a:rPr>
              <a:t>i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]</a:t>
            </a:r>
            <a:r>
              <a:rPr lang="nn-NO" sz="1600" b="1">
                <a:latin typeface="Courier New" pitchFamily="49" charset="0"/>
              </a:rPr>
              <a:t> 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nn-NO" sz="1600" b="1">
                <a:latin typeface="Courier New" pitchFamily="49" charset="0"/>
              </a:rPr>
              <a:t> </a:t>
            </a:r>
            <a:r>
              <a:rPr lang="nn-NO" sz="1600" b="1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nn-NO" sz="1600" b="1">
                <a:solidFill>
                  <a:srgbClr val="0000E6"/>
                </a:solidFill>
                <a:latin typeface="Courier New" pitchFamily="49" charset="0"/>
              </a:rPr>
              <a:t> </a:t>
            </a:r>
            <a:r>
              <a:rPr lang="nn-NO" sz="1600" b="1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nn-NO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</a:p>
          <a:p>
            <a:r>
              <a:rPr lang="en-US" sz="1600">
                <a:solidFill>
                  <a:srgbClr val="603000"/>
                </a:solidFill>
                <a:latin typeface="Courier New" pitchFamily="49" charset="0"/>
              </a:rPr>
              <a:t>    cout</a:t>
            </a:r>
            <a:r>
              <a:rPr lang="en-US" sz="1600">
                <a:latin typeface="Courier New" pitchFamily="49" charset="0"/>
              </a:rPr>
              <a:t> 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600">
                <a:latin typeface="Courier New" pitchFamily="49" charset="0"/>
              </a:rPr>
              <a:t> </a:t>
            </a:r>
            <a:r>
              <a:rPr lang="en-US" sz="1600">
                <a:solidFill>
                  <a:srgbClr val="603000"/>
                </a:solidFill>
                <a:latin typeface="Courier New" pitchFamily="49" charset="0"/>
              </a:rPr>
              <a:t>endl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nn-NO" sz="1600" b="1">
              <a:latin typeface="Courier New" pitchFamily="49" charset="0"/>
            </a:endParaRPr>
          </a:p>
          <a:p>
            <a:r>
              <a:rPr lang="nn-NO" sz="1600">
                <a:latin typeface="Courier New" pitchFamily="49" charset="0"/>
              </a:rPr>
              <a:t>    </a:t>
            </a:r>
            <a:r>
              <a:rPr lang="nn-NO" sz="1600" b="1">
                <a:solidFill>
                  <a:srgbClr val="800000"/>
                </a:solidFill>
                <a:latin typeface="Courier New" pitchFamily="49" charset="0"/>
              </a:rPr>
              <a:t>for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nn-NO" sz="1600" b="1">
                <a:latin typeface="Courier New" pitchFamily="49" charset="0"/>
              </a:rPr>
              <a:t>i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nn-NO" sz="1600" b="1">
                <a:solidFill>
                  <a:srgbClr val="008C00"/>
                </a:solidFill>
                <a:latin typeface="Courier New" pitchFamily="49" charset="0"/>
              </a:rPr>
              <a:t>0</a:t>
            </a:r>
            <a:r>
              <a:rPr lang="nn-NO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nn-NO" sz="1600" b="1">
                <a:latin typeface="Courier New" pitchFamily="49" charset="0"/>
              </a:rPr>
              <a:t> i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&lt;</a:t>
            </a:r>
            <a:r>
              <a:rPr lang="nn-NO" sz="1600" b="1">
                <a:latin typeface="Courier New" pitchFamily="49" charset="0"/>
              </a:rPr>
              <a:t>v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nn-NO" sz="1600" b="1">
                <a:latin typeface="Courier New" pitchFamily="49" charset="0"/>
              </a:rPr>
              <a:t>size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nn-NO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nn-NO" sz="1600" b="1">
                <a:latin typeface="Courier New" pitchFamily="49" charset="0"/>
              </a:rPr>
              <a:t> i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++)</a:t>
            </a:r>
            <a:r>
              <a:rPr lang="nn-NO" sz="1600" b="1">
                <a:latin typeface="Courier New" pitchFamily="49" charset="0"/>
              </a:rPr>
              <a:t> v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[</a:t>
            </a:r>
            <a:r>
              <a:rPr lang="nn-NO" sz="1600" b="1">
                <a:latin typeface="Courier New" pitchFamily="49" charset="0"/>
              </a:rPr>
              <a:t>i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]</a:t>
            </a:r>
            <a:r>
              <a:rPr lang="nn-NO" sz="1600" b="1">
                <a:latin typeface="Courier New" pitchFamily="49" charset="0"/>
              </a:rPr>
              <a:t> 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nn-NO" sz="1600" b="1">
                <a:latin typeface="Courier New" pitchFamily="49" charset="0"/>
              </a:rPr>
              <a:t> </a:t>
            </a:r>
            <a:r>
              <a:rPr lang="nn-NO" sz="1600" b="1">
                <a:solidFill>
                  <a:srgbClr val="603000"/>
                </a:solidFill>
                <a:latin typeface="Courier New" pitchFamily="49" charset="0"/>
              </a:rPr>
              <a:t>toupper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nn-NO" sz="1600" b="1">
                <a:latin typeface="Courier New" pitchFamily="49" charset="0"/>
              </a:rPr>
              <a:t>v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[</a:t>
            </a:r>
            <a:r>
              <a:rPr lang="nn-NO" sz="1600" b="1">
                <a:latin typeface="Courier New" pitchFamily="49" charset="0"/>
              </a:rPr>
              <a:t>i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])</a:t>
            </a:r>
            <a:r>
              <a:rPr lang="nn-NO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nn-NO" sz="1600" b="1">
              <a:latin typeface="Courier New" pitchFamily="49" charset="0"/>
            </a:endParaRPr>
          </a:p>
          <a:p>
            <a:r>
              <a:rPr lang="nn-NO" sz="1600" b="1">
                <a:solidFill>
                  <a:srgbClr val="800000"/>
                </a:solidFill>
                <a:latin typeface="Courier New" pitchFamily="49" charset="0"/>
              </a:rPr>
              <a:t>    for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nn-NO" sz="1600" b="1">
                <a:latin typeface="Courier New" pitchFamily="49" charset="0"/>
              </a:rPr>
              <a:t>i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nn-NO" sz="1600" b="1">
                <a:solidFill>
                  <a:srgbClr val="008C00"/>
                </a:solidFill>
                <a:latin typeface="Courier New" pitchFamily="49" charset="0"/>
              </a:rPr>
              <a:t>0</a:t>
            </a:r>
            <a:r>
              <a:rPr lang="nn-NO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nn-NO" sz="1600" b="1">
                <a:latin typeface="Courier New" pitchFamily="49" charset="0"/>
              </a:rPr>
              <a:t> i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&lt;</a:t>
            </a:r>
            <a:r>
              <a:rPr lang="nn-NO" sz="1600" b="1">
                <a:latin typeface="Courier New" pitchFamily="49" charset="0"/>
              </a:rPr>
              <a:t>v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nn-NO" sz="1600" b="1">
                <a:latin typeface="Courier New" pitchFamily="49" charset="0"/>
              </a:rPr>
              <a:t>size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nn-NO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nn-NO" sz="1600" b="1">
                <a:latin typeface="Courier New" pitchFamily="49" charset="0"/>
              </a:rPr>
              <a:t> i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++)</a:t>
            </a:r>
            <a:r>
              <a:rPr lang="nn-NO" sz="1600" b="1">
                <a:latin typeface="Courier New" pitchFamily="49" charset="0"/>
              </a:rPr>
              <a:t> </a:t>
            </a:r>
            <a:r>
              <a:rPr lang="nn-NO" sz="1600" b="1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nn-NO" sz="1600" b="1">
                <a:latin typeface="Courier New" pitchFamily="49" charset="0"/>
              </a:rPr>
              <a:t> 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nn-NO" sz="1600" b="1">
                <a:latin typeface="Courier New" pitchFamily="49" charset="0"/>
              </a:rPr>
              <a:t> v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[</a:t>
            </a:r>
            <a:r>
              <a:rPr lang="nn-NO" sz="1600" b="1">
                <a:latin typeface="Courier New" pitchFamily="49" charset="0"/>
              </a:rPr>
              <a:t>i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]</a:t>
            </a:r>
            <a:r>
              <a:rPr lang="nn-NO" sz="1600" b="1">
                <a:latin typeface="Courier New" pitchFamily="49" charset="0"/>
              </a:rPr>
              <a:t> </a:t>
            </a:r>
            <a:r>
              <a:rPr lang="nn-NO" sz="1600" b="1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nn-NO" sz="1600" b="1">
                <a:latin typeface="Courier New" pitchFamily="49" charset="0"/>
              </a:rPr>
              <a:t> </a:t>
            </a:r>
            <a:r>
              <a:rPr lang="nn-NO" sz="1600" b="1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nn-NO" sz="1600" b="1">
                <a:solidFill>
                  <a:srgbClr val="0000E6"/>
                </a:solidFill>
                <a:latin typeface="Courier New" pitchFamily="49" charset="0"/>
              </a:rPr>
              <a:t> </a:t>
            </a:r>
            <a:r>
              <a:rPr lang="nn-NO" sz="1600" b="1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nn-NO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nn-NO" sz="1600" b="1">
              <a:latin typeface="Courier New" pitchFamily="49" charset="0"/>
            </a:endParaRPr>
          </a:p>
          <a:p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}</a:t>
            </a:r>
            <a:endParaRPr lang="en-US" sz="1600">
              <a:latin typeface="Times New Roman" pitchFamily="18" charset="0"/>
            </a:endParaRPr>
          </a:p>
        </p:txBody>
      </p:sp>
      <p:sp>
        <p:nvSpPr>
          <p:cNvPr id="14344" name="Rectangle 7"/>
          <p:cNvSpPr>
            <a:spLocks noChangeArrowheads="1"/>
          </p:cNvSpPr>
          <p:nvPr/>
        </p:nvSpPr>
        <p:spPr bwMode="auto">
          <a:xfrm>
            <a:off x="4725988" y="2838450"/>
            <a:ext cx="5038725" cy="1169988"/>
          </a:xfrm>
          <a:prstGeom prst="rect">
            <a:avLst/>
          </a:prstGeom>
          <a:solidFill>
            <a:srgbClr val="FFC000">
              <a:alpha val="25098"/>
            </a:srgb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/>
              <a:t>Size = 10</a:t>
            </a:r>
          </a:p>
          <a:p>
            <a:r>
              <a:rPr lang="pt-BR"/>
              <a:t>a b c d e f g h i j</a:t>
            </a:r>
          </a:p>
          <a:p>
            <a:r>
              <a:rPr lang="pt-BR"/>
              <a:t>Size now = 20</a:t>
            </a:r>
          </a:p>
          <a:p>
            <a:r>
              <a:rPr lang="pt-BR"/>
              <a:t>a b c d e f g h i j k l m n o p q r s t</a:t>
            </a:r>
          </a:p>
          <a:p>
            <a:r>
              <a:rPr lang="pt-BR"/>
              <a:t>A B C D E F G H I J K L M N O P Q R S T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Google Shape;248;p29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AE0C8768-75A2-4C6A-B300-670D9C6FE8C0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14</a:t>
            </a:fld>
            <a:endParaRPr lang="en-US" sz="1800"/>
          </a:p>
        </p:txBody>
      </p:sp>
      <p:sp>
        <p:nvSpPr>
          <p:cNvPr id="15365" name="Google Shape;251;p29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15366" name="Google Shape;252;p29"/>
          <p:cNvSpPr txBox="1">
            <a:spLocks noChangeArrowheads="1"/>
          </p:cNvSpPr>
          <p:nvPr/>
        </p:nvSpPr>
        <p:spPr bwMode="auto">
          <a:xfrm>
            <a:off x="188913" y="1271588"/>
            <a:ext cx="9721850" cy="15176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>
                <a:solidFill>
                  <a:srgbClr val="0000FF"/>
                </a:solidFill>
              </a:rPr>
              <a:t>Containere de tip secventa							Vector (Dynamic Array)</a:t>
            </a:r>
          </a:p>
          <a:p>
            <a:endParaRPr lang="en-US" sz="2000" b="1"/>
          </a:p>
          <a:p>
            <a:r>
              <a:rPr lang="en-US" sz="2000" b="1"/>
              <a:t>Exemplu - accesarea unui vector cu iterator</a:t>
            </a:r>
          </a:p>
        </p:txBody>
      </p:sp>
      <p:grpSp>
        <p:nvGrpSpPr>
          <p:cNvPr id="15367" name="Group 9"/>
          <p:cNvGrpSpPr>
            <a:grpSpLocks/>
          </p:cNvGrpSpPr>
          <p:nvPr/>
        </p:nvGrpSpPr>
        <p:grpSpPr bwMode="auto">
          <a:xfrm>
            <a:off x="696913" y="2865438"/>
            <a:ext cx="8991600" cy="4278312"/>
            <a:chOff x="696912" y="2865437"/>
            <a:chExt cx="8991600" cy="4278094"/>
          </a:xfrm>
        </p:grpSpPr>
        <p:sp>
          <p:nvSpPr>
            <p:cNvPr id="15368" name="Rectangle 6"/>
            <p:cNvSpPr>
              <a:spLocks noChangeArrowheads="1"/>
            </p:cNvSpPr>
            <p:nvPr/>
          </p:nvSpPr>
          <p:spPr bwMode="auto">
            <a:xfrm>
              <a:off x="696912" y="2865437"/>
              <a:ext cx="8991600" cy="42780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600">
                  <a:solidFill>
                    <a:srgbClr val="004A43"/>
                  </a:solidFill>
                  <a:latin typeface="Courier New" pitchFamily="49" charset="0"/>
                </a:rPr>
                <a:t>#include </a:t>
              </a:r>
              <a:r>
                <a:rPr lang="en-US" sz="1600">
                  <a:solidFill>
                    <a:srgbClr val="800000"/>
                  </a:solidFill>
                  <a:latin typeface="Courier New" pitchFamily="49" charset="0"/>
                </a:rPr>
                <a:t>&lt;</a:t>
              </a:r>
              <a:r>
                <a:rPr lang="en-US" sz="1600">
                  <a:solidFill>
                    <a:srgbClr val="40015A"/>
                  </a:solidFill>
                  <a:latin typeface="Courier New" pitchFamily="49" charset="0"/>
                </a:rPr>
                <a:t>iostream</a:t>
              </a:r>
              <a:r>
                <a:rPr lang="en-US" sz="1600">
                  <a:solidFill>
                    <a:srgbClr val="800000"/>
                  </a:solidFill>
                  <a:latin typeface="Courier New" pitchFamily="49" charset="0"/>
                </a:rPr>
                <a:t>&gt;</a:t>
              </a:r>
              <a:endParaRPr lang="en-US" sz="1600">
                <a:latin typeface="Courier New" pitchFamily="49" charset="0"/>
              </a:endParaRPr>
            </a:p>
            <a:p>
              <a:r>
                <a:rPr lang="en-US" sz="1600">
                  <a:solidFill>
                    <a:srgbClr val="004A43"/>
                  </a:solidFill>
                  <a:latin typeface="Courier New" pitchFamily="49" charset="0"/>
                </a:rPr>
                <a:t>#include </a:t>
              </a:r>
              <a:r>
                <a:rPr lang="en-US" sz="1600">
                  <a:solidFill>
                    <a:srgbClr val="800000"/>
                  </a:solidFill>
                  <a:latin typeface="Courier New" pitchFamily="49" charset="0"/>
                </a:rPr>
                <a:t>&lt;</a:t>
              </a:r>
              <a:r>
                <a:rPr lang="en-US" sz="1600">
                  <a:solidFill>
                    <a:srgbClr val="40015A"/>
                  </a:solidFill>
                  <a:latin typeface="Courier New" pitchFamily="49" charset="0"/>
                </a:rPr>
                <a:t>vector</a:t>
              </a:r>
              <a:r>
                <a:rPr lang="en-US" sz="1600">
                  <a:solidFill>
                    <a:srgbClr val="800000"/>
                  </a:solidFill>
                  <a:latin typeface="Courier New" pitchFamily="49" charset="0"/>
                </a:rPr>
                <a:t>&gt;</a:t>
              </a:r>
              <a:endParaRPr lang="en-US" sz="1600">
                <a:latin typeface="Courier New" pitchFamily="49" charset="0"/>
              </a:endParaRPr>
            </a:p>
            <a:p>
              <a:r>
                <a:rPr lang="en-US" sz="1600" b="1">
                  <a:solidFill>
                    <a:srgbClr val="800000"/>
                  </a:solidFill>
                  <a:latin typeface="Courier New" pitchFamily="49" charset="0"/>
                </a:rPr>
                <a:t>using</a:t>
              </a:r>
              <a:r>
                <a:rPr lang="en-US" sz="1600" b="1">
                  <a:latin typeface="Courier New" pitchFamily="49" charset="0"/>
                </a:rPr>
                <a:t> </a:t>
              </a:r>
              <a:r>
                <a:rPr lang="en-US" sz="1600" b="1">
                  <a:solidFill>
                    <a:srgbClr val="800000"/>
                  </a:solidFill>
                  <a:latin typeface="Courier New" pitchFamily="49" charset="0"/>
                </a:rPr>
                <a:t>namespace</a:t>
              </a:r>
              <a:r>
                <a:rPr lang="en-US" sz="1600" b="1">
                  <a:latin typeface="Courier New" pitchFamily="49" charset="0"/>
                </a:rPr>
                <a:t> </a:t>
              </a:r>
              <a:r>
                <a:rPr lang="en-US" sz="1600" b="1">
                  <a:solidFill>
                    <a:srgbClr val="666616"/>
                  </a:solidFill>
                  <a:latin typeface="Courier New" pitchFamily="49" charset="0"/>
                </a:rPr>
                <a:t>std</a:t>
              </a:r>
              <a:r>
                <a:rPr lang="en-US" sz="16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600" b="1">
                <a:latin typeface="Courier New" pitchFamily="49" charset="0"/>
              </a:endParaRPr>
            </a:p>
            <a:p>
              <a:r>
                <a:rPr lang="en-US" sz="16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en-US" sz="1600" b="1">
                  <a:latin typeface="Courier New" pitchFamily="49" charset="0"/>
                </a:rPr>
                <a:t> </a:t>
              </a:r>
              <a:r>
                <a:rPr lang="en-US" sz="1600" b="1">
                  <a:solidFill>
                    <a:srgbClr val="400000"/>
                  </a:solidFill>
                  <a:latin typeface="Courier New" pitchFamily="49" charset="0"/>
                </a:rPr>
                <a:t>main</a:t>
              </a:r>
              <a:r>
                <a:rPr lang="en-US" sz="1600" b="1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endParaRPr lang="en-US" sz="1600" b="1">
                <a:latin typeface="Courier New" pitchFamily="49" charset="0"/>
              </a:endParaRPr>
            </a:p>
            <a:p>
              <a:r>
                <a:rPr lang="en-US" sz="1600">
                  <a:solidFill>
                    <a:srgbClr val="800080"/>
                  </a:solidFill>
                  <a:latin typeface="Courier New" pitchFamily="49" charset="0"/>
                </a:rPr>
                <a:t>{</a:t>
              </a:r>
              <a:endParaRPr lang="en-US" sz="1600">
                <a:latin typeface="Courier New" pitchFamily="49" charset="0"/>
              </a:endParaRPr>
            </a:p>
            <a:p>
              <a:r>
                <a:rPr lang="en-US" sz="1600">
                  <a:latin typeface="Courier New" pitchFamily="49" charset="0"/>
                </a:rPr>
                <a:t>    </a:t>
              </a:r>
              <a:r>
                <a:rPr lang="en-US" sz="1600">
                  <a:solidFill>
                    <a:srgbClr val="603000"/>
                  </a:solidFill>
                  <a:latin typeface="Courier New" pitchFamily="49" charset="0"/>
                </a:rPr>
                <a:t>vector</a:t>
              </a:r>
              <a:r>
                <a:rPr lang="en-US" sz="1600">
                  <a:solidFill>
                    <a:srgbClr val="800080"/>
                  </a:solidFill>
                  <a:latin typeface="Courier New" pitchFamily="49" charset="0"/>
                </a:rPr>
                <a:t>&lt;</a:t>
              </a:r>
              <a:r>
                <a:rPr lang="en-US" sz="1600" b="1">
                  <a:solidFill>
                    <a:srgbClr val="800000"/>
                  </a:solidFill>
                  <a:latin typeface="Courier New" pitchFamily="49" charset="0"/>
                </a:rPr>
                <a:t>char</a:t>
              </a:r>
              <a:r>
                <a:rPr lang="en-US" sz="1600" b="1">
                  <a:solidFill>
                    <a:srgbClr val="800080"/>
                  </a:solidFill>
                  <a:latin typeface="Courier New" pitchFamily="49" charset="0"/>
                </a:rPr>
                <a:t>&gt;</a:t>
              </a:r>
              <a:r>
                <a:rPr lang="en-US" sz="1600" b="1">
                  <a:latin typeface="Courier New" pitchFamily="49" charset="0"/>
                </a:rPr>
                <a:t> v</a:t>
              </a:r>
              <a:r>
                <a:rPr lang="en-US" sz="1600" b="1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600" b="1">
                  <a:solidFill>
                    <a:srgbClr val="008C00"/>
                  </a:solidFill>
                  <a:latin typeface="Courier New" pitchFamily="49" charset="0"/>
                </a:rPr>
                <a:t>10</a:t>
              </a:r>
              <a:r>
                <a:rPr lang="en-US" sz="1600" b="1">
                  <a:solidFill>
                    <a:srgbClr val="808030"/>
                  </a:solidFill>
                  <a:latin typeface="Courier New" pitchFamily="49" charset="0"/>
                </a:rPr>
                <a:t>)</a:t>
              </a:r>
              <a:r>
                <a:rPr lang="en-US" sz="16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600" b="1">
                  <a:latin typeface="Courier New" pitchFamily="49" charset="0"/>
                </a:rPr>
                <a:t> </a:t>
              </a:r>
              <a:r>
                <a:rPr lang="en-US" sz="1600" b="1">
                  <a:solidFill>
                    <a:srgbClr val="696969"/>
                  </a:solidFill>
                  <a:latin typeface="Courier New" pitchFamily="49" charset="0"/>
                </a:rPr>
                <a:t>//unsigned int i = 0;</a:t>
              </a:r>
              <a:endParaRPr lang="en-US" sz="1600" b="1">
                <a:latin typeface="Courier New" pitchFamily="49" charset="0"/>
              </a:endParaRPr>
            </a:p>
            <a:p>
              <a:r>
                <a:rPr lang="en-US" sz="1600">
                  <a:latin typeface="Courier New" pitchFamily="49" charset="0"/>
                </a:rPr>
                <a:t>    </a:t>
              </a:r>
              <a:r>
                <a:rPr lang="en-US" sz="1600">
                  <a:solidFill>
                    <a:srgbClr val="603000"/>
                  </a:solidFill>
                  <a:latin typeface="Courier New" pitchFamily="49" charset="0"/>
                </a:rPr>
                <a:t>vector</a:t>
              </a:r>
              <a:r>
                <a:rPr lang="en-US" sz="1600">
                  <a:solidFill>
                    <a:srgbClr val="800080"/>
                  </a:solidFill>
                  <a:latin typeface="Courier New" pitchFamily="49" charset="0"/>
                </a:rPr>
                <a:t>&lt;</a:t>
              </a:r>
              <a:r>
                <a:rPr lang="en-US" sz="1600" b="1">
                  <a:solidFill>
                    <a:srgbClr val="800000"/>
                  </a:solidFill>
                  <a:latin typeface="Courier New" pitchFamily="49" charset="0"/>
                </a:rPr>
                <a:t>char</a:t>
              </a:r>
              <a:r>
                <a:rPr lang="en-US" sz="1600" b="1">
                  <a:solidFill>
                    <a:srgbClr val="800080"/>
                  </a:solidFill>
                  <a:latin typeface="Courier New" pitchFamily="49" charset="0"/>
                </a:rPr>
                <a:t>&gt;::</a:t>
              </a:r>
              <a:r>
                <a:rPr lang="en-US" sz="1600" b="1">
                  <a:solidFill>
                    <a:srgbClr val="603000"/>
                  </a:solidFill>
                  <a:latin typeface="Courier New" pitchFamily="49" charset="0"/>
                </a:rPr>
                <a:t>iterator</a:t>
              </a:r>
              <a:r>
                <a:rPr lang="en-US" sz="1600" b="1">
                  <a:latin typeface="Courier New" pitchFamily="49" charset="0"/>
                </a:rPr>
                <a:t> p</a:t>
              </a:r>
              <a:r>
                <a:rPr lang="en-US" sz="16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600" b="1">
                  <a:latin typeface="Courier New" pitchFamily="49" charset="0"/>
                </a:rPr>
                <a:t>    </a:t>
              </a:r>
            </a:p>
            <a:p>
              <a:r>
                <a:rPr lang="en-US" sz="1600">
                  <a:latin typeface="Courier New" pitchFamily="49" charset="0"/>
                </a:rPr>
                <a:t>    </a:t>
              </a:r>
            </a:p>
            <a:p>
              <a:r>
                <a:rPr lang="en-US" sz="1600">
                  <a:latin typeface="Courier New" pitchFamily="49" charset="0"/>
                </a:rPr>
                <a:t>     </a:t>
              </a:r>
              <a:r>
                <a:rPr lang="en-US" sz="1600" b="1">
                  <a:solidFill>
                    <a:srgbClr val="800000"/>
                  </a:solidFill>
                  <a:latin typeface="Courier New" pitchFamily="49" charset="0"/>
                </a:rPr>
                <a:t>for</a:t>
              </a:r>
              <a:r>
                <a:rPr lang="en-US" sz="1600" b="1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600" b="1">
                  <a:latin typeface="Courier New" pitchFamily="49" charset="0"/>
                </a:rPr>
                <a:t> p </a:t>
              </a:r>
              <a:r>
                <a:rPr lang="en-US" sz="1600" b="1">
                  <a:solidFill>
                    <a:srgbClr val="808030"/>
                  </a:solidFill>
                  <a:latin typeface="Courier New" pitchFamily="49" charset="0"/>
                </a:rPr>
                <a:t>=</a:t>
              </a:r>
              <a:r>
                <a:rPr lang="en-US" sz="1600" b="1">
                  <a:latin typeface="Courier New" pitchFamily="49" charset="0"/>
                </a:rPr>
                <a:t> v</a:t>
              </a:r>
              <a:r>
                <a:rPr lang="en-US" sz="1600" b="1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600" b="1">
                  <a:latin typeface="Courier New" pitchFamily="49" charset="0"/>
                </a:rPr>
                <a:t>begin</a:t>
              </a:r>
              <a:r>
                <a:rPr lang="en-US" sz="1600" b="1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r>
                <a:rPr lang="en-US" sz="16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600" b="1">
                  <a:latin typeface="Courier New" pitchFamily="49" charset="0"/>
                </a:rPr>
                <a:t> p </a:t>
              </a:r>
              <a:r>
                <a:rPr lang="en-US" sz="1600" b="1">
                  <a:solidFill>
                    <a:srgbClr val="808030"/>
                  </a:solidFill>
                  <a:latin typeface="Courier New" pitchFamily="49" charset="0"/>
                </a:rPr>
                <a:t>!=</a:t>
              </a:r>
              <a:r>
                <a:rPr lang="en-US" sz="1600" b="1">
                  <a:latin typeface="Courier New" pitchFamily="49" charset="0"/>
                </a:rPr>
                <a:t> v</a:t>
              </a:r>
              <a:r>
                <a:rPr lang="en-US" sz="1600" b="1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600" b="1">
                  <a:latin typeface="Courier New" pitchFamily="49" charset="0"/>
                </a:rPr>
                <a:t>end</a:t>
              </a:r>
              <a:r>
                <a:rPr lang="en-US" sz="1600" b="1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r>
                <a:rPr lang="en-US" sz="16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600" b="1">
                  <a:latin typeface="Courier New" pitchFamily="49" charset="0"/>
                </a:rPr>
                <a:t> p</a:t>
              </a:r>
              <a:r>
                <a:rPr lang="en-US" sz="1600" b="1">
                  <a:solidFill>
                    <a:srgbClr val="808030"/>
                  </a:solidFill>
                  <a:latin typeface="Courier New" pitchFamily="49" charset="0"/>
                </a:rPr>
                <a:t>++,</a:t>
              </a:r>
              <a:r>
                <a:rPr lang="en-US" sz="1600" b="1">
                  <a:latin typeface="Courier New" pitchFamily="49" charset="0"/>
                </a:rPr>
                <a:t>i</a:t>
              </a:r>
              <a:r>
                <a:rPr lang="en-US" sz="1600" b="1">
                  <a:solidFill>
                    <a:srgbClr val="808030"/>
                  </a:solidFill>
                  <a:latin typeface="Courier New" pitchFamily="49" charset="0"/>
                </a:rPr>
                <a:t>++)</a:t>
              </a:r>
              <a:endParaRPr lang="en-US" sz="1600" b="1">
                <a:latin typeface="Courier New" pitchFamily="49" charset="0"/>
              </a:endParaRPr>
            </a:p>
            <a:p>
              <a:r>
                <a:rPr lang="en-US" sz="1600">
                  <a:latin typeface="Courier New" pitchFamily="49" charset="0"/>
                </a:rPr>
                <a:t>   		</a:t>
              </a:r>
              <a:r>
                <a:rPr lang="en-US" sz="1600">
                  <a:solidFill>
                    <a:srgbClr val="808030"/>
                  </a:solidFill>
                  <a:latin typeface="Courier New" pitchFamily="49" charset="0"/>
                </a:rPr>
                <a:t>*</a:t>
              </a:r>
              <a:r>
                <a:rPr lang="en-US" sz="1600">
                  <a:latin typeface="Courier New" pitchFamily="49" charset="0"/>
                </a:rPr>
                <a:t>p </a:t>
              </a:r>
              <a:r>
                <a:rPr lang="en-US" sz="1600">
                  <a:solidFill>
                    <a:srgbClr val="808030"/>
                  </a:solidFill>
                  <a:latin typeface="Courier New" pitchFamily="49" charset="0"/>
                </a:rPr>
                <a:t>=</a:t>
              </a:r>
              <a:r>
                <a:rPr lang="en-US" sz="1600">
                  <a:latin typeface="Courier New" pitchFamily="49" charset="0"/>
                </a:rPr>
                <a:t> i </a:t>
              </a:r>
              <a:r>
                <a:rPr lang="en-US" sz="1600">
                  <a:solidFill>
                    <a:srgbClr val="808030"/>
                  </a:solidFill>
                  <a:latin typeface="Courier New" pitchFamily="49" charset="0"/>
                </a:rPr>
                <a:t>+</a:t>
              </a:r>
              <a:r>
                <a:rPr lang="en-US" sz="1600">
                  <a:latin typeface="Courier New" pitchFamily="49" charset="0"/>
                </a:rPr>
                <a:t> </a:t>
              </a:r>
              <a:r>
                <a:rPr lang="en-US" sz="1600">
                  <a:solidFill>
                    <a:srgbClr val="0000E6"/>
                  </a:solidFill>
                  <a:latin typeface="Courier New" pitchFamily="49" charset="0"/>
                </a:rPr>
                <a:t>'a'</a:t>
              </a:r>
              <a:r>
                <a:rPr lang="en-US" sz="16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600">
                <a:latin typeface="Courier New" pitchFamily="49" charset="0"/>
              </a:endParaRPr>
            </a:p>
            <a:p>
              <a:endParaRPr lang="en-US" sz="1600">
                <a:latin typeface="Courier New" pitchFamily="49" charset="0"/>
              </a:endParaRPr>
            </a:p>
            <a:p>
              <a:r>
                <a:rPr lang="en-US" sz="1600">
                  <a:latin typeface="Courier New" pitchFamily="49" charset="0"/>
                </a:rPr>
                <a:t>  </a:t>
              </a:r>
              <a:r>
                <a:rPr lang="en-US" sz="1600" b="1">
                  <a:solidFill>
                    <a:srgbClr val="800000"/>
                  </a:solidFill>
                  <a:latin typeface="Courier New" pitchFamily="49" charset="0"/>
                </a:rPr>
                <a:t>   for</a:t>
              </a:r>
              <a:r>
                <a:rPr lang="en-US" sz="1600" b="1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600" b="1">
                  <a:latin typeface="Courier New" pitchFamily="49" charset="0"/>
                </a:rPr>
                <a:t> p </a:t>
              </a:r>
              <a:r>
                <a:rPr lang="en-US" sz="1600" b="1">
                  <a:solidFill>
                    <a:srgbClr val="808030"/>
                  </a:solidFill>
                  <a:latin typeface="Courier New" pitchFamily="49" charset="0"/>
                </a:rPr>
                <a:t>=</a:t>
              </a:r>
              <a:r>
                <a:rPr lang="en-US" sz="1600" b="1">
                  <a:latin typeface="Courier New" pitchFamily="49" charset="0"/>
                </a:rPr>
                <a:t> v</a:t>
              </a:r>
              <a:r>
                <a:rPr lang="en-US" sz="1600" b="1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600" b="1">
                  <a:latin typeface="Courier New" pitchFamily="49" charset="0"/>
                </a:rPr>
                <a:t>begin</a:t>
              </a:r>
              <a:r>
                <a:rPr lang="en-US" sz="1600" b="1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r>
                <a:rPr lang="en-US" sz="16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600" b="1">
                  <a:latin typeface="Courier New" pitchFamily="49" charset="0"/>
                </a:rPr>
                <a:t> p </a:t>
              </a:r>
              <a:r>
                <a:rPr lang="en-US" sz="1600" b="1">
                  <a:solidFill>
                    <a:srgbClr val="808030"/>
                  </a:solidFill>
                  <a:latin typeface="Courier New" pitchFamily="49" charset="0"/>
                </a:rPr>
                <a:t>!=</a:t>
              </a:r>
              <a:r>
                <a:rPr lang="en-US" sz="1600" b="1">
                  <a:latin typeface="Courier New" pitchFamily="49" charset="0"/>
                </a:rPr>
                <a:t> v</a:t>
              </a:r>
              <a:r>
                <a:rPr lang="en-US" sz="1600" b="1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600" b="1">
                  <a:latin typeface="Courier New" pitchFamily="49" charset="0"/>
                </a:rPr>
                <a:t>end</a:t>
              </a:r>
              <a:r>
                <a:rPr lang="en-US" sz="1600" b="1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r>
                <a:rPr lang="en-US" sz="16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600" b="1">
                  <a:latin typeface="Courier New" pitchFamily="49" charset="0"/>
                </a:rPr>
                <a:t> p</a:t>
              </a:r>
              <a:r>
                <a:rPr lang="en-US" sz="1600" b="1">
                  <a:solidFill>
                    <a:srgbClr val="808030"/>
                  </a:solidFill>
                  <a:latin typeface="Courier New" pitchFamily="49" charset="0"/>
                </a:rPr>
                <a:t>++)</a:t>
              </a:r>
              <a:r>
                <a:rPr lang="en-US" sz="1600" b="1">
                  <a:latin typeface="Courier New" pitchFamily="49" charset="0"/>
                </a:rPr>
                <a:t>         </a:t>
              </a:r>
            </a:p>
            <a:p>
              <a:r>
                <a:rPr lang="en-US" sz="1600" b="1">
                  <a:solidFill>
                    <a:srgbClr val="603000"/>
                  </a:solidFill>
                  <a:latin typeface="Courier New" pitchFamily="49" charset="0"/>
                </a:rPr>
                <a:t>	cout</a:t>
              </a:r>
              <a:r>
                <a:rPr lang="en-US" sz="1600" b="1">
                  <a:latin typeface="Courier New" pitchFamily="49" charset="0"/>
                </a:rPr>
                <a:t> </a:t>
              </a:r>
              <a:r>
                <a:rPr lang="en-US" sz="1600" b="1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600" b="1">
                  <a:latin typeface="Courier New" pitchFamily="49" charset="0"/>
                </a:rPr>
                <a:t> </a:t>
              </a:r>
              <a:r>
                <a:rPr lang="en-US" sz="1600" b="1">
                  <a:solidFill>
                    <a:srgbClr val="808030"/>
                  </a:solidFill>
                  <a:latin typeface="Courier New" pitchFamily="49" charset="0"/>
                </a:rPr>
                <a:t>*</a:t>
              </a:r>
              <a:r>
                <a:rPr lang="en-US" sz="1600" b="1">
                  <a:latin typeface="Courier New" pitchFamily="49" charset="0"/>
                </a:rPr>
                <a:t>p </a:t>
              </a:r>
              <a:r>
                <a:rPr lang="en-US" sz="1600" b="1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600" b="1">
                  <a:latin typeface="Courier New" pitchFamily="49" charset="0"/>
                </a:rPr>
                <a:t> </a:t>
              </a:r>
              <a:r>
                <a:rPr lang="en-US" sz="1600" b="1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600" b="1">
                  <a:solidFill>
                    <a:srgbClr val="0000E6"/>
                  </a:solidFill>
                  <a:latin typeface="Courier New" pitchFamily="49" charset="0"/>
                </a:rPr>
                <a:t> </a:t>
              </a:r>
              <a:r>
                <a:rPr lang="en-US" sz="1600" b="1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6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600" b="1">
                <a:latin typeface="Courier New" pitchFamily="49" charset="0"/>
              </a:endParaRPr>
            </a:p>
            <a:p>
              <a:endParaRPr lang="en-US" sz="1600">
                <a:latin typeface="Courier New" pitchFamily="49" charset="0"/>
              </a:endParaRPr>
            </a:p>
            <a:p>
              <a:r>
                <a:rPr lang="en-US" sz="1600">
                  <a:latin typeface="Courier New" pitchFamily="49" charset="0"/>
                </a:rPr>
                <a:t>     </a:t>
              </a:r>
              <a:r>
                <a:rPr lang="en-US" sz="1600" b="1">
                  <a:solidFill>
                    <a:srgbClr val="800000"/>
                  </a:solidFill>
                  <a:latin typeface="Courier New" pitchFamily="49" charset="0"/>
                </a:rPr>
                <a:t>for</a:t>
              </a:r>
              <a:r>
                <a:rPr lang="en-US" sz="1600" b="1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600" b="1">
                  <a:latin typeface="Courier New" pitchFamily="49" charset="0"/>
                </a:rPr>
                <a:t> p </a:t>
              </a:r>
              <a:r>
                <a:rPr lang="en-US" sz="1600" b="1">
                  <a:solidFill>
                    <a:srgbClr val="808030"/>
                  </a:solidFill>
                  <a:latin typeface="Courier New" pitchFamily="49" charset="0"/>
                </a:rPr>
                <a:t>=</a:t>
              </a:r>
              <a:r>
                <a:rPr lang="en-US" sz="1600" b="1">
                  <a:latin typeface="Courier New" pitchFamily="49" charset="0"/>
                </a:rPr>
                <a:t> v</a:t>
              </a:r>
              <a:r>
                <a:rPr lang="en-US" sz="1600" b="1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600" b="1">
                  <a:latin typeface="Courier New" pitchFamily="49" charset="0"/>
                </a:rPr>
                <a:t>begin</a:t>
              </a:r>
              <a:r>
                <a:rPr lang="en-US" sz="1600" b="1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r>
                <a:rPr lang="en-US" sz="16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600" b="1">
                  <a:latin typeface="Courier New" pitchFamily="49" charset="0"/>
                </a:rPr>
                <a:t> p </a:t>
              </a:r>
              <a:r>
                <a:rPr lang="en-US" sz="1600" b="1">
                  <a:solidFill>
                    <a:srgbClr val="808030"/>
                  </a:solidFill>
                  <a:latin typeface="Courier New" pitchFamily="49" charset="0"/>
                </a:rPr>
                <a:t>!=</a:t>
              </a:r>
              <a:r>
                <a:rPr lang="en-US" sz="1600" b="1">
                  <a:latin typeface="Courier New" pitchFamily="49" charset="0"/>
                </a:rPr>
                <a:t> v</a:t>
              </a:r>
              <a:r>
                <a:rPr lang="en-US" sz="1600" b="1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600" b="1">
                  <a:latin typeface="Courier New" pitchFamily="49" charset="0"/>
                </a:rPr>
                <a:t>end</a:t>
              </a:r>
              <a:r>
                <a:rPr lang="en-US" sz="1600" b="1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r>
                <a:rPr lang="en-US" sz="16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600" b="1">
                  <a:latin typeface="Courier New" pitchFamily="49" charset="0"/>
                </a:rPr>
                <a:t> p</a:t>
              </a:r>
              <a:r>
                <a:rPr lang="en-US" sz="1600" b="1">
                  <a:solidFill>
                    <a:srgbClr val="808030"/>
                  </a:solidFill>
                  <a:latin typeface="Courier New" pitchFamily="49" charset="0"/>
                </a:rPr>
                <a:t>++)</a:t>
              </a:r>
              <a:endParaRPr lang="en-US" sz="1600" b="1">
                <a:latin typeface="Courier New" pitchFamily="49" charset="0"/>
              </a:endParaRPr>
            </a:p>
            <a:p>
              <a:r>
                <a:rPr lang="en-US" sz="1600">
                  <a:latin typeface="Courier New" pitchFamily="49" charset="0"/>
                </a:rPr>
                <a:t>        </a:t>
              </a:r>
              <a:r>
                <a:rPr lang="en-US" sz="1600">
                  <a:solidFill>
                    <a:srgbClr val="808030"/>
                  </a:solidFill>
                  <a:latin typeface="Courier New" pitchFamily="49" charset="0"/>
                </a:rPr>
                <a:t>*</a:t>
              </a:r>
              <a:r>
                <a:rPr lang="en-US" sz="1600">
                  <a:latin typeface="Courier New" pitchFamily="49" charset="0"/>
                </a:rPr>
                <a:t>p </a:t>
              </a:r>
              <a:r>
                <a:rPr lang="en-US" sz="1600">
                  <a:solidFill>
                    <a:srgbClr val="808030"/>
                  </a:solidFill>
                  <a:latin typeface="Courier New" pitchFamily="49" charset="0"/>
                </a:rPr>
                <a:t>=</a:t>
              </a:r>
              <a:r>
                <a:rPr lang="en-US" sz="1600">
                  <a:latin typeface="Courier New" pitchFamily="49" charset="0"/>
                </a:rPr>
                <a:t> </a:t>
              </a:r>
              <a:r>
                <a:rPr lang="en-US" sz="1600">
                  <a:solidFill>
                    <a:srgbClr val="603000"/>
                  </a:solidFill>
                  <a:latin typeface="Courier New" pitchFamily="49" charset="0"/>
                </a:rPr>
                <a:t>toupper</a:t>
              </a:r>
              <a:r>
                <a:rPr lang="en-US" sz="1600">
                  <a:solidFill>
                    <a:srgbClr val="808030"/>
                  </a:solidFill>
                  <a:latin typeface="Courier New" pitchFamily="49" charset="0"/>
                </a:rPr>
                <a:t>(*</a:t>
              </a:r>
              <a:r>
                <a:rPr lang="en-US" sz="1600">
                  <a:latin typeface="Courier New" pitchFamily="49" charset="0"/>
                </a:rPr>
                <a:t>p</a:t>
              </a:r>
              <a:r>
                <a:rPr lang="en-US" sz="1600">
                  <a:solidFill>
                    <a:srgbClr val="808030"/>
                  </a:solidFill>
                  <a:latin typeface="Courier New" pitchFamily="49" charset="0"/>
                </a:rPr>
                <a:t>)</a:t>
              </a:r>
              <a:r>
                <a:rPr lang="en-US" sz="16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600">
                <a:latin typeface="Courier New" pitchFamily="49" charset="0"/>
              </a:endParaRPr>
            </a:p>
            <a:p>
              <a:r>
                <a:rPr lang="en-US" sz="1600">
                  <a:solidFill>
                    <a:srgbClr val="800080"/>
                  </a:solidFill>
                  <a:latin typeface="Courier New" pitchFamily="49" charset="0"/>
                </a:rPr>
                <a:t>}</a:t>
              </a:r>
              <a:endParaRPr lang="en-US" sz="1600">
                <a:latin typeface="Times New Roman" pitchFamily="18" charset="0"/>
              </a:endParaRPr>
            </a:p>
          </p:txBody>
        </p:sp>
        <p:sp>
          <p:nvSpPr>
            <p:cNvPr id="15369" name="Rectangle 7"/>
            <p:cNvSpPr>
              <a:spLocks noChangeArrowheads="1"/>
            </p:cNvSpPr>
            <p:nvPr/>
          </p:nvSpPr>
          <p:spPr bwMode="auto">
            <a:xfrm>
              <a:off x="1001712" y="4386460"/>
              <a:ext cx="4048125" cy="307777"/>
            </a:xfrm>
            <a:prstGeom prst="rect">
              <a:avLst/>
            </a:prstGeom>
            <a:solidFill>
              <a:srgbClr val="FFC000">
                <a:alpha val="25098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370" name="Rectangle 8"/>
            <p:cNvSpPr>
              <a:spLocks noChangeArrowheads="1"/>
            </p:cNvSpPr>
            <p:nvPr/>
          </p:nvSpPr>
          <p:spPr bwMode="auto">
            <a:xfrm>
              <a:off x="1992312" y="4846638"/>
              <a:ext cx="4038600" cy="307777"/>
            </a:xfrm>
            <a:prstGeom prst="rect">
              <a:avLst/>
            </a:prstGeom>
            <a:solidFill>
              <a:srgbClr val="FFC000">
                <a:alpha val="25098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Google Shape;272;p31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53507292-9FB5-439C-B27E-0BBE1555B582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15</a:t>
            </a:fld>
            <a:endParaRPr lang="en-US" sz="1800"/>
          </a:p>
        </p:txBody>
      </p:sp>
      <p:sp>
        <p:nvSpPr>
          <p:cNvPr id="16389" name="Google Shape;275;p31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16390" name="Google Shape;276;p31"/>
          <p:cNvSpPr txBox="1">
            <a:spLocks noChangeArrowheads="1"/>
          </p:cNvSpPr>
          <p:nvPr/>
        </p:nvSpPr>
        <p:spPr bwMode="auto">
          <a:xfrm>
            <a:off x="188913" y="1271588"/>
            <a:ext cx="9721850" cy="14414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>
                <a:solidFill>
                  <a:srgbClr val="0000FF"/>
                </a:solidFill>
              </a:rPr>
              <a:t>Containere de tip secventa							Vector (Dynamic Array)</a:t>
            </a:r>
          </a:p>
          <a:p>
            <a:endParaRPr lang="en-US" sz="2000" b="1"/>
          </a:p>
          <a:p>
            <a:r>
              <a:rPr lang="en-US" sz="2000" b="1"/>
              <a:t>Exemplu - inserarea si stergerea elementelor intr-un vector</a:t>
            </a:r>
          </a:p>
          <a:p>
            <a:endParaRPr lang="en-US" sz="2000"/>
          </a:p>
          <a:p>
            <a:endParaRPr lang="en-US" sz="2000" b="1">
              <a:solidFill>
                <a:srgbClr val="FF0000"/>
              </a:solidFill>
            </a:endParaRPr>
          </a:p>
          <a:p>
            <a:endParaRPr lang="en-US" sz="2000"/>
          </a:p>
        </p:txBody>
      </p:sp>
      <p:sp>
        <p:nvSpPr>
          <p:cNvPr id="16391" name="Rectangle 6"/>
          <p:cNvSpPr>
            <a:spLocks noChangeArrowheads="1"/>
          </p:cNvSpPr>
          <p:nvPr/>
        </p:nvSpPr>
        <p:spPr bwMode="auto">
          <a:xfrm>
            <a:off x="1001713" y="2865438"/>
            <a:ext cx="8001000" cy="403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>
                <a:solidFill>
                  <a:srgbClr val="603000"/>
                </a:solidFill>
                <a:latin typeface="Courier New" pitchFamily="49" charset="0"/>
              </a:rPr>
              <a:t>vector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&lt;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</a:rPr>
              <a:t>&gt;</a:t>
            </a:r>
            <a:r>
              <a:rPr lang="en-US" sz="1600" b="1">
                <a:latin typeface="Courier New" pitchFamily="49" charset="0"/>
              </a:rPr>
              <a:t> v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600" b="1">
                <a:solidFill>
                  <a:srgbClr val="008C00"/>
                </a:solidFill>
                <a:latin typeface="Courier New" pitchFamily="49" charset="0"/>
              </a:rPr>
              <a:t>3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600" b="1">
              <a:latin typeface="Courier New" pitchFamily="49" charset="0"/>
            </a:endParaRPr>
          </a:p>
          <a:p>
            <a:r>
              <a:rPr lang="en-US" sz="1600">
                <a:latin typeface="Courier New" pitchFamily="49" charset="0"/>
              </a:rPr>
              <a:t>   v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[</a:t>
            </a:r>
            <a:r>
              <a:rPr lang="en-US" sz="1600">
                <a:solidFill>
                  <a:srgbClr val="008C00"/>
                </a:solidFill>
                <a:latin typeface="Courier New" pitchFamily="49" charset="0"/>
              </a:rPr>
              <a:t>0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]</a:t>
            </a:r>
            <a:r>
              <a:rPr lang="en-US" sz="1600">
                <a:latin typeface="Courier New" pitchFamily="49" charset="0"/>
              </a:rPr>
              <a:t> 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sz="1600">
                <a:latin typeface="Courier New" pitchFamily="49" charset="0"/>
              </a:rPr>
              <a:t> </a:t>
            </a:r>
            <a:r>
              <a:rPr lang="en-US" sz="1600">
                <a:solidFill>
                  <a:srgbClr val="008C00"/>
                </a:solidFill>
                <a:latin typeface="Courier New" pitchFamily="49" charset="0"/>
              </a:rPr>
              <a:t>12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600">
                <a:latin typeface="Courier New" pitchFamily="49" charset="0"/>
              </a:rPr>
              <a:t>    v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[</a:t>
            </a:r>
            <a:r>
              <a:rPr lang="en-US" sz="1600">
                <a:solidFill>
                  <a:srgbClr val="008C00"/>
                </a:solidFill>
                <a:latin typeface="Courier New" pitchFamily="49" charset="0"/>
              </a:rPr>
              <a:t>1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]</a:t>
            </a:r>
            <a:r>
              <a:rPr lang="en-US" sz="1600">
                <a:latin typeface="Courier New" pitchFamily="49" charset="0"/>
              </a:rPr>
              <a:t> 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sz="1600">
                <a:latin typeface="Courier New" pitchFamily="49" charset="0"/>
              </a:rPr>
              <a:t> </a:t>
            </a:r>
            <a:r>
              <a:rPr lang="en-US" sz="1600">
                <a:solidFill>
                  <a:srgbClr val="008C00"/>
                </a:solidFill>
                <a:latin typeface="Courier New" pitchFamily="49" charset="0"/>
              </a:rPr>
              <a:t>34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600">
                <a:latin typeface="Courier New" pitchFamily="49" charset="0"/>
              </a:rPr>
              <a:t>    v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[</a:t>
            </a:r>
            <a:r>
              <a:rPr lang="en-US" sz="1600">
                <a:solidFill>
                  <a:srgbClr val="008C00"/>
                </a:solidFill>
                <a:latin typeface="Courier New" pitchFamily="49" charset="0"/>
              </a:rPr>
              <a:t>2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]</a:t>
            </a:r>
            <a:r>
              <a:rPr lang="en-US" sz="1600">
                <a:latin typeface="Courier New" pitchFamily="49" charset="0"/>
              </a:rPr>
              <a:t> 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sz="1600">
                <a:latin typeface="Courier New" pitchFamily="49" charset="0"/>
              </a:rPr>
              <a:t> </a:t>
            </a:r>
            <a:r>
              <a:rPr lang="en-US" sz="1600">
                <a:solidFill>
                  <a:srgbClr val="008C00"/>
                </a:solidFill>
                <a:latin typeface="Courier New" pitchFamily="49" charset="0"/>
              </a:rPr>
              <a:t>56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600">
                <a:latin typeface="Courier New" pitchFamily="49" charset="0"/>
              </a:rPr>
              <a:t> </a:t>
            </a:r>
            <a:r>
              <a:rPr lang="en-US" sz="1600">
                <a:solidFill>
                  <a:srgbClr val="3F5FBF"/>
                </a:solidFill>
                <a:latin typeface="Courier New" pitchFamily="49" charset="0"/>
              </a:rPr>
              <a:t>/// 12,34,56</a:t>
            </a:r>
            <a:endParaRPr lang="en-US" sz="1600">
              <a:latin typeface="Courier New" pitchFamily="49" charset="0"/>
            </a:endParaRPr>
          </a:p>
          <a:p>
            <a:r>
              <a:rPr lang="en-US" sz="1600">
                <a:latin typeface="Courier New" pitchFamily="49" charset="0"/>
              </a:rPr>
              <a:t>   v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600">
                <a:latin typeface="Courier New" pitchFamily="49" charset="0"/>
              </a:rPr>
              <a:t>resize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600">
                <a:solidFill>
                  <a:srgbClr val="008C00"/>
                </a:solidFill>
                <a:latin typeface="Courier New" pitchFamily="49" charset="0"/>
              </a:rPr>
              <a:t>4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600">
              <a:latin typeface="Courier New" pitchFamily="49" charset="0"/>
            </a:endParaRPr>
          </a:p>
          <a:p>
            <a:r>
              <a:rPr lang="en-US" sz="1600">
                <a:latin typeface="Courier New" pitchFamily="49" charset="0"/>
              </a:rPr>
              <a:t>   v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[</a:t>
            </a:r>
            <a:r>
              <a:rPr lang="en-US" sz="1600">
                <a:solidFill>
                  <a:srgbClr val="008C00"/>
                </a:solidFill>
                <a:latin typeface="Courier New" pitchFamily="49" charset="0"/>
              </a:rPr>
              <a:t>3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]</a:t>
            </a:r>
            <a:r>
              <a:rPr lang="en-US" sz="1600">
                <a:latin typeface="Courier New" pitchFamily="49" charset="0"/>
              </a:rPr>
              <a:t> 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sz="1600">
                <a:latin typeface="Courier New" pitchFamily="49" charset="0"/>
              </a:rPr>
              <a:t> </a:t>
            </a:r>
            <a:r>
              <a:rPr lang="en-US" sz="1600">
                <a:solidFill>
                  <a:srgbClr val="008C00"/>
                </a:solidFill>
                <a:latin typeface="Courier New" pitchFamily="49" charset="0"/>
              </a:rPr>
              <a:t>78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600">
              <a:latin typeface="Courier New" pitchFamily="49" charset="0"/>
            </a:endParaRPr>
          </a:p>
          <a:p>
            <a:r>
              <a:rPr lang="en-US" sz="1600">
                <a:latin typeface="Courier New" pitchFamily="49" charset="0"/>
              </a:rPr>
              <a:t>   v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600">
                <a:latin typeface="Courier New" pitchFamily="49" charset="0"/>
              </a:rPr>
              <a:t>push_back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600">
                <a:solidFill>
                  <a:srgbClr val="008C00"/>
                </a:solidFill>
                <a:latin typeface="Courier New" pitchFamily="49" charset="0"/>
              </a:rPr>
              <a:t>90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600">
                <a:latin typeface="Courier New" pitchFamily="49" charset="0"/>
              </a:rPr>
              <a:t> </a:t>
            </a:r>
            <a:r>
              <a:rPr lang="en-US" sz="1600">
                <a:solidFill>
                  <a:srgbClr val="3F5FBF"/>
                </a:solidFill>
                <a:latin typeface="Courier New" pitchFamily="49" charset="0"/>
              </a:rPr>
              <a:t>/// 12, 34, 56, 78, 90</a:t>
            </a:r>
            <a:endParaRPr lang="en-US" sz="1600">
              <a:latin typeface="Courier New" pitchFamily="49" charset="0"/>
            </a:endParaRPr>
          </a:p>
          <a:p>
            <a:endParaRPr lang="en-US" sz="1600">
              <a:latin typeface="Courier New" pitchFamily="49" charset="0"/>
            </a:endParaRPr>
          </a:p>
          <a:p>
            <a:r>
              <a:rPr lang="en-US" sz="1600">
                <a:latin typeface="Courier New" pitchFamily="49" charset="0"/>
              </a:rPr>
              <a:t>   </a:t>
            </a:r>
            <a:r>
              <a:rPr lang="en-US" sz="1600">
                <a:solidFill>
                  <a:srgbClr val="603000"/>
                </a:solidFill>
                <a:latin typeface="Courier New" pitchFamily="49" charset="0"/>
              </a:rPr>
              <a:t>vector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&lt;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</a:rPr>
              <a:t>&gt;::</a:t>
            </a:r>
            <a:r>
              <a:rPr lang="en-US" sz="1600" b="1">
                <a:solidFill>
                  <a:srgbClr val="603000"/>
                </a:solidFill>
                <a:latin typeface="Courier New" pitchFamily="49" charset="0"/>
              </a:rPr>
              <a:t>iterator</a:t>
            </a:r>
            <a:r>
              <a:rPr lang="en-US" sz="1600" b="1">
                <a:latin typeface="Courier New" pitchFamily="49" charset="0"/>
              </a:rPr>
              <a:t> p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,</a:t>
            </a:r>
            <a:r>
              <a:rPr lang="en-US" sz="1600" b="1">
                <a:latin typeface="Courier New" pitchFamily="49" charset="0"/>
              </a:rPr>
              <a:t>pp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600" b="1">
              <a:latin typeface="Courier New" pitchFamily="49" charset="0"/>
            </a:endParaRPr>
          </a:p>
          <a:p>
            <a:r>
              <a:rPr lang="en-US" sz="1600">
                <a:latin typeface="Courier New" pitchFamily="49" charset="0"/>
              </a:rPr>
              <a:t>   p 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sz="1600">
                <a:latin typeface="Courier New" pitchFamily="49" charset="0"/>
              </a:rPr>
              <a:t> v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600">
                <a:latin typeface="Courier New" pitchFamily="49" charset="0"/>
              </a:rPr>
              <a:t>begin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600">
              <a:latin typeface="Courier New" pitchFamily="49" charset="0"/>
            </a:endParaRPr>
          </a:p>
          <a:p>
            <a:r>
              <a:rPr lang="en-US" sz="1600">
                <a:latin typeface="Courier New" pitchFamily="49" charset="0"/>
              </a:rPr>
              <a:t>   p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++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600">
              <a:latin typeface="Courier New" pitchFamily="49" charset="0"/>
            </a:endParaRPr>
          </a:p>
          <a:p>
            <a:r>
              <a:rPr lang="en-US" sz="1600">
                <a:latin typeface="Courier New" pitchFamily="49" charset="0"/>
              </a:rPr>
              <a:t>   v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600">
                <a:latin typeface="Courier New" pitchFamily="49" charset="0"/>
              </a:rPr>
              <a:t>insert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600">
                <a:latin typeface="Courier New" pitchFamily="49" charset="0"/>
              </a:rPr>
              <a:t>p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,</a:t>
            </a:r>
            <a:r>
              <a:rPr lang="en-US" sz="1600">
                <a:solidFill>
                  <a:srgbClr val="008C00"/>
                </a:solidFill>
                <a:latin typeface="Courier New" pitchFamily="49" charset="0"/>
              </a:rPr>
              <a:t>3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,</a:t>
            </a:r>
            <a:r>
              <a:rPr lang="en-US" sz="1600">
                <a:solidFill>
                  <a:srgbClr val="008C00"/>
                </a:solidFill>
                <a:latin typeface="Courier New" pitchFamily="49" charset="0"/>
              </a:rPr>
              <a:t>100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600">
                <a:latin typeface="Courier New" pitchFamily="49" charset="0"/>
              </a:rPr>
              <a:t> </a:t>
            </a:r>
            <a:r>
              <a:rPr lang="en-US" sz="1600">
                <a:solidFill>
                  <a:srgbClr val="3F5FBF"/>
                </a:solidFill>
                <a:latin typeface="Courier New" pitchFamily="49" charset="0"/>
              </a:rPr>
              <a:t>/// 12, 100, 100, 100, 34, 56, 78, 90</a:t>
            </a:r>
            <a:endParaRPr lang="en-US" sz="1600">
              <a:latin typeface="Courier New" pitchFamily="49" charset="0"/>
            </a:endParaRPr>
          </a:p>
          <a:p>
            <a:endParaRPr lang="en-US" sz="1600">
              <a:latin typeface="Courier New" pitchFamily="49" charset="0"/>
            </a:endParaRPr>
          </a:p>
          <a:p>
            <a:r>
              <a:rPr lang="en-US" sz="1600">
                <a:latin typeface="Courier New" pitchFamily="49" charset="0"/>
              </a:rPr>
              <a:t>p 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sz="1600">
                <a:latin typeface="Courier New" pitchFamily="49" charset="0"/>
              </a:rPr>
              <a:t> v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600">
                <a:latin typeface="Courier New" pitchFamily="49" charset="0"/>
              </a:rPr>
              <a:t>begin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600">
              <a:latin typeface="Courier New" pitchFamily="49" charset="0"/>
            </a:endParaRPr>
          </a:p>
          <a:p>
            <a:r>
              <a:rPr lang="en-US" sz="1600">
                <a:latin typeface="Courier New" pitchFamily="49" charset="0"/>
              </a:rPr>
              <a:t>v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600">
                <a:latin typeface="Courier New" pitchFamily="49" charset="0"/>
              </a:rPr>
              <a:t>erase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600">
                <a:latin typeface="Courier New" pitchFamily="49" charset="0"/>
              </a:rPr>
              <a:t>p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600">
                <a:latin typeface="Courier New" pitchFamily="49" charset="0"/>
              </a:rPr>
              <a:t> </a:t>
            </a:r>
            <a:r>
              <a:rPr lang="en-US" sz="1600">
                <a:solidFill>
                  <a:srgbClr val="3F5FBF"/>
                </a:solidFill>
                <a:latin typeface="Courier New" pitchFamily="49" charset="0"/>
              </a:rPr>
              <a:t>/// 100, 100, 100, 34, 56, 78, 90</a:t>
            </a:r>
            <a:endParaRPr lang="en-US" sz="1600">
              <a:latin typeface="Courier New" pitchFamily="49" charset="0"/>
            </a:endParaRPr>
          </a:p>
          <a:p>
            <a:endParaRPr lang="en-US" sz="1600">
              <a:latin typeface="Courier New" pitchFamily="49" charset="0"/>
            </a:endParaRPr>
          </a:p>
          <a:p>
            <a:r>
              <a:rPr lang="en-US" sz="1600">
                <a:latin typeface="Courier New" pitchFamily="49" charset="0"/>
              </a:rPr>
              <a:t>p 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sz="1600">
                <a:latin typeface="Courier New" pitchFamily="49" charset="0"/>
              </a:rPr>
              <a:t> v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600">
                <a:latin typeface="Courier New" pitchFamily="49" charset="0"/>
              </a:rPr>
              <a:t>begin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()+</a:t>
            </a:r>
            <a:r>
              <a:rPr lang="en-US" sz="1600">
                <a:solidFill>
                  <a:srgbClr val="008C00"/>
                </a:solidFill>
                <a:latin typeface="Courier New" pitchFamily="49" charset="0"/>
              </a:rPr>
              <a:t>3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600">
              <a:latin typeface="Courier New" pitchFamily="49" charset="0"/>
            </a:endParaRPr>
          </a:p>
          <a:p>
            <a:r>
              <a:rPr lang="nn-NO" sz="1600">
                <a:latin typeface="Courier New" pitchFamily="49" charset="0"/>
              </a:rPr>
              <a:t>v</a:t>
            </a:r>
            <a:r>
              <a:rPr lang="nn-NO" sz="16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nn-NO" sz="1600">
                <a:latin typeface="Courier New" pitchFamily="49" charset="0"/>
              </a:rPr>
              <a:t>erase</a:t>
            </a:r>
            <a:r>
              <a:rPr lang="nn-NO" sz="16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nn-NO" sz="1600">
                <a:latin typeface="Courier New" pitchFamily="49" charset="0"/>
              </a:rPr>
              <a:t>p</a:t>
            </a:r>
            <a:r>
              <a:rPr lang="nn-NO" sz="1600">
                <a:solidFill>
                  <a:srgbClr val="808030"/>
                </a:solidFill>
                <a:latin typeface="Courier New" pitchFamily="49" charset="0"/>
              </a:rPr>
              <a:t>,</a:t>
            </a:r>
            <a:r>
              <a:rPr lang="nn-NO" sz="1600">
                <a:latin typeface="Courier New" pitchFamily="49" charset="0"/>
              </a:rPr>
              <a:t>p</a:t>
            </a:r>
            <a:r>
              <a:rPr lang="nn-NO" sz="1600">
                <a:solidFill>
                  <a:srgbClr val="808030"/>
                </a:solidFill>
                <a:latin typeface="Courier New" pitchFamily="49" charset="0"/>
              </a:rPr>
              <a:t>+</a:t>
            </a:r>
            <a:r>
              <a:rPr lang="nn-NO" sz="1600">
                <a:solidFill>
                  <a:srgbClr val="008C00"/>
                </a:solidFill>
                <a:latin typeface="Courier New" pitchFamily="49" charset="0"/>
              </a:rPr>
              <a:t>2</a:t>
            </a:r>
            <a:r>
              <a:rPr lang="nn-NO" sz="16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nn-NO" sz="1600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nn-NO" sz="1600">
                <a:latin typeface="Courier New" pitchFamily="49" charset="0"/>
              </a:rPr>
              <a:t> </a:t>
            </a:r>
            <a:r>
              <a:rPr lang="nn-NO" sz="1600">
                <a:solidFill>
                  <a:srgbClr val="3F5FBF"/>
                </a:solidFill>
                <a:latin typeface="Courier New" pitchFamily="49" charset="0"/>
              </a:rPr>
              <a:t>/// 100, 100, 100, 78, 90</a:t>
            </a:r>
            <a:endParaRPr lang="nn-NO" sz="1600">
              <a:latin typeface="Courier New" pitchFamily="4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Google Shape;296;p33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3B850809-F013-4768-BB23-71B0CA63BEB0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16</a:t>
            </a:fld>
            <a:endParaRPr lang="en-US" sz="1800"/>
          </a:p>
        </p:txBody>
      </p:sp>
      <p:sp>
        <p:nvSpPr>
          <p:cNvPr id="17413" name="Google Shape;299;p33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17414" name="Google Shape;300;p33"/>
          <p:cNvSpPr txBox="1">
            <a:spLocks noChangeArrowheads="1"/>
          </p:cNvSpPr>
          <p:nvPr/>
        </p:nvSpPr>
        <p:spPr bwMode="auto">
          <a:xfrm>
            <a:off x="188913" y="1271588"/>
            <a:ext cx="9721850" cy="15176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>
                <a:solidFill>
                  <a:srgbClr val="0000FF"/>
                </a:solidFill>
              </a:rPr>
              <a:t>Containere de tip secventa							Vector (Dynamic Array)</a:t>
            </a:r>
          </a:p>
          <a:p>
            <a:endParaRPr lang="en-US" sz="2000" b="1"/>
          </a:p>
          <a:p>
            <a:r>
              <a:rPr lang="en-US" sz="2000" b="1"/>
              <a:t>Exemplu - inserarea elementelor de tip definit de utilizator</a:t>
            </a:r>
          </a:p>
          <a:p>
            <a:endParaRPr lang="en-US" sz="2000"/>
          </a:p>
        </p:txBody>
      </p:sp>
      <p:sp>
        <p:nvSpPr>
          <p:cNvPr id="17415" name="Rectangle 6"/>
          <p:cNvSpPr>
            <a:spLocks noChangeArrowheads="1"/>
          </p:cNvSpPr>
          <p:nvPr/>
        </p:nvSpPr>
        <p:spPr bwMode="auto">
          <a:xfrm>
            <a:off x="1154113" y="2865438"/>
            <a:ext cx="7772400" cy="424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class</a:t>
            </a:r>
            <a:r>
              <a:rPr lang="en-US" sz="1800" b="1">
                <a:latin typeface="Courier New" pitchFamily="49" charset="0"/>
              </a:rPr>
              <a:t> Test 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{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800" b="1">
                <a:latin typeface="Courier New" pitchFamily="49" charset="0"/>
              </a:rPr>
              <a:t> i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public</a:t>
            </a:r>
            <a:r>
              <a:rPr lang="en-US" sz="1800" b="1">
                <a:solidFill>
                  <a:srgbClr val="E34ADC"/>
                </a:solidFill>
                <a:latin typeface="Courier New" pitchFamily="49" charset="0"/>
              </a:rPr>
              <a:t>: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 Test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800" b="1">
                <a:latin typeface="Courier New" pitchFamily="49" charset="0"/>
              </a:rPr>
              <a:t> x 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008C00"/>
                </a:solidFill>
                <a:latin typeface="Courier New" pitchFamily="49" charset="0"/>
              </a:rPr>
              <a:t>0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:</a:t>
            </a:r>
            <a:r>
              <a:rPr lang="en-US" sz="1800" b="1">
                <a:latin typeface="Courier New" pitchFamily="49" charset="0"/>
              </a:rPr>
              <a:t>i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 b="1">
                <a:latin typeface="Courier New" pitchFamily="49" charset="0"/>
              </a:rPr>
              <a:t>x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{</a:t>
            </a:r>
            <a:r>
              <a:rPr lang="en-US" sz="1800" b="1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 sz="1800" b="1">
                <a:solidFill>
                  <a:srgbClr val="0000E6"/>
                </a:solidFill>
                <a:latin typeface="Courier New" pitchFamily="49" charset="0"/>
              </a:rPr>
              <a:t>C 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;};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 Test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const</a:t>
            </a:r>
            <a:r>
              <a:rPr lang="en-US" sz="1800" b="1">
                <a:latin typeface="Courier New" pitchFamily="49" charset="0"/>
              </a:rPr>
              <a:t> Test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&amp;</a:t>
            </a:r>
            <a:r>
              <a:rPr lang="en-US" sz="1800" b="1">
                <a:latin typeface="Courier New" pitchFamily="49" charset="0"/>
              </a:rPr>
              <a:t> x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{</a:t>
            </a:r>
            <a:r>
              <a:rPr lang="en-US" sz="1800" b="1">
                <a:latin typeface="Courier New" pitchFamily="49" charset="0"/>
              </a:rPr>
              <a:t>i 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sz="1800" b="1">
                <a:latin typeface="Courier New" pitchFamily="49" charset="0"/>
              </a:rPr>
              <a:t> x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 b="1">
                <a:latin typeface="Courier New" pitchFamily="49" charset="0"/>
              </a:rPr>
              <a:t>i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 sz="1800" b="1">
                <a:solidFill>
                  <a:srgbClr val="0000E6"/>
                </a:solidFill>
                <a:latin typeface="Courier New" pitchFamily="49" charset="0"/>
              </a:rPr>
              <a:t>CC 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;}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   ~</a:t>
            </a:r>
            <a:r>
              <a:rPr lang="en-US" sz="1800">
                <a:latin typeface="Courier New" pitchFamily="49" charset="0"/>
              </a:rPr>
              <a:t>Test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{</a:t>
            </a:r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800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 sz="1800">
                <a:solidFill>
                  <a:srgbClr val="0000E6"/>
                </a:solidFill>
                <a:latin typeface="Courier New" pitchFamily="49" charset="0"/>
              </a:rPr>
              <a:t>D </a:t>
            </a:r>
            <a:r>
              <a:rPr lang="en-US" sz="1800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;}</a:t>
            </a:r>
            <a:r>
              <a:rPr lang="en-US" sz="1800">
                <a:latin typeface="Courier New" pitchFamily="49" charset="0"/>
              </a:rPr>
              <a:t> 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};</a:t>
            </a:r>
            <a:endParaRPr lang="en-US" sz="1800">
              <a:latin typeface="Courier New" pitchFamily="49" charset="0"/>
            </a:endParaRPr>
          </a:p>
          <a:p>
            <a:endParaRPr lang="en-US" sz="1800">
              <a:latin typeface="Courier New" pitchFamily="49" charset="0"/>
            </a:endParaRPr>
          </a:p>
          <a:p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400000"/>
                </a:solidFill>
                <a:latin typeface="Courier New" pitchFamily="49" charset="0"/>
              </a:rPr>
              <a:t>main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{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   vector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&lt;</a:t>
            </a:r>
            <a:r>
              <a:rPr lang="en-US" sz="1800">
                <a:latin typeface="Courier New" pitchFamily="49" charset="0"/>
              </a:rPr>
              <a:t>Test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&gt;</a:t>
            </a:r>
            <a:r>
              <a:rPr lang="en-US" sz="1800">
                <a:latin typeface="Courier New" pitchFamily="49" charset="0"/>
              </a:rPr>
              <a:t> v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 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push_back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solidFill>
                  <a:srgbClr val="008C00"/>
                </a:solidFill>
                <a:latin typeface="Courier New" pitchFamily="49" charset="0"/>
              </a:rPr>
              <a:t>10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>
                <a:latin typeface="Courier New" pitchFamily="49" charset="0"/>
              </a:rPr>
              <a:t> </a:t>
            </a:r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endl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>
                <a:latin typeface="Courier New" pitchFamily="49" charset="0"/>
              </a:rPr>
              <a:t>   </a:t>
            </a:r>
            <a:r>
              <a:rPr lang="en-US" sz="1800">
                <a:solidFill>
                  <a:srgbClr val="3F5FBF"/>
                </a:solidFill>
                <a:latin typeface="Courier New" pitchFamily="49" charset="0"/>
              </a:rPr>
              <a:t>/// C CC D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 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push_back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solidFill>
                  <a:srgbClr val="008C00"/>
                </a:solidFill>
                <a:latin typeface="Courier New" pitchFamily="49" charset="0"/>
              </a:rPr>
              <a:t>20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>
                <a:latin typeface="Courier New" pitchFamily="49" charset="0"/>
              </a:rPr>
              <a:t> </a:t>
            </a:r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endl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>
                <a:latin typeface="Courier New" pitchFamily="49" charset="0"/>
              </a:rPr>
              <a:t>   </a:t>
            </a:r>
            <a:r>
              <a:rPr lang="en-US" sz="1800">
                <a:solidFill>
                  <a:srgbClr val="3F5FBF"/>
                </a:solidFill>
                <a:latin typeface="Courier New" pitchFamily="49" charset="0"/>
              </a:rPr>
              <a:t>/// C CC CC D D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 Test ob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solidFill>
                  <a:srgbClr val="008C00"/>
                </a:solidFill>
                <a:latin typeface="Courier New" pitchFamily="49" charset="0"/>
              </a:rPr>
              <a:t>30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 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push_back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latin typeface="Courier New" pitchFamily="49" charset="0"/>
              </a:rPr>
              <a:t>ob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>
                <a:latin typeface="Courier New" pitchFamily="49" charset="0"/>
              </a:rPr>
              <a:t> </a:t>
            </a:r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endl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>
                <a:latin typeface="Courier New" pitchFamily="49" charset="0"/>
              </a:rPr>
              <a:t>   </a:t>
            </a:r>
            <a:r>
              <a:rPr lang="en-US" sz="1800">
                <a:solidFill>
                  <a:srgbClr val="3F5FBF"/>
                </a:solidFill>
                <a:latin typeface="Courier New" pitchFamily="49" charset="0"/>
              </a:rPr>
              <a:t>/// C CC CC CC D D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 Test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&amp;</a:t>
            </a:r>
            <a:r>
              <a:rPr lang="en-US" sz="1800">
                <a:latin typeface="Courier New" pitchFamily="49" charset="0"/>
              </a:rPr>
              <a:t> ob2 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sz="1800">
                <a:latin typeface="Courier New" pitchFamily="49" charset="0"/>
              </a:rPr>
              <a:t> ob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 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push_back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latin typeface="Courier New" pitchFamily="49" charset="0"/>
              </a:rPr>
              <a:t>ob2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>
                <a:latin typeface="Courier New" pitchFamily="49" charset="0"/>
              </a:rPr>
              <a:t>   </a:t>
            </a:r>
            <a:r>
              <a:rPr lang="en-US" sz="1800">
                <a:solidFill>
                  <a:srgbClr val="3F5FBF"/>
                </a:solidFill>
                <a:latin typeface="Courier New" pitchFamily="49" charset="0"/>
              </a:rPr>
              <a:t>/// CC D D D D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}</a:t>
            </a:r>
            <a:endParaRPr lang="en-US" sz="1800">
              <a:latin typeface="Courier New" pitchFamily="4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Google Shape;308;p34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BCC25416-78B4-40E7-B9AA-F686406114BC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17</a:t>
            </a:fld>
            <a:endParaRPr lang="en-US" sz="1800"/>
          </a:p>
        </p:txBody>
      </p:sp>
      <p:sp>
        <p:nvSpPr>
          <p:cNvPr id="18437" name="Google Shape;311;p34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312" name="Google Shape;312;p34"/>
          <p:cNvSpPr txBox="1"/>
          <p:nvPr/>
        </p:nvSpPr>
        <p:spPr>
          <a:xfrm>
            <a:off x="274638" y="1271588"/>
            <a:ext cx="9531350" cy="5403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err="1">
                <a:solidFill>
                  <a:srgbClr val="0000FF"/>
                </a:solidFill>
              </a:rPr>
              <a:t>Containere</a:t>
            </a:r>
            <a:r>
              <a:rPr lang="en-US" sz="2000" b="1">
                <a:solidFill>
                  <a:srgbClr val="0000FF"/>
                </a:solidFill>
              </a:rPr>
              <a:t> de tip </a:t>
            </a:r>
            <a:r>
              <a:rPr lang="en-US" sz="2000" b="1" err="1">
                <a:solidFill>
                  <a:srgbClr val="0000FF"/>
                </a:solidFill>
              </a:rPr>
              <a:t>secventa</a:t>
            </a:r>
            <a:r>
              <a:rPr lang="en-US" sz="2000" b="1">
                <a:solidFill>
                  <a:srgbClr val="0000FF"/>
                </a:solidFill>
              </a:rPr>
              <a:t>								List</a:t>
            </a:r>
            <a:endParaRPr sz="2000" b="1">
              <a:solidFill>
                <a:srgbClr val="0000FF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 b="1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1">
                <a:solidFill>
                  <a:srgbClr val="FF0000"/>
                </a:solidFill>
              </a:rPr>
              <a:t>template &lt;class T, class Allocator =  allocator &lt;T&gt; &gt; class list</a:t>
            </a:r>
            <a:endParaRPr sz="2000" b="1" i="1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/>
              <a:t>T = </a:t>
            </a:r>
            <a:r>
              <a:rPr lang="en-US" sz="2000" err="1"/>
              <a:t>tipul</a:t>
            </a:r>
            <a:r>
              <a:rPr lang="en-US" sz="2000"/>
              <a:t> de data </a:t>
            </a:r>
            <a:r>
              <a:rPr lang="en-US" sz="2000" err="1"/>
              <a:t>utilizat</a:t>
            </a: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/>
              <a:t>Allocator = </a:t>
            </a:r>
            <a:r>
              <a:rPr lang="en-US" sz="2000" err="1"/>
              <a:t>tipul</a:t>
            </a:r>
            <a:r>
              <a:rPr lang="en-US" sz="2000"/>
              <a:t> de </a:t>
            </a:r>
            <a:r>
              <a:rPr lang="en-US" sz="2000" err="1"/>
              <a:t>alocator</a:t>
            </a:r>
            <a:r>
              <a:rPr lang="en-US" sz="2000"/>
              <a:t> </a:t>
            </a:r>
            <a:r>
              <a:rPr lang="en-US" sz="2000" err="1"/>
              <a:t>utilizat</a:t>
            </a:r>
            <a:r>
              <a:rPr lang="en-US" sz="2000"/>
              <a:t> (in general </a:t>
            </a:r>
            <a:r>
              <a:rPr lang="en-US" sz="2000" err="1"/>
              <a:t>cel</a:t>
            </a:r>
            <a:r>
              <a:rPr lang="en-US" sz="2000"/>
              <a:t> standard).</a:t>
            </a: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  <a:p>
            <a:pPr marL="457200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 err="1"/>
              <a:t>implementat</a:t>
            </a:r>
            <a:r>
              <a:rPr lang="en-US" sz="2000"/>
              <a:t> ca </a:t>
            </a:r>
            <a:r>
              <a:rPr lang="en-US" sz="2000" err="1"/>
              <a:t>și</a:t>
            </a:r>
            <a:r>
              <a:rPr lang="en-US" sz="2000"/>
              <a:t> </a:t>
            </a:r>
            <a:r>
              <a:rPr lang="en-US" sz="2000" err="1"/>
              <a:t>listă</a:t>
            </a:r>
            <a:r>
              <a:rPr lang="en-US" sz="2000"/>
              <a:t> </a:t>
            </a:r>
            <a:r>
              <a:rPr lang="en-US" sz="2000" err="1"/>
              <a:t>dublu</a:t>
            </a:r>
            <a:r>
              <a:rPr lang="en-US" sz="2000"/>
              <a:t> </a:t>
            </a:r>
            <a:r>
              <a:rPr lang="en-US" sz="2000" err="1"/>
              <a:t>înlănțuită</a:t>
            </a:r>
            <a:endParaRPr sz="2000"/>
          </a:p>
          <a:p>
            <a:pPr marL="457200"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/>
              <a:t>List are </a:t>
            </a:r>
            <a:r>
              <a:rPr lang="en-US" sz="2000" err="1"/>
              <a:t>performanțe</a:t>
            </a:r>
            <a:r>
              <a:rPr lang="en-US" sz="2000"/>
              <a:t> </a:t>
            </a:r>
            <a:r>
              <a:rPr lang="en-US" sz="2000" err="1"/>
              <a:t>bune</a:t>
            </a:r>
            <a:r>
              <a:rPr lang="en-US" sz="2000"/>
              <a:t> la:</a:t>
            </a: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/>
              <a:t>▪ </a:t>
            </a:r>
            <a:r>
              <a:rPr lang="en-US" sz="2000" err="1"/>
              <a:t>Ștergere</a:t>
            </a:r>
            <a:r>
              <a:rPr lang="en-US" sz="2000"/>
              <a:t>/</a:t>
            </a:r>
            <a:r>
              <a:rPr lang="en-US" sz="2000" err="1"/>
              <a:t>adăugare</a:t>
            </a:r>
            <a:r>
              <a:rPr lang="en-US" sz="2000"/>
              <a:t> de </a:t>
            </a:r>
            <a:r>
              <a:rPr lang="en-US" sz="2000" err="1"/>
              <a:t>elemente</a:t>
            </a:r>
            <a:r>
              <a:rPr lang="en-US" sz="2000"/>
              <a:t> </a:t>
            </a:r>
            <a:r>
              <a:rPr lang="en-US" sz="2000" err="1"/>
              <a:t>pe</a:t>
            </a:r>
            <a:r>
              <a:rPr lang="en-US" sz="2000"/>
              <a:t> </a:t>
            </a:r>
            <a:r>
              <a:rPr lang="en-US" sz="2000" err="1"/>
              <a:t>orice</a:t>
            </a:r>
            <a:r>
              <a:rPr lang="en-US" sz="2000"/>
              <a:t> </a:t>
            </a:r>
            <a:r>
              <a:rPr lang="en-US" sz="2000" err="1"/>
              <a:t>poziție</a:t>
            </a:r>
            <a:r>
              <a:rPr lang="en-US" sz="2000"/>
              <a:t> (constant time).</a:t>
            </a: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/>
              <a:t>▪ </a:t>
            </a:r>
            <a:r>
              <a:rPr lang="en-US" sz="2000" err="1"/>
              <a:t>Mutarea</a:t>
            </a:r>
            <a:r>
              <a:rPr lang="en-US" sz="2000"/>
              <a:t> de </a:t>
            </a:r>
            <a:r>
              <a:rPr lang="en-US" sz="2000" err="1"/>
              <a:t>elemente</a:t>
            </a:r>
            <a:r>
              <a:rPr lang="en-US" sz="2000"/>
              <a:t> </a:t>
            </a:r>
            <a:r>
              <a:rPr lang="en-US" sz="2000" err="1"/>
              <a:t>sau</a:t>
            </a:r>
            <a:r>
              <a:rPr lang="en-US" sz="2000"/>
              <a:t> </a:t>
            </a:r>
            <a:r>
              <a:rPr lang="en-US" sz="2000" err="1"/>
              <a:t>secvențe</a:t>
            </a:r>
            <a:r>
              <a:rPr lang="en-US" sz="2000"/>
              <a:t> de </a:t>
            </a:r>
            <a:r>
              <a:rPr lang="en-US" sz="2000" err="1"/>
              <a:t>elemente</a:t>
            </a:r>
            <a:r>
              <a:rPr lang="en-US" sz="2000"/>
              <a:t> </a:t>
            </a:r>
            <a:r>
              <a:rPr lang="en-US" sz="2000" err="1"/>
              <a:t>în</a:t>
            </a:r>
            <a:r>
              <a:rPr lang="en-US" sz="2000"/>
              <a:t> </a:t>
            </a:r>
            <a:r>
              <a:rPr lang="en-US" sz="2000" err="1"/>
              <a:t>liste</a:t>
            </a:r>
            <a:r>
              <a:rPr lang="en-US" sz="2000"/>
              <a:t> </a:t>
            </a:r>
            <a:r>
              <a:rPr lang="en-US" sz="2000" err="1"/>
              <a:t>sau</a:t>
            </a:r>
            <a:r>
              <a:rPr lang="en-US" sz="2000"/>
              <a:t> </a:t>
            </a:r>
            <a:r>
              <a:rPr lang="en-US" sz="2000" err="1"/>
              <a:t>chiar</a:t>
            </a:r>
            <a:r>
              <a:rPr lang="en-US" sz="2000"/>
              <a:t> </a:t>
            </a:r>
            <a:r>
              <a:rPr lang="en-US" sz="2000" err="1"/>
              <a:t>și</a:t>
            </a:r>
            <a:r>
              <a:rPr lang="en-US" sz="2000"/>
              <a:t> </a:t>
            </a:r>
            <a:r>
              <a:rPr lang="en-US" sz="2000" err="1"/>
              <a:t>intre</a:t>
            </a:r>
            <a:r>
              <a:rPr lang="en-US" sz="2000"/>
              <a:t> </a:t>
            </a:r>
            <a:r>
              <a:rPr lang="en-US" sz="2000" err="1"/>
              <a:t>liste</a:t>
            </a:r>
            <a:r>
              <a:rPr lang="en-US" sz="2000"/>
              <a:t> </a:t>
            </a:r>
            <a:r>
              <a:rPr lang="en-US" sz="2000" err="1"/>
              <a:t>diferite</a:t>
            </a:r>
            <a:r>
              <a:rPr lang="en-US" sz="2000"/>
              <a:t>(constant time).</a:t>
            </a: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/>
              <a:t>▪ </a:t>
            </a:r>
            <a:r>
              <a:rPr lang="en-US" sz="2000" err="1"/>
              <a:t>Iterare</a:t>
            </a:r>
            <a:r>
              <a:rPr lang="en-US" sz="2000"/>
              <a:t> de </a:t>
            </a:r>
            <a:r>
              <a:rPr lang="en-US" sz="2000" err="1"/>
              <a:t>elemente</a:t>
            </a:r>
            <a:r>
              <a:rPr lang="en-US" sz="2000"/>
              <a:t> in </a:t>
            </a:r>
            <a:r>
              <a:rPr lang="en-US" sz="2000" err="1"/>
              <a:t>ordine</a:t>
            </a:r>
            <a:r>
              <a:rPr lang="en-US" sz="2000"/>
              <a:t> (linear time)</a:t>
            </a: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Google Shape;320;p35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62FBDC80-BADA-4EFC-B3EC-E55AF9D8250A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18</a:t>
            </a:fld>
            <a:endParaRPr lang="en-US" sz="1800"/>
          </a:p>
        </p:txBody>
      </p:sp>
      <p:sp>
        <p:nvSpPr>
          <p:cNvPr id="19461" name="Google Shape;323;p35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324" name="Google Shape;324;p35"/>
          <p:cNvSpPr txBox="1"/>
          <p:nvPr/>
        </p:nvSpPr>
        <p:spPr>
          <a:xfrm>
            <a:off x="176213" y="1271588"/>
            <a:ext cx="9734550" cy="54594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err="1">
                <a:solidFill>
                  <a:srgbClr val="0000FF"/>
                </a:solidFill>
              </a:rPr>
              <a:t>Containere</a:t>
            </a:r>
            <a:r>
              <a:rPr lang="en-US" sz="2000" b="1">
                <a:solidFill>
                  <a:srgbClr val="0000FF"/>
                </a:solidFill>
              </a:rPr>
              <a:t> de tip </a:t>
            </a:r>
            <a:r>
              <a:rPr lang="en-US" sz="2000" b="1" err="1">
                <a:solidFill>
                  <a:srgbClr val="0000FF"/>
                </a:solidFill>
              </a:rPr>
              <a:t>secventa</a:t>
            </a:r>
            <a:r>
              <a:rPr lang="en-US" sz="2000" b="1">
                <a:solidFill>
                  <a:srgbClr val="0000FF"/>
                </a:solidFill>
              </a:rPr>
              <a:t>							List</a:t>
            </a:r>
            <a:endParaRPr sz="2000" b="1">
              <a:solidFill>
                <a:srgbClr val="0000FF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 b="1">
              <a:solidFill>
                <a:srgbClr val="0000FF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err="1"/>
              <a:t>Constructori</a:t>
            </a:r>
            <a:r>
              <a:rPr lang="en-US" sz="2000"/>
              <a:t>:</a:t>
            </a: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1"/>
              <a:t>explicit list(const Allocator &amp;a = Allocator( ) ); </a:t>
            </a:r>
            <a:endParaRPr sz="2000" b="1" i="1"/>
          </a:p>
          <a:p>
            <a:pPr indent="45720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1">
                <a:solidFill>
                  <a:srgbClr val="FF0000"/>
                </a:solidFill>
              </a:rPr>
              <a:t>// </a:t>
            </a:r>
            <a:r>
              <a:rPr lang="en-US" sz="2000" b="1" i="1" err="1">
                <a:solidFill>
                  <a:srgbClr val="FF0000"/>
                </a:solidFill>
              </a:rPr>
              <a:t>expl</a:t>
            </a:r>
            <a:r>
              <a:rPr lang="en-US" sz="2000" b="1" i="1">
                <a:solidFill>
                  <a:srgbClr val="FF0000"/>
                </a:solidFill>
              </a:rPr>
              <a:t>. list&lt;</a:t>
            </a:r>
            <a:r>
              <a:rPr lang="en-US" sz="2000" b="1" i="1" err="1">
                <a:solidFill>
                  <a:srgbClr val="FF0000"/>
                </a:solidFill>
              </a:rPr>
              <a:t>int</a:t>
            </a:r>
            <a:r>
              <a:rPr lang="en-US" sz="2000" b="1" i="1">
                <a:solidFill>
                  <a:srgbClr val="FF0000"/>
                </a:solidFill>
              </a:rPr>
              <a:t>&gt; iv</a:t>
            </a:r>
            <a:r>
              <a:rPr lang="en-US" sz="2000" b="1" i="1"/>
              <a:t> </a:t>
            </a:r>
            <a:endParaRPr sz="2000" b="1" i="1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 i="1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1"/>
              <a:t>explicit list(</a:t>
            </a:r>
            <a:r>
              <a:rPr lang="en-US" sz="2000" b="1" i="1" err="1"/>
              <a:t>size_type</a:t>
            </a:r>
            <a:r>
              <a:rPr lang="en-US" sz="2000" b="1" i="1"/>
              <a:t> num, const T &amp;</a:t>
            </a:r>
            <a:r>
              <a:rPr lang="en-US" sz="2000" b="1" i="1" err="1"/>
              <a:t>val</a:t>
            </a:r>
            <a:r>
              <a:rPr lang="en-US" sz="2000" b="1" i="1"/>
              <a:t> = T( ), const Allocator &amp;a = Allocator()); </a:t>
            </a:r>
            <a:endParaRPr sz="2000" b="1" i="1"/>
          </a:p>
          <a:p>
            <a:pPr indent="45720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1">
                <a:solidFill>
                  <a:srgbClr val="FF0000"/>
                </a:solidFill>
              </a:rPr>
              <a:t>// </a:t>
            </a:r>
            <a:r>
              <a:rPr lang="en-US" sz="2000" b="1" i="1" err="1">
                <a:solidFill>
                  <a:srgbClr val="FF0000"/>
                </a:solidFill>
              </a:rPr>
              <a:t>expl</a:t>
            </a:r>
            <a:r>
              <a:rPr lang="en-US" sz="2000" b="1" i="1">
                <a:solidFill>
                  <a:srgbClr val="FF0000"/>
                </a:solidFill>
              </a:rPr>
              <a:t>. list&lt;</a:t>
            </a:r>
            <a:r>
              <a:rPr lang="en-US" sz="2000" b="1" i="1" err="1">
                <a:solidFill>
                  <a:srgbClr val="FF0000"/>
                </a:solidFill>
              </a:rPr>
              <a:t>int</a:t>
            </a:r>
            <a:r>
              <a:rPr lang="en-US" sz="2000" b="1" i="1">
                <a:solidFill>
                  <a:srgbClr val="FF0000"/>
                </a:solidFill>
              </a:rPr>
              <a:t>&gt; iv(10);</a:t>
            </a:r>
            <a:endParaRPr sz="2000" b="1" i="1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1">
                <a:solidFill>
                  <a:srgbClr val="FF0000"/>
                </a:solidFill>
              </a:rPr>
              <a:t> 	// </a:t>
            </a:r>
            <a:r>
              <a:rPr lang="en-US" sz="2000" b="1" i="1" err="1">
                <a:solidFill>
                  <a:srgbClr val="FF0000"/>
                </a:solidFill>
              </a:rPr>
              <a:t>expl</a:t>
            </a:r>
            <a:r>
              <a:rPr lang="en-US" sz="2000" b="1" i="1">
                <a:solidFill>
                  <a:srgbClr val="FF0000"/>
                </a:solidFill>
              </a:rPr>
              <a:t>. list&lt;</a:t>
            </a:r>
            <a:r>
              <a:rPr lang="en-US" sz="2000" b="1" i="1" err="1">
                <a:solidFill>
                  <a:srgbClr val="FF0000"/>
                </a:solidFill>
              </a:rPr>
              <a:t>int</a:t>
            </a:r>
            <a:r>
              <a:rPr lang="en-US" sz="2000" b="1" i="1">
                <a:solidFill>
                  <a:srgbClr val="FF0000"/>
                </a:solidFill>
              </a:rPr>
              <a:t>&gt; iv(10,7);</a:t>
            </a:r>
            <a:endParaRPr sz="2000" b="1" i="1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 b="1" i="1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1"/>
              <a:t>list(const list &lt;</a:t>
            </a:r>
            <a:r>
              <a:rPr lang="en-US" sz="2000" b="1" i="1" err="1"/>
              <a:t>T,Allocator</a:t>
            </a:r>
            <a:r>
              <a:rPr lang="en-US" sz="2000" b="1" i="1"/>
              <a:t>&gt; &amp;ob); </a:t>
            </a:r>
            <a:endParaRPr sz="2000" b="1" i="1"/>
          </a:p>
          <a:p>
            <a:pPr indent="45720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1">
                <a:solidFill>
                  <a:srgbClr val="FF0000"/>
                </a:solidFill>
              </a:rPr>
              <a:t>// </a:t>
            </a:r>
            <a:r>
              <a:rPr lang="en-US" sz="2000" b="1" i="1" err="1">
                <a:solidFill>
                  <a:srgbClr val="FF0000"/>
                </a:solidFill>
              </a:rPr>
              <a:t>expl</a:t>
            </a:r>
            <a:r>
              <a:rPr lang="en-US" sz="2000" b="1" i="1">
                <a:solidFill>
                  <a:srgbClr val="FF0000"/>
                </a:solidFill>
              </a:rPr>
              <a:t>. list&lt;</a:t>
            </a:r>
            <a:r>
              <a:rPr lang="en-US" sz="2000" b="1" i="1" err="1">
                <a:solidFill>
                  <a:srgbClr val="FF0000"/>
                </a:solidFill>
              </a:rPr>
              <a:t>int</a:t>
            </a:r>
            <a:r>
              <a:rPr lang="en-US" sz="2000" b="1" i="1">
                <a:solidFill>
                  <a:srgbClr val="FF0000"/>
                </a:solidFill>
              </a:rPr>
              <a:t>&gt; iv2(iv);</a:t>
            </a:r>
            <a:endParaRPr sz="2000" b="1" i="1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 b="1" i="1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1">
                <a:solidFill>
                  <a:schemeClr val="dk1"/>
                </a:solidFill>
              </a:rPr>
              <a:t>template &lt;class </a:t>
            </a:r>
            <a:r>
              <a:rPr lang="en-US" sz="2000" b="1" i="1" err="1">
                <a:solidFill>
                  <a:schemeClr val="dk1"/>
                </a:solidFill>
              </a:rPr>
              <a:t>InIter</a:t>
            </a:r>
            <a:r>
              <a:rPr lang="en-US" sz="2000" b="1" i="1">
                <a:solidFill>
                  <a:schemeClr val="dk1"/>
                </a:solidFill>
              </a:rPr>
              <a:t>&gt;</a:t>
            </a:r>
            <a:endParaRPr sz="2000" b="1" i="1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1"/>
              <a:t>list(</a:t>
            </a:r>
            <a:r>
              <a:rPr lang="en-US" sz="2000" b="1" i="1" err="1"/>
              <a:t>InIter</a:t>
            </a:r>
            <a:r>
              <a:rPr lang="en-US" sz="2000" b="1" i="1"/>
              <a:t> start, </a:t>
            </a:r>
            <a:r>
              <a:rPr lang="en-US" sz="2000" b="1" i="1" err="1"/>
              <a:t>InIter</a:t>
            </a:r>
            <a:r>
              <a:rPr lang="en-US" sz="2000" b="1" i="1"/>
              <a:t> end, const Allocator &amp;a = Allocator( ));</a:t>
            </a:r>
            <a:endParaRPr sz="2000" b="1" i="1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Google Shape;164;p22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9ADA4193-C6D5-40B1-8C8A-7B6CF146D6BB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19</a:t>
            </a:fld>
            <a:endParaRPr lang="en-US" sz="1800"/>
          </a:p>
        </p:txBody>
      </p:sp>
      <p:sp>
        <p:nvSpPr>
          <p:cNvPr id="20485" name="Google Shape;167;p22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20486" name="Google Shape;168;p22"/>
          <p:cNvSpPr txBox="1">
            <a:spLocks noChangeArrowheads="1"/>
          </p:cNvSpPr>
          <p:nvPr/>
        </p:nvSpPr>
        <p:spPr bwMode="auto">
          <a:xfrm>
            <a:off x="274638" y="1271588"/>
            <a:ext cx="9636125" cy="565467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 dirty="0" err="1">
                <a:solidFill>
                  <a:srgbClr val="0000FF"/>
                </a:solidFill>
              </a:rPr>
              <a:t>Containere</a:t>
            </a:r>
            <a:r>
              <a:rPr lang="en-US" sz="2000" b="1" dirty="0">
                <a:solidFill>
                  <a:srgbClr val="0000FF"/>
                </a:solidFill>
              </a:rPr>
              <a:t> de tip </a:t>
            </a:r>
            <a:r>
              <a:rPr lang="en-US" sz="2000" b="1" dirty="0" err="1">
                <a:solidFill>
                  <a:srgbClr val="0000FF"/>
                </a:solidFill>
              </a:rPr>
              <a:t>secventa</a:t>
            </a:r>
            <a:r>
              <a:rPr lang="en-US" sz="2000" b="1" dirty="0">
                <a:solidFill>
                  <a:srgbClr val="0000FF"/>
                </a:solidFill>
              </a:rPr>
              <a:t>							List</a:t>
            </a:r>
          </a:p>
          <a:p>
            <a:endParaRPr lang="en-US" sz="2000" b="1" dirty="0"/>
          </a:p>
          <a:p>
            <a:r>
              <a:rPr lang="en-US" sz="2000" b="1" dirty="0" err="1"/>
              <a:t>Functii</a:t>
            </a:r>
            <a:r>
              <a:rPr lang="en-US" sz="2000" b="1" dirty="0"/>
              <a:t> </a:t>
            </a:r>
            <a:r>
              <a:rPr lang="en-US" sz="2000" b="1" dirty="0" err="1"/>
              <a:t>membre</a:t>
            </a:r>
            <a:r>
              <a:rPr lang="en-US" sz="2000" b="1" dirty="0"/>
              <a:t> </a:t>
            </a:r>
            <a:r>
              <a:rPr lang="en-US" sz="2000" b="1" dirty="0" err="1"/>
              <a:t>uzuale</a:t>
            </a:r>
            <a:r>
              <a:rPr lang="en-US" sz="2000" b="1" dirty="0"/>
              <a:t> (</a:t>
            </a:r>
            <a:r>
              <a:rPr lang="en-US" sz="2000" b="1" dirty="0" err="1"/>
              <a:t>sursa</a:t>
            </a:r>
            <a:r>
              <a:rPr lang="en-US" sz="2000" b="1" dirty="0"/>
              <a:t> H. </a:t>
            </a:r>
            <a:r>
              <a:rPr lang="en-US" sz="2000" b="1" dirty="0" err="1"/>
              <a:t>Schildt</a:t>
            </a:r>
            <a:r>
              <a:rPr lang="en-US" sz="2000" b="1" dirty="0"/>
              <a:t>)</a:t>
            </a:r>
          </a:p>
          <a:p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- </a:t>
            </a:r>
            <a:r>
              <a:rPr lang="en-US" sz="2000" b="1" dirty="0"/>
              <a:t>back</a:t>
            </a:r>
            <a:r>
              <a:rPr lang="en-US" sz="2000" dirty="0"/>
              <a:t>( ): </a:t>
            </a:r>
            <a:r>
              <a:rPr lang="en-US" sz="2000" dirty="0" err="1"/>
              <a:t>returneaza</a:t>
            </a:r>
            <a:r>
              <a:rPr lang="en-US" sz="2000" dirty="0"/>
              <a:t> o </a:t>
            </a:r>
            <a:r>
              <a:rPr lang="en-US" sz="2000" dirty="0" err="1"/>
              <a:t>referinta</a:t>
            </a:r>
            <a:r>
              <a:rPr lang="en-US" sz="2000" dirty="0"/>
              <a:t> </a:t>
            </a:r>
            <a:r>
              <a:rPr lang="en-US" sz="2000" dirty="0" err="1"/>
              <a:t>catre</a:t>
            </a:r>
            <a:r>
              <a:rPr lang="en-US" sz="2000" dirty="0"/>
              <a:t> </a:t>
            </a:r>
            <a:r>
              <a:rPr lang="en-US" sz="2000" dirty="0" err="1"/>
              <a:t>ultimul</a:t>
            </a:r>
            <a:r>
              <a:rPr lang="en-US" sz="2000" dirty="0"/>
              <a:t> element;</a:t>
            </a:r>
          </a:p>
          <a:p>
            <a:pPr>
              <a:lnSpc>
                <a:spcPct val="150000"/>
              </a:lnSpc>
              <a:buClr>
                <a:srgbClr val="000000"/>
              </a:buClr>
              <a:buSzPts val="1100"/>
            </a:pPr>
            <a:r>
              <a:rPr lang="en-US" sz="2000" dirty="0"/>
              <a:t>- </a:t>
            </a:r>
            <a:r>
              <a:rPr lang="en-US" sz="2000" b="1" dirty="0"/>
              <a:t>front</a:t>
            </a:r>
            <a:r>
              <a:rPr lang="en-US" sz="2000" dirty="0"/>
              <a:t>( ): </a:t>
            </a:r>
            <a:r>
              <a:rPr lang="en-US" sz="2000" dirty="0" err="1"/>
              <a:t>returneaza</a:t>
            </a:r>
            <a:r>
              <a:rPr lang="en-US" sz="2000" dirty="0"/>
              <a:t> o </a:t>
            </a:r>
            <a:r>
              <a:rPr lang="en-US" sz="2000" dirty="0" err="1"/>
              <a:t>referinta</a:t>
            </a:r>
            <a:r>
              <a:rPr lang="en-US" sz="2000" dirty="0"/>
              <a:t> </a:t>
            </a:r>
            <a:r>
              <a:rPr lang="en-US" sz="2000" dirty="0" err="1"/>
              <a:t>catre</a:t>
            </a:r>
            <a:r>
              <a:rPr lang="en-US" sz="2000" dirty="0"/>
              <a:t> </a:t>
            </a:r>
            <a:r>
              <a:rPr lang="en-US" sz="2000" dirty="0" err="1"/>
              <a:t>primul</a:t>
            </a:r>
            <a:r>
              <a:rPr lang="en-US" sz="2000" dirty="0"/>
              <a:t> element;</a:t>
            </a:r>
          </a:p>
          <a:p>
            <a:pPr>
              <a:lnSpc>
                <a:spcPct val="150000"/>
              </a:lnSpc>
              <a:buClr>
                <a:srgbClr val="000000"/>
              </a:buClr>
              <a:buSzPts val="1100"/>
            </a:pPr>
            <a:r>
              <a:rPr lang="en-US" sz="2000" dirty="0"/>
              <a:t>- </a:t>
            </a:r>
            <a:r>
              <a:rPr lang="en-US" sz="2000" b="1" dirty="0"/>
              <a:t>begin</a:t>
            </a:r>
            <a:r>
              <a:rPr lang="en-US" sz="2000" dirty="0"/>
              <a:t>( ): </a:t>
            </a:r>
            <a:r>
              <a:rPr lang="en-US" sz="2000" dirty="0" err="1"/>
              <a:t>returneaza</a:t>
            </a:r>
            <a:r>
              <a:rPr lang="en-US" sz="2000" dirty="0"/>
              <a:t> un iterator </a:t>
            </a:r>
            <a:r>
              <a:rPr lang="en-US" sz="2000" dirty="0" err="1"/>
              <a:t>catre</a:t>
            </a:r>
            <a:r>
              <a:rPr lang="en-US" sz="2000" dirty="0"/>
              <a:t> </a:t>
            </a:r>
            <a:r>
              <a:rPr lang="en-US" sz="2000" dirty="0" err="1"/>
              <a:t>primul</a:t>
            </a:r>
            <a:r>
              <a:rPr lang="en-US" sz="2000" dirty="0"/>
              <a:t> element;</a:t>
            </a:r>
          </a:p>
          <a:p>
            <a:pPr>
              <a:lnSpc>
                <a:spcPct val="150000"/>
              </a:lnSpc>
              <a:buClr>
                <a:srgbClr val="000000"/>
              </a:buClr>
              <a:buSzPts val="1100"/>
            </a:pPr>
            <a:r>
              <a:rPr lang="en-US" sz="2000" dirty="0"/>
              <a:t>- </a:t>
            </a:r>
            <a:r>
              <a:rPr lang="en-US" sz="2000" b="1" dirty="0"/>
              <a:t>end</a:t>
            </a:r>
            <a:r>
              <a:rPr lang="en-US" sz="2000" dirty="0"/>
              <a:t>( ): </a:t>
            </a:r>
            <a:r>
              <a:rPr lang="en-US" sz="2000" dirty="0" err="1"/>
              <a:t>returneaza</a:t>
            </a:r>
            <a:r>
              <a:rPr lang="en-US" sz="2000" dirty="0"/>
              <a:t> un iterator </a:t>
            </a:r>
            <a:r>
              <a:rPr lang="en-US" sz="2000" dirty="0" err="1"/>
              <a:t>catre</a:t>
            </a:r>
            <a:r>
              <a:rPr lang="en-US" sz="2000" dirty="0"/>
              <a:t> zona de </a:t>
            </a:r>
            <a:r>
              <a:rPr lang="en-US" sz="2000" dirty="0" err="1"/>
              <a:t>memorie</a:t>
            </a:r>
            <a:r>
              <a:rPr lang="en-US" sz="2000" dirty="0"/>
              <a:t> de </a:t>
            </a:r>
            <a:r>
              <a:rPr lang="en-US" sz="2000" dirty="0" err="1"/>
              <a:t>dupa</a:t>
            </a:r>
            <a:r>
              <a:rPr lang="en-US" sz="2000" dirty="0"/>
              <a:t> </a:t>
            </a:r>
            <a:r>
              <a:rPr lang="en-US" sz="2000" dirty="0" err="1"/>
              <a:t>ultimul</a:t>
            </a:r>
            <a:r>
              <a:rPr lang="en-US" sz="2000" dirty="0"/>
              <a:t> element;</a:t>
            </a:r>
          </a:p>
          <a:p>
            <a:pPr>
              <a:lnSpc>
                <a:spcPct val="150000"/>
              </a:lnSpc>
              <a:buClr>
                <a:srgbClr val="000000"/>
              </a:buClr>
              <a:buSzPts val="1100"/>
            </a:pPr>
            <a:r>
              <a:rPr lang="en-US" sz="2000" dirty="0"/>
              <a:t>- </a:t>
            </a:r>
            <a:r>
              <a:rPr lang="en-US" sz="2000" b="1" dirty="0"/>
              <a:t>clear</a:t>
            </a:r>
            <a:r>
              <a:rPr lang="en-US" sz="2000" dirty="0"/>
              <a:t>( ): </a:t>
            </a:r>
            <a:r>
              <a:rPr lang="en-US" sz="2000" dirty="0" err="1"/>
              <a:t>elimina</a:t>
            </a:r>
            <a:r>
              <a:rPr lang="en-US" sz="2000" dirty="0"/>
              <a:t> </a:t>
            </a:r>
            <a:r>
              <a:rPr lang="en-US" sz="2000" dirty="0" err="1"/>
              <a:t>toate</a:t>
            </a:r>
            <a:r>
              <a:rPr lang="en-US" sz="2000" dirty="0"/>
              <a:t> </a:t>
            </a:r>
            <a:r>
              <a:rPr lang="en-US" sz="2000" dirty="0" err="1"/>
              <a:t>elementele</a:t>
            </a:r>
            <a:r>
              <a:rPr lang="en-US" sz="2000" dirty="0"/>
              <a:t>. 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sz="2000" dirty="0"/>
              <a:t> </a:t>
            </a:r>
            <a:r>
              <a:rPr lang="en-US" sz="2000" b="1" dirty="0"/>
              <a:t>empty</a:t>
            </a:r>
            <a:r>
              <a:rPr lang="en-US" sz="2000" dirty="0"/>
              <a:t>( ): “true(false)” </a:t>
            </a:r>
            <a:r>
              <a:rPr lang="en-US" sz="2000" dirty="0" err="1"/>
              <a:t>daca</a:t>
            </a:r>
            <a:r>
              <a:rPr lang="en-US" sz="2000" dirty="0"/>
              <a:t> </a:t>
            </a:r>
            <a:r>
              <a:rPr lang="en-US" sz="2000" dirty="0" err="1" smtClean="0"/>
              <a:t>lista</a:t>
            </a:r>
            <a:r>
              <a:rPr lang="en-US" sz="2000" dirty="0" smtClean="0"/>
              <a:t> e </a:t>
            </a:r>
            <a:r>
              <a:rPr lang="en-US" sz="2000" dirty="0"/>
              <a:t>(</a:t>
            </a:r>
            <a:r>
              <a:rPr lang="en-US" sz="2000" dirty="0" err="1"/>
              <a:t>sau</a:t>
            </a:r>
            <a:r>
              <a:rPr lang="en-US" sz="2000" dirty="0"/>
              <a:t> nu) </a:t>
            </a:r>
            <a:r>
              <a:rPr lang="en-US" sz="2000" dirty="0" err="1" smtClean="0"/>
              <a:t>goala</a:t>
            </a:r>
            <a:r>
              <a:rPr lang="en-US" sz="2000" dirty="0" smtClean="0"/>
              <a:t>.</a:t>
            </a:r>
            <a:endParaRPr lang="en-US" sz="2000" dirty="0"/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sz="2000" dirty="0"/>
              <a:t> </a:t>
            </a:r>
            <a:r>
              <a:rPr lang="en-US" sz="2000" b="1" dirty="0"/>
              <a:t>erase(iterator </a:t>
            </a:r>
            <a:r>
              <a:rPr lang="en-US" sz="2000" b="1" dirty="0" err="1"/>
              <a:t>i</a:t>
            </a:r>
            <a:r>
              <a:rPr lang="en-US" sz="2000" b="1" dirty="0"/>
              <a:t>)</a:t>
            </a:r>
            <a:r>
              <a:rPr lang="en-US" sz="2000" dirty="0"/>
              <a:t>: </a:t>
            </a:r>
            <a:r>
              <a:rPr lang="en-US" sz="2000" dirty="0" err="1"/>
              <a:t>stergerea</a:t>
            </a:r>
            <a:r>
              <a:rPr lang="en-US" sz="2000" dirty="0"/>
              <a:t> </a:t>
            </a:r>
            <a:r>
              <a:rPr lang="en-US" sz="2000" dirty="0" err="1"/>
              <a:t>elementului</a:t>
            </a:r>
            <a:r>
              <a:rPr lang="en-US" sz="2000" dirty="0"/>
              <a:t> </a:t>
            </a:r>
            <a:r>
              <a:rPr lang="en-US" sz="2000" dirty="0" err="1"/>
              <a:t>pointat</a:t>
            </a:r>
            <a:r>
              <a:rPr lang="en-US" sz="2000" dirty="0"/>
              <a:t> de </a:t>
            </a:r>
            <a:r>
              <a:rPr lang="en-US" sz="2000" dirty="0" err="1"/>
              <a:t>i</a:t>
            </a:r>
            <a:r>
              <a:rPr lang="en-US" sz="2000" dirty="0"/>
              <a:t>; </a:t>
            </a:r>
            <a:r>
              <a:rPr lang="en-US" sz="2000" dirty="0" err="1"/>
              <a:t>returneaza</a:t>
            </a:r>
            <a:r>
              <a:rPr lang="en-US" sz="2000" dirty="0"/>
              <a:t> un 				iterator </a:t>
            </a:r>
            <a:r>
              <a:rPr lang="en-US" sz="2000" dirty="0" err="1"/>
              <a:t>catre</a:t>
            </a:r>
            <a:r>
              <a:rPr lang="en-US" sz="2000" dirty="0"/>
              <a:t> </a:t>
            </a:r>
            <a:r>
              <a:rPr lang="en-US" sz="2000" dirty="0" err="1"/>
              <a:t>elementul</a:t>
            </a:r>
            <a:r>
              <a:rPr lang="en-US" sz="2000" dirty="0"/>
              <a:t> de </a:t>
            </a:r>
            <a:r>
              <a:rPr lang="en-US" sz="2000" dirty="0" err="1"/>
              <a:t>dupa</a:t>
            </a:r>
            <a:r>
              <a:rPr lang="en-US" sz="2000" dirty="0"/>
              <a:t> </a:t>
            </a:r>
            <a:r>
              <a:rPr lang="en-US" sz="2000" dirty="0" err="1"/>
              <a:t>cel</a:t>
            </a:r>
            <a:r>
              <a:rPr lang="en-US" sz="2000" dirty="0"/>
              <a:t> </a:t>
            </a:r>
            <a:r>
              <a:rPr lang="en-US" sz="2000" dirty="0" err="1"/>
              <a:t>sters</a:t>
            </a:r>
            <a:r>
              <a:rPr lang="en-US" sz="20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- </a:t>
            </a:r>
            <a:r>
              <a:rPr lang="en-US" sz="2000" b="1" dirty="0"/>
              <a:t>erase(iterator start, iterator end):</a:t>
            </a:r>
            <a:r>
              <a:rPr lang="en-US" sz="2000" dirty="0"/>
              <a:t> </a:t>
            </a:r>
            <a:r>
              <a:rPr lang="en-US" sz="2000" dirty="0" err="1"/>
              <a:t>stergerea</a:t>
            </a:r>
            <a:r>
              <a:rPr lang="en-US" sz="2000" dirty="0"/>
              <a:t> </a:t>
            </a:r>
            <a:r>
              <a:rPr lang="en-US" sz="2000" dirty="0" err="1"/>
              <a:t>elementelor</a:t>
            </a:r>
            <a:r>
              <a:rPr lang="en-US" sz="2000" dirty="0"/>
              <a:t> </a:t>
            </a:r>
            <a:r>
              <a:rPr lang="en-US" sz="2000" dirty="0" err="1"/>
              <a:t>intre</a:t>
            </a:r>
            <a:r>
              <a:rPr lang="en-US" sz="2000" dirty="0"/>
              <a:t> start </a:t>
            </a:r>
            <a:r>
              <a:rPr lang="en-US" sz="2000" dirty="0" err="1"/>
              <a:t>si</a:t>
            </a:r>
            <a:r>
              <a:rPr lang="en-US" sz="2000" dirty="0"/>
              <a:t> end.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Google Shape;164;p22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14934CB4-3A95-450C-9119-D95E30BAEB5E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20</a:t>
            </a:fld>
            <a:endParaRPr lang="en-US" sz="1800"/>
          </a:p>
        </p:txBody>
      </p:sp>
      <p:sp>
        <p:nvSpPr>
          <p:cNvPr id="21509" name="Google Shape;167;p22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21510" name="Google Shape;168;p22"/>
          <p:cNvSpPr txBox="1">
            <a:spLocks noChangeArrowheads="1"/>
          </p:cNvSpPr>
          <p:nvPr/>
        </p:nvSpPr>
        <p:spPr bwMode="auto">
          <a:xfrm>
            <a:off x="274638" y="1271588"/>
            <a:ext cx="9636125" cy="60896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>
                <a:solidFill>
                  <a:srgbClr val="0000FF"/>
                </a:solidFill>
              </a:rPr>
              <a:t>Containere de tip secventa							List</a:t>
            </a:r>
          </a:p>
          <a:p>
            <a:endParaRPr lang="en-US" sz="2000" b="1"/>
          </a:p>
          <a:p>
            <a:r>
              <a:rPr lang="en-US" sz="2000" b="1"/>
              <a:t>Functii membre uzuale (sursa H. Schildt)</a:t>
            </a:r>
          </a:p>
          <a:p>
            <a:pPr>
              <a:lnSpc>
                <a:spcPct val="150000"/>
              </a:lnSpc>
            </a:pPr>
            <a:endParaRPr lang="en-US" sz="2000"/>
          </a:p>
          <a:p>
            <a:pPr>
              <a:lnSpc>
                <a:spcPct val="150000"/>
              </a:lnSpc>
            </a:pPr>
            <a:r>
              <a:rPr lang="en-US" sz="2000"/>
              <a:t>- </a:t>
            </a:r>
            <a:r>
              <a:rPr lang="en-US" sz="2000" b="1"/>
              <a:t>insert(iterator i, const T &amp;val):</a:t>
            </a:r>
            <a:r>
              <a:rPr lang="en-US" sz="2000"/>
              <a:t> insereaza val inaintea elementului pointat; </a:t>
            </a:r>
          </a:p>
          <a:p>
            <a:pPr>
              <a:lnSpc>
                <a:spcPct val="150000"/>
              </a:lnSpc>
            </a:pPr>
            <a:r>
              <a:rPr lang="en-US" sz="2000"/>
              <a:t>- </a:t>
            </a:r>
            <a:r>
              <a:rPr lang="en-US" sz="2000" b="1"/>
              <a:t>insert(iterator i, size_type num, const T &amp; val)</a:t>
            </a:r>
            <a:r>
              <a:rPr lang="en-US" sz="2000"/>
              <a:t> : insereaza un numar de “num” elemente de valoare “val” inaintea elementului pointat de i.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sz="2000" b="1"/>
              <a:t>insert(iterator i, InIter start, InIter end):</a:t>
            </a:r>
            <a:r>
              <a:rPr lang="en-US" sz="2000"/>
              <a:t> insereaza o secventa start-end inaintea elementului pointat de i.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sz="2000"/>
              <a:t> </a:t>
            </a:r>
            <a:r>
              <a:rPr lang="en-US" sz="2000" b="1"/>
              <a:t>merge(list &lt;T, Allocator&gt; &amp;ob):</a:t>
            </a:r>
            <a:r>
              <a:rPr lang="en-US" sz="2000"/>
              <a:t> concateneaza lista din ob; aceasta din urma devine vida.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sz="2000"/>
              <a:t> </a:t>
            </a:r>
            <a:r>
              <a:rPr lang="en-US" sz="2000" b="1"/>
              <a:t>merge(list &amp;ob, Comp cmpfn):</a:t>
            </a:r>
            <a:r>
              <a:rPr lang="en-US" sz="2000"/>
              <a:t> concateneaza si sorteaza;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Google Shape;164;p22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617A8128-882F-4E49-A70D-C98296D36C4C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21</a:t>
            </a:fld>
            <a:endParaRPr lang="en-US" sz="1800"/>
          </a:p>
        </p:txBody>
      </p:sp>
      <p:sp>
        <p:nvSpPr>
          <p:cNvPr id="22533" name="Google Shape;167;p22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22534" name="Google Shape;168;p22"/>
          <p:cNvSpPr txBox="1">
            <a:spLocks noChangeArrowheads="1"/>
          </p:cNvSpPr>
          <p:nvPr/>
        </p:nvSpPr>
        <p:spPr bwMode="auto">
          <a:xfrm>
            <a:off x="274638" y="1271588"/>
            <a:ext cx="9636125" cy="60896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>
                <a:solidFill>
                  <a:srgbClr val="0000FF"/>
                </a:solidFill>
              </a:rPr>
              <a:t>Containere de tip secventa							List</a:t>
            </a:r>
          </a:p>
          <a:p>
            <a:endParaRPr lang="en-US" sz="2000" b="1"/>
          </a:p>
          <a:p>
            <a:r>
              <a:rPr lang="en-US" sz="2000" b="1"/>
              <a:t>Functii membre uzuale (sursa H. Schildt)</a:t>
            </a:r>
          </a:p>
          <a:p>
            <a:pPr>
              <a:lnSpc>
                <a:spcPct val="150000"/>
              </a:lnSpc>
            </a:pPr>
            <a:endParaRPr lang="en-US" sz="2000"/>
          </a:p>
          <a:p>
            <a:pPr>
              <a:lnSpc>
                <a:spcPct val="150000"/>
              </a:lnSpc>
            </a:pPr>
            <a:r>
              <a:rPr lang="en-US" sz="2000"/>
              <a:t>- </a:t>
            </a:r>
            <a:r>
              <a:rPr lang="en-US" sz="2000" b="1"/>
              <a:t>pop_back</a:t>
            </a:r>
            <a:r>
              <a:rPr lang="en-US" sz="2000"/>
              <a:t>( ): sterge ultimul element. </a:t>
            </a:r>
          </a:p>
          <a:p>
            <a:pPr>
              <a:lnSpc>
                <a:spcPct val="150000"/>
              </a:lnSpc>
              <a:buClr>
                <a:srgbClr val="000000"/>
              </a:buClr>
              <a:buSzPts val="1100"/>
            </a:pPr>
            <a:r>
              <a:rPr lang="en-US" sz="2000"/>
              <a:t>- </a:t>
            </a:r>
            <a:r>
              <a:rPr lang="en-US" sz="2000" b="1"/>
              <a:t>pop_front</a:t>
            </a:r>
            <a:r>
              <a:rPr lang="en-US" sz="2000"/>
              <a:t>( ): sterge primul element.</a:t>
            </a:r>
          </a:p>
          <a:p>
            <a:pPr>
              <a:lnSpc>
                <a:spcPct val="150000"/>
              </a:lnSpc>
              <a:buClr>
                <a:srgbClr val="000000"/>
              </a:buClr>
              <a:buSzPts val="1100"/>
            </a:pPr>
            <a:r>
              <a:rPr lang="en-US" sz="2000"/>
              <a:t>- </a:t>
            </a:r>
            <a:r>
              <a:rPr lang="en-US" sz="2000" b="1"/>
              <a:t>push_back(const T &amp;val)</a:t>
            </a:r>
            <a:r>
              <a:rPr lang="en-US" sz="2000"/>
              <a:t>: adauga la final valoarea “val”</a:t>
            </a:r>
          </a:p>
          <a:p>
            <a:pPr>
              <a:lnSpc>
                <a:spcPct val="150000"/>
              </a:lnSpc>
              <a:buClr>
                <a:srgbClr val="000000"/>
              </a:buClr>
              <a:buSzPts val="1100"/>
            </a:pPr>
            <a:r>
              <a:rPr lang="en-US" sz="2000"/>
              <a:t>- </a:t>
            </a:r>
            <a:r>
              <a:rPr lang="en-US" sz="2000" b="1"/>
              <a:t>push_front(const T &amp;val)</a:t>
            </a:r>
            <a:r>
              <a:rPr lang="en-US" sz="2000"/>
              <a:t>: adauga la inceput valoarea “val”</a:t>
            </a:r>
          </a:p>
          <a:p>
            <a:pPr>
              <a:lnSpc>
                <a:spcPct val="150000"/>
              </a:lnSpc>
            </a:pPr>
            <a:r>
              <a:rPr lang="en-US" sz="2000"/>
              <a:t>- </a:t>
            </a:r>
            <a:r>
              <a:rPr lang="en-US" sz="2000" b="1"/>
              <a:t>remove(const T &amp;val)</a:t>
            </a:r>
            <a:r>
              <a:rPr lang="en-US" sz="2000"/>
              <a:t>: elimina toate valorile “val” din lista;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sz="2000"/>
              <a:t> </a:t>
            </a:r>
            <a:r>
              <a:rPr lang="en-US" sz="2000" b="1"/>
              <a:t>reverse( )</a:t>
            </a:r>
            <a:r>
              <a:rPr lang="en-US" sz="2000"/>
              <a:t>: inverseaza lista.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sz="2000"/>
              <a:t> </a:t>
            </a:r>
            <a:r>
              <a:rPr lang="en-US" sz="2000" b="1"/>
              <a:t>size( )</a:t>
            </a:r>
            <a:r>
              <a:rPr lang="en-US" sz="2000"/>
              <a:t> : numarul de elemente.</a:t>
            </a:r>
          </a:p>
          <a:p>
            <a:pPr>
              <a:lnSpc>
                <a:spcPct val="150000"/>
              </a:lnSpc>
            </a:pPr>
            <a:r>
              <a:rPr lang="en-US" sz="2000"/>
              <a:t>- </a:t>
            </a:r>
            <a:r>
              <a:rPr lang="en-US" sz="2000" b="1"/>
              <a:t>sort( )</a:t>
            </a:r>
            <a:r>
              <a:rPr lang="en-US" sz="2000"/>
              <a:t>: ordoneaza crescator</a:t>
            </a:r>
          </a:p>
          <a:p>
            <a:pPr>
              <a:lnSpc>
                <a:spcPct val="150000"/>
              </a:lnSpc>
            </a:pPr>
            <a:r>
              <a:rPr lang="en-US" sz="2000"/>
              <a:t>- </a:t>
            </a:r>
            <a:r>
              <a:rPr lang="en-US" sz="2000" b="1"/>
              <a:t>sort(Comp cmpfn)</a:t>
            </a:r>
            <a:r>
              <a:rPr lang="en-US" sz="2000"/>
              <a:t>: - sorteaza cu o functie de comparatie.</a:t>
            </a:r>
          </a:p>
          <a:p>
            <a:pPr>
              <a:buClr>
                <a:srgbClr val="000000"/>
              </a:buClr>
              <a:buSzPts val="1100"/>
              <a:buFontTx/>
              <a:buChar char="-"/>
            </a:pPr>
            <a:endParaRPr lang="en-US" sz="2000"/>
          </a:p>
          <a:p>
            <a:endParaRPr lang="en-US"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Google Shape;392;p41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B2DDD8C8-3C41-4E00-80F2-ACD74CDE9071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22</a:t>
            </a:fld>
            <a:endParaRPr lang="en-US" sz="1800"/>
          </a:p>
        </p:txBody>
      </p:sp>
      <p:sp>
        <p:nvSpPr>
          <p:cNvPr id="23557" name="Google Shape;395;p41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23558" name="Google Shape;396;p41"/>
          <p:cNvSpPr txBox="1">
            <a:spLocks noChangeArrowheads="1"/>
          </p:cNvSpPr>
          <p:nvPr/>
        </p:nvSpPr>
        <p:spPr bwMode="auto">
          <a:xfrm>
            <a:off x="188913" y="1271588"/>
            <a:ext cx="9721850" cy="14414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>
                <a:solidFill>
                  <a:srgbClr val="0000FF"/>
                </a:solidFill>
              </a:rPr>
              <a:t>Containere de tip secventa							List</a:t>
            </a:r>
          </a:p>
          <a:p>
            <a:endParaRPr lang="en-US" sz="2000" b="1"/>
          </a:p>
          <a:p>
            <a:r>
              <a:rPr lang="en-US" sz="2000" b="1"/>
              <a:t>Exemplu</a:t>
            </a:r>
          </a:p>
          <a:p>
            <a:endParaRPr lang="en-US" sz="2000"/>
          </a:p>
          <a:p>
            <a:endParaRPr lang="en-US" sz="2000"/>
          </a:p>
        </p:txBody>
      </p:sp>
      <p:sp>
        <p:nvSpPr>
          <p:cNvPr id="23559" name="Rectangle 6"/>
          <p:cNvSpPr>
            <a:spLocks noChangeArrowheads="1"/>
          </p:cNvSpPr>
          <p:nvPr/>
        </p:nvSpPr>
        <p:spPr bwMode="auto">
          <a:xfrm>
            <a:off x="1839913" y="2130425"/>
            <a:ext cx="7167562" cy="5078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>
                <a:solidFill>
                  <a:srgbClr val="004A43"/>
                </a:solidFill>
                <a:latin typeface="Courier New" pitchFamily="49" charset="0"/>
              </a:rPr>
              <a:t>#include </a:t>
            </a:r>
            <a:r>
              <a:rPr lang="en-US" sz="1800">
                <a:solidFill>
                  <a:srgbClr val="800000"/>
                </a:solidFill>
                <a:latin typeface="Courier New" pitchFamily="49" charset="0"/>
              </a:rPr>
              <a:t>&lt;</a:t>
            </a:r>
            <a:r>
              <a:rPr lang="en-US" sz="1800">
                <a:solidFill>
                  <a:srgbClr val="40015A"/>
                </a:solidFill>
                <a:latin typeface="Courier New" pitchFamily="49" charset="0"/>
              </a:rPr>
              <a:t>iostream</a:t>
            </a:r>
            <a:r>
              <a:rPr lang="en-US" sz="1800">
                <a:solidFill>
                  <a:srgbClr val="800000"/>
                </a:solidFill>
                <a:latin typeface="Courier New" pitchFamily="49" charset="0"/>
              </a:rPr>
              <a:t>&gt;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solidFill>
                  <a:srgbClr val="004A43"/>
                </a:solidFill>
                <a:latin typeface="Courier New" pitchFamily="49" charset="0"/>
              </a:rPr>
              <a:t>#include </a:t>
            </a:r>
            <a:r>
              <a:rPr lang="en-US" sz="1800">
                <a:solidFill>
                  <a:srgbClr val="800000"/>
                </a:solidFill>
                <a:latin typeface="Courier New" pitchFamily="49" charset="0"/>
              </a:rPr>
              <a:t>&lt;</a:t>
            </a:r>
            <a:r>
              <a:rPr lang="en-US" sz="1800">
                <a:solidFill>
                  <a:srgbClr val="40015A"/>
                </a:solidFill>
                <a:latin typeface="Courier New" pitchFamily="49" charset="0"/>
              </a:rPr>
              <a:t>list</a:t>
            </a:r>
            <a:r>
              <a:rPr lang="en-US" sz="1800">
                <a:solidFill>
                  <a:srgbClr val="800000"/>
                </a:solidFill>
                <a:latin typeface="Courier New" pitchFamily="49" charset="0"/>
              </a:rPr>
              <a:t>&gt;</a:t>
            </a:r>
            <a:endParaRPr lang="en-US" sz="1800">
              <a:latin typeface="Courier New" pitchFamily="49" charset="0"/>
            </a:endParaRPr>
          </a:p>
          <a:p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using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namespace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666616"/>
                </a:solidFill>
                <a:latin typeface="Courier New" pitchFamily="49" charset="0"/>
              </a:rPr>
              <a:t>std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400000"/>
                </a:solidFill>
                <a:latin typeface="Courier New" pitchFamily="49" charset="0"/>
              </a:rPr>
              <a:t>main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{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  </a:t>
            </a:r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list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&lt;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&gt;</a:t>
            </a:r>
            <a:r>
              <a:rPr lang="en-US" sz="1800" b="1">
                <a:latin typeface="Courier New" pitchFamily="49" charset="0"/>
              </a:rPr>
              <a:t> lst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696969"/>
                </a:solidFill>
                <a:latin typeface="Courier New" pitchFamily="49" charset="0"/>
              </a:rPr>
              <a:t>// create an empty list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  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800" b="1">
                <a:latin typeface="Courier New" pitchFamily="49" charset="0"/>
              </a:rPr>
              <a:t> i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  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for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 b="1">
                <a:latin typeface="Courier New" pitchFamily="49" charset="0"/>
              </a:rPr>
              <a:t>i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sz="1800" b="1">
                <a:solidFill>
                  <a:srgbClr val="008C00"/>
                </a:solidFill>
                <a:latin typeface="Courier New" pitchFamily="49" charset="0"/>
              </a:rPr>
              <a:t>0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 b="1">
                <a:latin typeface="Courier New" pitchFamily="49" charset="0"/>
              </a:rPr>
              <a:t> i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&lt;</a:t>
            </a:r>
            <a:r>
              <a:rPr lang="en-US" sz="1800" b="1">
                <a:solidFill>
                  <a:srgbClr val="008C00"/>
                </a:solidFill>
                <a:latin typeface="Courier New" pitchFamily="49" charset="0"/>
              </a:rPr>
              <a:t>10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 b="1">
                <a:latin typeface="Courier New" pitchFamily="49" charset="0"/>
              </a:rPr>
              <a:t> i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++)</a:t>
            </a:r>
            <a:r>
              <a:rPr lang="en-US" sz="1800" b="1">
                <a:latin typeface="Courier New" pitchFamily="49" charset="0"/>
              </a:rPr>
              <a:t> lst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 b="1">
                <a:latin typeface="Courier New" pitchFamily="49" charset="0"/>
              </a:rPr>
              <a:t>push_back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 b="1">
                <a:latin typeface="Courier New" pitchFamily="49" charset="0"/>
              </a:rPr>
              <a:t>i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  </a:t>
            </a:r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en-US" sz="1800">
                <a:latin typeface="Courier New" pitchFamily="49" charset="0"/>
              </a:rPr>
              <a:t> 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800">
                <a:latin typeface="Courier New" pitchFamily="49" charset="0"/>
              </a:rPr>
              <a:t> </a:t>
            </a:r>
            <a:r>
              <a:rPr lang="en-US" sz="1800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 sz="1800">
                <a:solidFill>
                  <a:srgbClr val="0000E6"/>
                </a:solidFill>
                <a:latin typeface="Courier New" pitchFamily="49" charset="0"/>
              </a:rPr>
              <a:t>Size = </a:t>
            </a:r>
            <a:r>
              <a:rPr lang="en-US" sz="1800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 sz="1800">
                <a:latin typeface="Courier New" pitchFamily="49" charset="0"/>
              </a:rPr>
              <a:t> 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800">
                <a:latin typeface="Courier New" pitchFamily="49" charset="0"/>
              </a:rPr>
              <a:t> lst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size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800">
                <a:latin typeface="Courier New" pitchFamily="49" charset="0"/>
              </a:rPr>
              <a:t> 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800">
                <a:latin typeface="Courier New" pitchFamily="49" charset="0"/>
              </a:rPr>
              <a:t> </a:t>
            </a:r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endl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  </a:t>
            </a:r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list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&lt;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&gt;::</a:t>
            </a:r>
            <a:r>
              <a:rPr lang="en-US" sz="1800" b="1">
                <a:solidFill>
                  <a:srgbClr val="603000"/>
                </a:solidFill>
                <a:latin typeface="Courier New" pitchFamily="49" charset="0"/>
              </a:rPr>
              <a:t>iterator</a:t>
            </a:r>
            <a:r>
              <a:rPr lang="en-US" sz="1800" b="1">
                <a:latin typeface="Courier New" pitchFamily="49" charset="0"/>
              </a:rPr>
              <a:t> p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  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for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 b="1">
                <a:latin typeface="Courier New" pitchFamily="49" charset="0"/>
              </a:rPr>
              <a:t>p 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sz="1800" b="1">
                <a:latin typeface="Courier New" pitchFamily="49" charset="0"/>
              </a:rPr>
              <a:t> lst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 b="1">
                <a:latin typeface="Courier New" pitchFamily="49" charset="0"/>
              </a:rPr>
              <a:t>begin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 b="1">
                <a:latin typeface="Courier New" pitchFamily="49" charset="0"/>
              </a:rPr>
              <a:t>p 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!=</a:t>
            </a:r>
            <a:r>
              <a:rPr lang="en-US" sz="1800" b="1">
                <a:latin typeface="Courier New" pitchFamily="49" charset="0"/>
              </a:rPr>
              <a:t> lst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 b="1">
                <a:latin typeface="Courier New" pitchFamily="49" charset="0"/>
              </a:rPr>
              <a:t>end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 b="1">
                <a:latin typeface="Courier New" pitchFamily="49" charset="0"/>
              </a:rPr>
              <a:t>p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++)</a:t>
            </a:r>
            <a:r>
              <a:rPr lang="en-US" sz="1800" b="1">
                <a:latin typeface="Courier New" pitchFamily="49" charset="0"/>
              </a:rPr>
              <a:t>         	</a:t>
            </a:r>
            <a:r>
              <a:rPr lang="en-US" sz="1800" b="1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*</a:t>
            </a:r>
            <a:r>
              <a:rPr lang="en-US" sz="1800" b="1">
                <a:latin typeface="Courier New" pitchFamily="49" charset="0"/>
              </a:rPr>
              <a:t>p 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 sz="1800" b="1">
                <a:solidFill>
                  <a:srgbClr val="0000E6"/>
                </a:solidFill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  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for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 b="1">
                <a:latin typeface="Courier New" pitchFamily="49" charset="0"/>
              </a:rPr>
              <a:t>p 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sz="1800" b="1">
                <a:latin typeface="Courier New" pitchFamily="49" charset="0"/>
              </a:rPr>
              <a:t> lst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 b="1">
                <a:latin typeface="Courier New" pitchFamily="49" charset="0"/>
              </a:rPr>
              <a:t>begin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 b="1">
                <a:latin typeface="Courier New" pitchFamily="49" charset="0"/>
              </a:rPr>
              <a:t>p 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!=</a:t>
            </a:r>
            <a:r>
              <a:rPr lang="en-US" sz="1800" b="1">
                <a:latin typeface="Courier New" pitchFamily="49" charset="0"/>
              </a:rPr>
              <a:t> lst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 b="1">
                <a:latin typeface="Courier New" pitchFamily="49" charset="0"/>
              </a:rPr>
              <a:t>end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 b="1">
                <a:latin typeface="Courier New" pitchFamily="49" charset="0"/>
              </a:rPr>
              <a:t>p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++)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      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*</a:t>
            </a:r>
            <a:r>
              <a:rPr lang="en-US" sz="1800">
                <a:latin typeface="Courier New" pitchFamily="49" charset="0"/>
              </a:rPr>
              <a:t>p 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sz="1800">
                <a:latin typeface="Courier New" pitchFamily="49" charset="0"/>
              </a:rPr>
              <a:t> 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*</a:t>
            </a:r>
            <a:r>
              <a:rPr lang="en-US" sz="1800">
                <a:latin typeface="Courier New" pitchFamily="49" charset="0"/>
              </a:rPr>
              <a:t>p 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+</a:t>
            </a:r>
            <a:r>
              <a:rPr lang="en-US" sz="1800">
                <a:latin typeface="Courier New" pitchFamily="49" charset="0"/>
              </a:rPr>
              <a:t> </a:t>
            </a:r>
            <a:r>
              <a:rPr lang="en-US" sz="1800">
                <a:solidFill>
                  <a:srgbClr val="008C00"/>
                </a:solidFill>
                <a:latin typeface="Courier New" pitchFamily="49" charset="0"/>
              </a:rPr>
              <a:t>100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  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for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 b="1">
                <a:latin typeface="Courier New" pitchFamily="49" charset="0"/>
              </a:rPr>
              <a:t>p 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sz="1800" b="1">
                <a:latin typeface="Courier New" pitchFamily="49" charset="0"/>
              </a:rPr>
              <a:t> lst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 b="1">
                <a:latin typeface="Courier New" pitchFamily="49" charset="0"/>
              </a:rPr>
              <a:t>begin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 b="1">
                <a:latin typeface="Courier New" pitchFamily="49" charset="0"/>
              </a:rPr>
              <a:t>p 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!=</a:t>
            </a:r>
            <a:r>
              <a:rPr lang="en-US" sz="1800" b="1">
                <a:latin typeface="Courier New" pitchFamily="49" charset="0"/>
              </a:rPr>
              <a:t> lst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 b="1">
                <a:latin typeface="Courier New" pitchFamily="49" charset="0"/>
              </a:rPr>
              <a:t>end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 b="1">
                <a:latin typeface="Courier New" pitchFamily="49" charset="0"/>
              </a:rPr>
              <a:t>p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++)</a:t>
            </a:r>
            <a:r>
              <a:rPr lang="en-US" sz="1800" b="1">
                <a:latin typeface="Courier New" pitchFamily="49" charset="0"/>
              </a:rPr>
              <a:t>        	</a:t>
            </a:r>
            <a:r>
              <a:rPr lang="en-US" sz="1800" b="1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*</a:t>
            </a:r>
            <a:r>
              <a:rPr lang="en-US" sz="1800" b="1">
                <a:latin typeface="Courier New" pitchFamily="49" charset="0"/>
              </a:rPr>
              <a:t>p 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 sz="1800" b="1">
                <a:solidFill>
                  <a:srgbClr val="0000E6"/>
                </a:solidFill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  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return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008C00"/>
                </a:solidFill>
                <a:latin typeface="Courier New" pitchFamily="49" charset="0"/>
              </a:rPr>
              <a:t>0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}</a:t>
            </a:r>
            <a:endParaRPr lang="en-US" sz="1800">
              <a:latin typeface="Courier New" pitchFamily="49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Google Shape;404;p42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3249F018-28A7-461E-96A8-E573C38F1752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23</a:t>
            </a:fld>
            <a:endParaRPr lang="en-US" sz="1800"/>
          </a:p>
        </p:txBody>
      </p:sp>
      <p:sp>
        <p:nvSpPr>
          <p:cNvPr id="24581" name="Google Shape;407;p42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24582" name="Google Shape;408;p42"/>
          <p:cNvSpPr txBox="1">
            <a:spLocks noChangeArrowheads="1"/>
          </p:cNvSpPr>
          <p:nvPr/>
        </p:nvSpPr>
        <p:spPr bwMode="auto">
          <a:xfrm>
            <a:off x="188913" y="1271588"/>
            <a:ext cx="9032875" cy="13652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>
                <a:solidFill>
                  <a:srgbClr val="0000FF"/>
                </a:solidFill>
              </a:rPr>
              <a:t>Containere de tip secventa							List</a:t>
            </a:r>
          </a:p>
          <a:p>
            <a:endParaRPr lang="en-US" sz="2000" b="1"/>
          </a:p>
          <a:p>
            <a:r>
              <a:rPr lang="en-US" sz="2000" b="1"/>
              <a:t>Exemplu</a:t>
            </a:r>
          </a:p>
          <a:p>
            <a:endParaRPr lang="en-US" sz="2000"/>
          </a:p>
        </p:txBody>
      </p:sp>
      <p:grpSp>
        <p:nvGrpSpPr>
          <p:cNvPr id="24583" name="Group 8"/>
          <p:cNvGrpSpPr>
            <a:grpSpLocks/>
          </p:cNvGrpSpPr>
          <p:nvPr/>
        </p:nvGrpSpPr>
        <p:grpSpPr bwMode="auto">
          <a:xfrm>
            <a:off x="544513" y="2865438"/>
            <a:ext cx="9144000" cy="4343400"/>
            <a:chOff x="544512" y="2865437"/>
            <a:chExt cx="9144000" cy="4343400"/>
          </a:xfrm>
        </p:grpSpPr>
        <p:sp>
          <p:nvSpPr>
            <p:cNvPr id="24584" name="Rectangle 6"/>
            <p:cNvSpPr>
              <a:spLocks noChangeArrowheads="1"/>
            </p:cNvSpPr>
            <p:nvPr/>
          </p:nvSpPr>
          <p:spPr bwMode="auto">
            <a:xfrm>
              <a:off x="620712" y="2865437"/>
              <a:ext cx="9067800" cy="4247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800">
                  <a:latin typeface="Courier New" pitchFamily="49" charset="0"/>
                </a:rPr>
                <a:t> 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list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&lt;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&gt;</a:t>
              </a:r>
              <a:r>
                <a:rPr lang="en-US" sz="1800" b="1">
                  <a:latin typeface="Courier New" pitchFamily="49" charset="0"/>
                </a:rPr>
                <a:t> lst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696969"/>
                  </a:solidFill>
                  <a:latin typeface="Courier New" pitchFamily="49" charset="0"/>
                </a:rPr>
                <a:t>// lista vida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nn-NO" sz="1800">
                  <a:latin typeface="Courier New" pitchFamily="49" charset="0"/>
                </a:rPr>
                <a:t> </a:t>
              </a:r>
              <a:r>
                <a:rPr lang="nn-NO" sz="1800" b="1">
                  <a:solidFill>
                    <a:srgbClr val="800000"/>
                  </a:solidFill>
                  <a:latin typeface="Courier New" pitchFamily="49" charset="0"/>
                </a:rPr>
                <a:t>for</a:t>
              </a:r>
              <a:r>
                <a:rPr lang="nn-NO" sz="1800" b="1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nn-NO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nn-NO" sz="1800" b="1">
                  <a:latin typeface="Courier New" pitchFamily="49" charset="0"/>
                </a:rPr>
                <a:t> i</a:t>
              </a:r>
              <a:r>
                <a:rPr lang="nn-NO" sz="1800" b="1">
                  <a:solidFill>
                    <a:srgbClr val="808030"/>
                  </a:solidFill>
                  <a:latin typeface="Courier New" pitchFamily="49" charset="0"/>
                </a:rPr>
                <a:t>=</a:t>
              </a:r>
              <a:r>
                <a:rPr lang="nn-NO" sz="1800" b="1">
                  <a:solidFill>
                    <a:srgbClr val="008C00"/>
                  </a:solidFill>
                  <a:latin typeface="Courier New" pitchFamily="49" charset="0"/>
                </a:rPr>
                <a:t>0</a:t>
              </a:r>
              <a:r>
                <a:rPr lang="nn-NO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nn-NO" sz="1800" b="1">
                  <a:latin typeface="Courier New" pitchFamily="49" charset="0"/>
                </a:rPr>
                <a:t> i</a:t>
              </a:r>
              <a:r>
                <a:rPr lang="nn-NO" sz="1800" b="1">
                  <a:solidFill>
                    <a:srgbClr val="808030"/>
                  </a:solidFill>
                  <a:latin typeface="Courier New" pitchFamily="49" charset="0"/>
                </a:rPr>
                <a:t>&lt;</a:t>
              </a:r>
              <a:r>
                <a:rPr lang="nn-NO" sz="1800" b="1">
                  <a:solidFill>
                    <a:srgbClr val="008C00"/>
                  </a:solidFill>
                  <a:latin typeface="Courier New" pitchFamily="49" charset="0"/>
                </a:rPr>
                <a:t>10</a:t>
              </a:r>
              <a:r>
                <a:rPr lang="nn-NO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nn-NO" sz="1800" b="1">
                  <a:latin typeface="Courier New" pitchFamily="49" charset="0"/>
                </a:rPr>
                <a:t> i</a:t>
              </a:r>
              <a:r>
                <a:rPr lang="nn-NO" sz="1800" b="1">
                  <a:solidFill>
                    <a:srgbClr val="808030"/>
                  </a:solidFill>
                  <a:latin typeface="Courier New" pitchFamily="49" charset="0"/>
                </a:rPr>
                <a:t>++)</a:t>
              </a:r>
              <a:r>
                <a:rPr lang="nn-NO" sz="1800" b="1">
                  <a:latin typeface="Courier New" pitchFamily="49" charset="0"/>
                </a:rPr>
                <a:t> lst</a:t>
              </a:r>
              <a:r>
                <a:rPr lang="nn-NO" sz="1800" b="1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nn-NO" sz="1800" b="1">
                  <a:latin typeface="Courier New" pitchFamily="49" charset="0"/>
                </a:rPr>
                <a:t>push_back</a:t>
              </a:r>
              <a:r>
                <a:rPr lang="nn-NO" sz="1800" b="1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nn-NO" sz="1800" b="1">
                  <a:latin typeface="Courier New" pitchFamily="49" charset="0"/>
                </a:rPr>
                <a:t>i</a:t>
              </a:r>
              <a:r>
                <a:rPr lang="nn-NO" sz="1800" b="1">
                  <a:solidFill>
                    <a:srgbClr val="808030"/>
                  </a:solidFill>
                  <a:latin typeface="Courier New" pitchFamily="49" charset="0"/>
                </a:rPr>
                <a:t>)</a:t>
              </a:r>
              <a:r>
                <a:rPr lang="nn-NO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nn-NO" sz="1800" b="1">
                  <a:latin typeface="Courier New" pitchFamily="49" charset="0"/>
                </a:rPr>
                <a:t> </a:t>
              </a:r>
              <a:r>
                <a:rPr lang="nn-NO" sz="1800" b="1">
                  <a:solidFill>
                    <a:srgbClr val="696969"/>
                  </a:solidFill>
                  <a:latin typeface="Courier New" pitchFamily="49" charset="0"/>
                </a:rPr>
                <a:t>// insereaza 0 .. 9</a:t>
              </a:r>
              <a:endParaRPr lang="nn-NO" sz="1800" b="1">
                <a:latin typeface="Courier New" pitchFamily="49" charset="0"/>
              </a:endParaRPr>
            </a:p>
            <a:p>
              <a:endParaRPr lang="en-US" sz="1800">
                <a:latin typeface="Courier New" pitchFamily="49" charset="0"/>
              </a:endParaRPr>
            </a:p>
            <a:p>
              <a:r>
                <a:rPr lang="it-IT" sz="1800">
                  <a:latin typeface="Courier New" pitchFamily="49" charset="0"/>
                </a:rPr>
                <a:t>    </a:t>
              </a:r>
              <a:r>
                <a:rPr lang="it-IT" sz="1800">
                  <a:solidFill>
                    <a:srgbClr val="696969"/>
                  </a:solidFill>
                  <a:latin typeface="Courier New" pitchFamily="49" charset="0"/>
                </a:rPr>
                <a:t>// Lista afisata in ordine inversa - mod 1"</a:t>
              </a:r>
              <a:endParaRPr lang="it-IT" sz="1800">
                <a:latin typeface="Courier New" pitchFamily="49" charset="0"/>
              </a:endParaRPr>
            </a:p>
            <a:p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list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&lt;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&gt;::</a:t>
              </a:r>
              <a:r>
                <a:rPr lang="en-US" sz="1800" b="1">
                  <a:solidFill>
                    <a:srgbClr val="603000"/>
                  </a:solidFill>
                  <a:latin typeface="Courier New" pitchFamily="49" charset="0"/>
                </a:rPr>
                <a:t>iterator</a:t>
              </a:r>
              <a:r>
                <a:rPr lang="en-US" sz="1800" b="1">
                  <a:latin typeface="Courier New" pitchFamily="49" charset="0"/>
                </a:rPr>
                <a:t> p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p 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=</a:t>
              </a:r>
              <a:r>
                <a:rPr lang="en-US" sz="1800">
                  <a:latin typeface="Courier New" pitchFamily="49" charset="0"/>
                </a:rPr>
                <a:t> lst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>
                  <a:latin typeface="Courier New" pitchFamily="49" charset="0"/>
                </a:rPr>
                <a:t>end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>
                  <a:latin typeface="Courier New" pitchFamily="49" charset="0"/>
                </a:rPr>
                <a:t> </a:t>
              </a:r>
            </a:p>
            <a:p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while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 b="1">
                  <a:latin typeface="Courier New" pitchFamily="49" charset="0"/>
                </a:rPr>
                <a:t>p 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!=</a:t>
              </a:r>
              <a:r>
                <a:rPr lang="en-US" sz="1800" b="1">
                  <a:latin typeface="Courier New" pitchFamily="49" charset="0"/>
                </a:rPr>
                <a:t> lst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 b="1">
                  <a:latin typeface="Courier New" pitchFamily="49" charset="0"/>
                </a:rPr>
                <a:t>begin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())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{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p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--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>
                  <a:latin typeface="Courier New" pitchFamily="49" charset="0"/>
                </a:rPr>
                <a:t> </a:t>
              </a:r>
              <a:r>
                <a:rPr lang="en-US" sz="1800">
                  <a:solidFill>
                    <a:srgbClr val="696969"/>
                  </a:solidFill>
                  <a:latin typeface="Courier New" pitchFamily="49" charset="0"/>
                </a:rPr>
                <a:t>// decrement pointer before using 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cout</a:t>
              </a:r>
              <a:r>
                <a:rPr lang="en-US" sz="1800">
                  <a:latin typeface="Courier New" pitchFamily="49" charset="0"/>
                </a:rPr>
                <a:t> 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>
                  <a:latin typeface="Courier New" pitchFamily="49" charset="0"/>
                </a:rPr>
                <a:t> 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*</a:t>
              </a:r>
              <a:r>
                <a:rPr lang="en-US" sz="1800">
                  <a:latin typeface="Courier New" pitchFamily="49" charset="0"/>
                </a:rPr>
                <a:t>p 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>
                  <a:latin typeface="Courier New" pitchFamily="49" charset="0"/>
                </a:rPr>
                <a:t> 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>
                  <a:solidFill>
                    <a:srgbClr val="0000E6"/>
                  </a:solidFill>
                  <a:latin typeface="Courier New" pitchFamily="49" charset="0"/>
                </a:rPr>
                <a:t> 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}</a:t>
              </a:r>
            </a:p>
            <a:p>
              <a:endParaRPr lang="en-US" sz="1800">
                <a:latin typeface="Courier New" pitchFamily="49" charset="0"/>
              </a:endParaRPr>
            </a:p>
            <a:p>
              <a:r>
                <a:rPr lang="it-IT" sz="1800">
                  <a:solidFill>
                    <a:srgbClr val="696969"/>
                  </a:solidFill>
                  <a:latin typeface="Courier New" pitchFamily="49" charset="0"/>
                </a:rPr>
                <a:t>// Lista afisata in ordine inversa - mod 2”</a:t>
              </a:r>
              <a:endParaRPr lang="it-IT" sz="1800">
                <a:latin typeface="Courier New" pitchFamily="49" charset="0"/>
              </a:endParaRPr>
            </a:p>
            <a:p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list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&lt;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&gt;::</a:t>
              </a:r>
              <a:r>
                <a:rPr lang="en-US" sz="1800" b="1">
                  <a:solidFill>
                    <a:srgbClr val="603000"/>
                  </a:solidFill>
                  <a:latin typeface="Courier New" pitchFamily="49" charset="0"/>
                </a:rPr>
                <a:t>reverse_iterator</a:t>
              </a:r>
              <a:r>
                <a:rPr lang="en-US" sz="1800" b="1">
                  <a:latin typeface="Courier New" pitchFamily="49" charset="0"/>
                </a:rPr>
                <a:t> q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for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 b="1">
                  <a:latin typeface="Courier New" pitchFamily="49" charset="0"/>
                </a:rPr>
                <a:t>q 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=</a:t>
              </a:r>
              <a:r>
                <a:rPr lang="en-US" sz="1800" b="1">
                  <a:latin typeface="Courier New" pitchFamily="49" charset="0"/>
                </a:rPr>
                <a:t> lst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 b="1">
                  <a:latin typeface="Courier New" pitchFamily="49" charset="0"/>
                </a:rPr>
                <a:t>rbegin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 b="1">
                  <a:latin typeface="Courier New" pitchFamily="49" charset="0"/>
                </a:rPr>
                <a:t> q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!=</a:t>
              </a:r>
              <a:r>
                <a:rPr lang="en-US" sz="1800" b="1">
                  <a:latin typeface="Courier New" pitchFamily="49" charset="0"/>
                </a:rPr>
                <a:t>lst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 b="1">
                  <a:latin typeface="Courier New" pitchFamily="49" charset="0"/>
                </a:rPr>
                <a:t>rend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 b="1">
                  <a:latin typeface="Courier New" pitchFamily="49" charset="0"/>
                </a:rPr>
                <a:t>q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++)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cout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&lt;&lt;*</a:t>
              </a:r>
              <a:r>
                <a:rPr lang="en-US" sz="1800">
                  <a:latin typeface="Courier New" pitchFamily="49" charset="0"/>
                </a:rPr>
                <a:t>q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>
                  <a:solidFill>
                    <a:srgbClr val="0000E6"/>
                  </a:solidFill>
                  <a:latin typeface="Courier New" pitchFamily="49" charset="0"/>
                </a:rPr>
                <a:t> 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44512" y="5837237"/>
              <a:ext cx="6400800" cy="1371600"/>
            </a:xfrm>
            <a:prstGeom prst="roundRect">
              <a:avLst/>
            </a:prstGeom>
            <a:solidFill>
              <a:srgbClr val="FFC000">
                <a:alpha val="2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Google Shape;416;p43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54BA97A2-4258-4AD0-925E-D27C92D75329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24</a:t>
            </a:fld>
            <a:endParaRPr lang="en-US" sz="1800"/>
          </a:p>
        </p:txBody>
      </p:sp>
      <p:sp>
        <p:nvSpPr>
          <p:cNvPr id="25605" name="Google Shape;419;p43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25606" name="Google Shape;420;p43"/>
          <p:cNvSpPr txBox="1">
            <a:spLocks noChangeArrowheads="1"/>
          </p:cNvSpPr>
          <p:nvPr/>
        </p:nvSpPr>
        <p:spPr bwMode="auto">
          <a:xfrm>
            <a:off x="188913" y="1271588"/>
            <a:ext cx="9721850" cy="14414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>
                <a:solidFill>
                  <a:srgbClr val="0000FF"/>
                </a:solidFill>
              </a:rPr>
              <a:t>Containere de tip secventa							List</a:t>
            </a:r>
          </a:p>
          <a:p>
            <a:endParaRPr lang="en-US" sz="2000" b="1"/>
          </a:p>
          <a:p>
            <a:r>
              <a:rPr lang="en-US" sz="2000" b="1"/>
              <a:t>Exemplu - push_front, push_back si sort</a:t>
            </a:r>
          </a:p>
        </p:txBody>
      </p:sp>
      <p:grpSp>
        <p:nvGrpSpPr>
          <p:cNvPr id="25607" name="Group 9"/>
          <p:cNvGrpSpPr>
            <a:grpSpLocks/>
          </p:cNvGrpSpPr>
          <p:nvPr/>
        </p:nvGrpSpPr>
        <p:grpSpPr bwMode="auto">
          <a:xfrm>
            <a:off x="468313" y="2684463"/>
            <a:ext cx="8839200" cy="4524375"/>
            <a:chOff x="468312" y="2684522"/>
            <a:chExt cx="8839200" cy="4524315"/>
          </a:xfrm>
        </p:grpSpPr>
        <p:sp>
          <p:nvSpPr>
            <p:cNvPr id="25608" name="Rectangle 6"/>
            <p:cNvSpPr>
              <a:spLocks noChangeArrowheads="1"/>
            </p:cNvSpPr>
            <p:nvPr/>
          </p:nvSpPr>
          <p:spPr bwMode="auto">
            <a:xfrm>
              <a:off x="468312" y="2684522"/>
              <a:ext cx="8839200" cy="4524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800">
                  <a:solidFill>
                    <a:srgbClr val="004A43"/>
                  </a:solidFill>
                  <a:latin typeface="Courier New" pitchFamily="49" charset="0"/>
                </a:rPr>
                <a:t>#include 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&lt;</a:t>
              </a:r>
              <a:r>
                <a:rPr lang="en-US" sz="1800">
                  <a:solidFill>
                    <a:srgbClr val="40015A"/>
                  </a:solidFill>
                  <a:latin typeface="Courier New" pitchFamily="49" charset="0"/>
                </a:rPr>
                <a:t>iostream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&gt;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solidFill>
                    <a:srgbClr val="004A43"/>
                  </a:solidFill>
                  <a:latin typeface="Courier New" pitchFamily="49" charset="0"/>
                </a:rPr>
                <a:t>#include 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&lt;</a:t>
              </a:r>
              <a:r>
                <a:rPr lang="en-US" sz="1800">
                  <a:solidFill>
                    <a:srgbClr val="40015A"/>
                  </a:solidFill>
                  <a:latin typeface="Courier New" pitchFamily="49" charset="0"/>
                </a:rPr>
                <a:t>list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&gt;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using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namespace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666616"/>
                  </a:solidFill>
                  <a:latin typeface="Courier New" pitchFamily="49" charset="0"/>
                </a:rPr>
                <a:t>std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400000"/>
                  </a:solidFill>
                  <a:latin typeface="Courier New" pitchFamily="49" charset="0"/>
                </a:rPr>
                <a:t>main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{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list</a:t>
              </a:r>
              <a:r>
                <a:rPr lang="en-US" sz="1800">
                  <a:latin typeface="Courier New" pitchFamily="49" charset="0"/>
                </a:rPr>
                <a:t> lst1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,</a:t>
              </a:r>
              <a:r>
                <a:rPr lang="en-US" sz="1800">
                  <a:latin typeface="Courier New" pitchFamily="49" charset="0"/>
                </a:rPr>
                <a:t> lst2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>
                  <a:latin typeface="Courier New" pitchFamily="49" charset="0"/>
                </a:rPr>
                <a:t> </a:t>
              </a:r>
            </a:p>
            <a:p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en-US" sz="1800" b="1">
                  <a:latin typeface="Courier New" pitchFamily="49" charset="0"/>
                </a:rPr>
                <a:t> i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 b="1">
                  <a:latin typeface="Courier New" pitchFamily="49" charset="0"/>
                </a:rPr>
                <a:t> </a:t>
              </a:r>
            </a:p>
            <a:p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for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 b="1">
                  <a:latin typeface="Courier New" pitchFamily="49" charset="0"/>
                </a:rPr>
                <a:t>i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=</a:t>
              </a:r>
              <a:r>
                <a:rPr lang="en-US" sz="1800" b="1">
                  <a:solidFill>
                    <a:srgbClr val="008C00"/>
                  </a:solidFill>
                  <a:latin typeface="Courier New" pitchFamily="49" charset="0"/>
                </a:rPr>
                <a:t>0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 b="1">
                  <a:latin typeface="Courier New" pitchFamily="49" charset="0"/>
                </a:rPr>
                <a:t> i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&lt;</a:t>
              </a:r>
              <a:r>
                <a:rPr lang="en-US" sz="1800" b="1">
                  <a:solidFill>
                    <a:srgbClr val="008C00"/>
                  </a:solidFill>
                  <a:latin typeface="Courier New" pitchFamily="49" charset="0"/>
                </a:rPr>
                <a:t>10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 b="1">
                  <a:latin typeface="Courier New" pitchFamily="49" charset="0"/>
                </a:rPr>
                <a:t> i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++)</a:t>
              </a:r>
              <a:r>
                <a:rPr lang="en-US" sz="1800" b="1">
                  <a:latin typeface="Courier New" pitchFamily="49" charset="0"/>
                </a:rPr>
                <a:t> lst1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 b="1">
                  <a:latin typeface="Courier New" pitchFamily="49" charset="0"/>
                </a:rPr>
                <a:t>push_back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 b="1">
                  <a:latin typeface="Courier New" pitchFamily="49" charset="0"/>
                </a:rPr>
                <a:t>i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)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 b="1">
                  <a:latin typeface="Courier New" pitchFamily="49" charset="0"/>
                </a:rPr>
                <a:t> </a:t>
              </a:r>
            </a:p>
            <a:p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for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 b="1">
                  <a:latin typeface="Courier New" pitchFamily="49" charset="0"/>
                </a:rPr>
                <a:t>i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=</a:t>
              </a:r>
              <a:r>
                <a:rPr lang="en-US" sz="1800" b="1">
                  <a:solidFill>
                    <a:srgbClr val="008C00"/>
                  </a:solidFill>
                  <a:latin typeface="Courier New" pitchFamily="49" charset="0"/>
                </a:rPr>
                <a:t>0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 b="1">
                  <a:latin typeface="Courier New" pitchFamily="49" charset="0"/>
                </a:rPr>
                <a:t> i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&lt;</a:t>
              </a:r>
              <a:r>
                <a:rPr lang="en-US" sz="1800" b="1">
                  <a:solidFill>
                    <a:srgbClr val="008C00"/>
                  </a:solidFill>
                  <a:latin typeface="Courier New" pitchFamily="49" charset="0"/>
                </a:rPr>
                <a:t>10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 b="1">
                  <a:latin typeface="Courier New" pitchFamily="49" charset="0"/>
                </a:rPr>
                <a:t> i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++)</a:t>
              </a:r>
              <a:r>
                <a:rPr lang="en-US" sz="1800" b="1">
                  <a:latin typeface="Courier New" pitchFamily="49" charset="0"/>
                </a:rPr>
                <a:t> lst2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 b="1">
                  <a:latin typeface="Courier New" pitchFamily="49" charset="0"/>
                </a:rPr>
                <a:t>push_front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 b="1">
                  <a:latin typeface="Courier New" pitchFamily="49" charset="0"/>
                </a:rPr>
                <a:t>i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)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 b="1">
                  <a:latin typeface="Courier New" pitchFamily="49" charset="0"/>
                </a:rPr>
                <a:t> </a:t>
              </a:r>
            </a:p>
            <a:p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list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::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iterator</a:t>
              </a:r>
              <a:r>
                <a:rPr lang="en-US" sz="1800">
                  <a:latin typeface="Courier New" pitchFamily="49" charset="0"/>
                </a:rPr>
                <a:t> p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>
                  <a:latin typeface="Courier New" pitchFamily="49" charset="0"/>
                </a:rPr>
                <a:t>  </a:t>
              </a:r>
            </a:p>
            <a:p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for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 b="1">
                  <a:latin typeface="Courier New" pitchFamily="49" charset="0"/>
                </a:rPr>
                <a:t> p 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=</a:t>
              </a:r>
              <a:r>
                <a:rPr lang="en-US" sz="1800" b="1">
                  <a:latin typeface="Courier New" pitchFamily="49" charset="0"/>
                </a:rPr>
                <a:t> lst1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 b="1">
                  <a:latin typeface="Courier New" pitchFamily="49" charset="0"/>
                </a:rPr>
                <a:t>begin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 b="1">
                  <a:latin typeface="Courier New" pitchFamily="49" charset="0"/>
                </a:rPr>
                <a:t> p 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!=</a:t>
              </a:r>
              <a:r>
                <a:rPr lang="en-US" sz="1800" b="1">
                  <a:latin typeface="Courier New" pitchFamily="49" charset="0"/>
                </a:rPr>
                <a:t> lst1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 b="1">
                  <a:latin typeface="Courier New" pitchFamily="49" charset="0"/>
                </a:rPr>
                <a:t>end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 b="1">
                  <a:latin typeface="Courier New" pitchFamily="49" charset="0"/>
                </a:rPr>
                <a:t> p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++)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603000"/>
                  </a:solidFill>
                  <a:latin typeface="Courier New" pitchFamily="49" charset="0"/>
                </a:rPr>
                <a:t>cout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*</a:t>
              </a:r>
              <a:r>
                <a:rPr lang="en-US" sz="1800" b="1">
                  <a:latin typeface="Courier New" pitchFamily="49" charset="0"/>
                </a:rPr>
                <a:t>p 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 b="1">
                  <a:solidFill>
                    <a:srgbClr val="0000E6"/>
                  </a:solidFill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for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 b="1">
                  <a:latin typeface="Courier New" pitchFamily="49" charset="0"/>
                </a:rPr>
                <a:t> p 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=</a:t>
              </a:r>
              <a:r>
                <a:rPr lang="en-US" sz="1800" b="1">
                  <a:latin typeface="Courier New" pitchFamily="49" charset="0"/>
                </a:rPr>
                <a:t> lst2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 b="1">
                  <a:latin typeface="Courier New" pitchFamily="49" charset="0"/>
                </a:rPr>
                <a:t>begin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 b="1">
                  <a:latin typeface="Courier New" pitchFamily="49" charset="0"/>
                </a:rPr>
                <a:t> p 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!=</a:t>
              </a:r>
              <a:r>
                <a:rPr lang="en-US" sz="1800" b="1">
                  <a:latin typeface="Courier New" pitchFamily="49" charset="0"/>
                </a:rPr>
                <a:t> lst2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 b="1">
                  <a:latin typeface="Courier New" pitchFamily="49" charset="0"/>
                </a:rPr>
                <a:t>end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 b="1">
                  <a:latin typeface="Courier New" pitchFamily="49" charset="0"/>
                </a:rPr>
                <a:t> p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++) </a:t>
              </a:r>
              <a:r>
                <a:rPr lang="en-US" sz="1800" b="1">
                  <a:solidFill>
                    <a:srgbClr val="603000"/>
                  </a:solidFill>
                  <a:latin typeface="Courier New" pitchFamily="49" charset="0"/>
                </a:rPr>
                <a:t>cout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*</a:t>
              </a:r>
              <a:r>
                <a:rPr lang="en-US" sz="1800" b="1">
                  <a:latin typeface="Courier New" pitchFamily="49" charset="0"/>
                </a:rPr>
                <a:t>p 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 b="1">
                  <a:solidFill>
                    <a:srgbClr val="0000E6"/>
                  </a:solidFill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 b="1">
                <a:latin typeface="Courier New" pitchFamily="49" charset="0"/>
              </a:endParaRPr>
            </a:p>
            <a:p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solidFill>
                    <a:srgbClr val="696969"/>
                  </a:solidFill>
                  <a:latin typeface="Courier New" pitchFamily="49" charset="0"/>
                </a:rPr>
                <a:t>// sort the list 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lst1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sort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}</a:t>
              </a:r>
              <a:endParaRPr lang="en-US" sz="1800">
                <a:latin typeface="Courier New" pitchFamily="49" charset="0"/>
              </a:endParaRP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135312" y="4237076"/>
              <a:ext cx="2895600" cy="761990"/>
            </a:xfrm>
            <a:prstGeom prst="roundRect">
              <a:avLst/>
            </a:prstGeom>
            <a:solidFill>
              <a:srgbClr val="FFC000">
                <a:alpha val="2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68312" y="6218250"/>
              <a:ext cx="2438400" cy="761990"/>
            </a:xfrm>
            <a:prstGeom prst="roundRect">
              <a:avLst/>
            </a:prstGeom>
            <a:solidFill>
              <a:srgbClr val="FFC000">
                <a:alpha val="2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Google Shape;428;p44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E3A37683-2074-4B66-B82C-DCC725871B33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25</a:t>
            </a:fld>
            <a:endParaRPr lang="en-US" sz="1800"/>
          </a:p>
        </p:txBody>
      </p:sp>
      <p:sp>
        <p:nvSpPr>
          <p:cNvPr id="26629" name="Google Shape;431;p44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26630" name="Google Shape;432;p44"/>
          <p:cNvSpPr txBox="1">
            <a:spLocks noChangeArrowheads="1"/>
          </p:cNvSpPr>
          <p:nvPr/>
        </p:nvSpPr>
        <p:spPr bwMode="auto">
          <a:xfrm>
            <a:off x="188913" y="1271588"/>
            <a:ext cx="9721850" cy="14414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>
                <a:solidFill>
                  <a:srgbClr val="0000FF"/>
                </a:solidFill>
              </a:rPr>
              <a:t>Containere de tip secventa							List</a:t>
            </a:r>
          </a:p>
          <a:p>
            <a:endParaRPr lang="en-US" sz="2000" b="1"/>
          </a:p>
          <a:p>
            <a:r>
              <a:rPr lang="en-US" sz="2000" b="1"/>
              <a:t>Exemplu - ordonare crescatoare si descrescatoare</a:t>
            </a:r>
          </a:p>
        </p:txBody>
      </p:sp>
      <p:grpSp>
        <p:nvGrpSpPr>
          <p:cNvPr id="26631" name="Group 10"/>
          <p:cNvGrpSpPr>
            <a:grpSpLocks/>
          </p:cNvGrpSpPr>
          <p:nvPr/>
        </p:nvGrpSpPr>
        <p:grpSpPr bwMode="auto">
          <a:xfrm>
            <a:off x="1001713" y="2713038"/>
            <a:ext cx="8386762" cy="4524375"/>
            <a:chOff x="1001712" y="2713037"/>
            <a:chExt cx="8386762" cy="4524315"/>
          </a:xfrm>
        </p:grpSpPr>
        <p:sp>
          <p:nvSpPr>
            <p:cNvPr id="26632" name="Rectangle 6"/>
            <p:cNvSpPr>
              <a:spLocks noChangeArrowheads="1"/>
            </p:cNvSpPr>
            <p:nvPr/>
          </p:nvSpPr>
          <p:spPr bwMode="auto">
            <a:xfrm>
              <a:off x="1001712" y="2713037"/>
              <a:ext cx="8386762" cy="4524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800">
                  <a:solidFill>
                    <a:srgbClr val="004A43"/>
                  </a:solidFill>
                  <a:latin typeface="Courier New" pitchFamily="49" charset="0"/>
                </a:rPr>
                <a:t>#include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&lt;</a:t>
              </a:r>
              <a:r>
                <a:rPr lang="en-US" sz="1800">
                  <a:solidFill>
                    <a:srgbClr val="40015A"/>
                  </a:solidFill>
                  <a:latin typeface="Courier New" pitchFamily="49" charset="0"/>
                </a:rPr>
                <a:t>iostream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&gt;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solidFill>
                    <a:srgbClr val="004A43"/>
                  </a:solidFill>
                  <a:latin typeface="Courier New" pitchFamily="49" charset="0"/>
                </a:rPr>
                <a:t>#include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&lt;</a:t>
              </a:r>
              <a:r>
                <a:rPr lang="en-US" sz="1800">
                  <a:solidFill>
                    <a:srgbClr val="40015A"/>
                  </a:solidFill>
                  <a:latin typeface="Courier New" pitchFamily="49" charset="0"/>
                </a:rPr>
                <a:t>list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&gt;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using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namespace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666616"/>
                  </a:solidFill>
                  <a:latin typeface="Courier New" pitchFamily="49" charset="0"/>
                </a:rPr>
                <a:t>std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 b="1">
                <a:latin typeface="Courier New" pitchFamily="49" charset="0"/>
              </a:endParaRPr>
            </a:p>
            <a:p>
              <a:endParaRPr lang="en-US" sz="1800">
                <a:latin typeface="Courier New" pitchFamily="49" charset="0"/>
              </a:endParaRPr>
            </a:p>
            <a:p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bool</a:t>
              </a:r>
              <a:r>
                <a:rPr lang="en-US" sz="1800" b="1">
                  <a:latin typeface="Courier New" pitchFamily="49" charset="0"/>
                </a:rPr>
                <a:t> compare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en-US" sz="1800" b="1">
                  <a:latin typeface="Courier New" pitchFamily="49" charset="0"/>
                </a:rPr>
                <a:t> a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,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en-US" sz="1800" b="1">
                  <a:latin typeface="Courier New" pitchFamily="49" charset="0"/>
                </a:rPr>
                <a:t> b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)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{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return</a:t>
              </a:r>
              <a:r>
                <a:rPr lang="en-US" sz="1800" b="1">
                  <a:latin typeface="Courier New" pitchFamily="49" charset="0"/>
                </a:rPr>
                <a:t> a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&gt;</a:t>
              </a:r>
              <a:r>
                <a:rPr lang="en-US" sz="1800" b="1">
                  <a:latin typeface="Courier New" pitchFamily="49" charset="0"/>
                </a:rPr>
                <a:t>b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;}</a:t>
              </a:r>
              <a:endParaRPr lang="en-US" sz="1800" b="1">
                <a:latin typeface="Courier New" pitchFamily="49" charset="0"/>
              </a:endParaRPr>
            </a:p>
            <a:p>
              <a:endParaRPr lang="en-US" sz="1800">
                <a:latin typeface="Courier New" pitchFamily="49" charset="0"/>
              </a:endParaRPr>
            </a:p>
            <a:p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400000"/>
                  </a:solidFill>
                  <a:latin typeface="Courier New" pitchFamily="49" charset="0"/>
                </a:rPr>
                <a:t>main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{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list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&lt;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&gt;</a:t>
              </a:r>
              <a:r>
                <a:rPr lang="en-US" sz="1800" b="1">
                  <a:latin typeface="Courier New" pitchFamily="49" charset="0"/>
                </a:rPr>
                <a:t> l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l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>
                  <a:latin typeface="Courier New" pitchFamily="49" charset="0"/>
                </a:rPr>
                <a:t>push_back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>
                  <a:solidFill>
                    <a:srgbClr val="008C00"/>
                  </a:solidFill>
                  <a:latin typeface="Courier New" pitchFamily="49" charset="0"/>
                </a:rPr>
                <a:t>5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)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>
                  <a:latin typeface="Courier New" pitchFamily="49" charset="0"/>
                </a:rPr>
                <a:t> l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>
                  <a:latin typeface="Courier New" pitchFamily="49" charset="0"/>
                </a:rPr>
                <a:t>push_back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>
                  <a:solidFill>
                    <a:srgbClr val="008C00"/>
                  </a:solidFill>
                  <a:latin typeface="Courier New" pitchFamily="49" charset="0"/>
                </a:rPr>
                <a:t>3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)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>
                  <a:latin typeface="Courier New" pitchFamily="49" charset="0"/>
                </a:rPr>
                <a:t> l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>
                  <a:latin typeface="Courier New" pitchFamily="49" charset="0"/>
                </a:rPr>
                <a:t>push_front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>
                  <a:solidFill>
                    <a:srgbClr val="008C00"/>
                  </a:solidFill>
                  <a:latin typeface="Courier New" pitchFamily="49" charset="0"/>
                </a:rPr>
                <a:t>2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)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list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&lt;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&gt;::</a:t>
              </a:r>
              <a:r>
                <a:rPr lang="en-US" sz="1800" b="1">
                  <a:solidFill>
                    <a:srgbClr val="603000"/>
                  </a:solidFill>
                  <a:latin typeface="Courier New" pitchFamily="49" charset="0"/>
                </a:rPr>
                <a:t>iterator</a:t>
              </a:r>
              <a:r>
                <a:rPr lang="en-US" sz="1800" b="1">
                  <a:latin typeface="Courier New" pitchFamily="49" charset="0"/>
                </a:rPr>
                <a:t> p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l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sort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>
                  <a:latin typeface="Courier New" pitchFamily="49" charset="0"/>
                </a:rPr>
                <a:t> </a:t>
              </a:r>
              <a:r>
                <a:rPr lang="en-US" sz="1800">
                  <a:solidFill>
                    <a:srgbClr val="696969"/>
                  </a:solidFill>
                  <a:latin typeface="Courier New" pitchFamily="49" charset="0"/>
                </a:rPr>
                <a:t>//crescator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for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 b="1">
                  <a:latin typeface="Courier New" pitchFamily="49" charset="0"/>
                </a:rPr>
                <a:t>p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=</a:t>
              </a:r>
              <a:r>
                <a:rPr lang="en-US" sz="1800" b="1">
                  <a:latin typeface="Courier New" pitchFamily="49" charset="0"/>
                </a:rPr>
                <a:t>l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 b="1">
                  <a:latin typeface="Courier New" pitchFamily="49" charset="0"/>
                </a:rPr>
                <a:t>begin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 b="1">
                  <a:latin typeface="Courier New" pitchFamily="49" charset="0"/>
                </a:rPr>
                <a:t> p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!=</a:t>
              </a:r>
              <a:r>
                <a:rPr lang="en-US" sz="1800" b="1">
                  <a:latin typeface="Courier New" pitchFamily="49" charset="0"/>
                </a:rPr>
                <a:t>l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 b="1">
                  <a:latin typeface="Courier New" pitchFamily="49" charset="0"/>
                </a:rPr>
                <a:t>end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 b="1">
                  <a:latin typeface="Courier New" pitchFamily="49" charset="0"/>
                </a:rPr>
                <a:t>p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++)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603000"/>
                  </a:solidFill>
                  <a:latin typeface="Courier New" pitchFamily="49" charset="0"/>
                </a:rPr>
                <a:t>cout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&lt;&lt;*</a:t>
              </a:r>
              <a:r>
                <a:rPr lang="en-US" sz="1800" b="1">
                  <a:latin typeface="Courier New" pitchFamily="49" charset="0"/>
                </a:rPr>
                <a:t>p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 b="1">
                  <a:solidFill>
                    <a:srgbClr val="0000E6"/>
                  </a:solidFill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 b="1">
                <a:latin typeface="Courier New" pitchFamily="49" charset="0"/>
              </a:endParaRPr>
            </a:p>
            <a:p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l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sort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>
                  <a:latin typeface="Courier New" pitchFamily="49" charset="0"/>
                </a:rPr>
                <a:t>compare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)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>
                  <a:latin typeface="Courier New" pitchFamily="49" charset="0"/>
                </a:rPr>
                <a:t> </a:t>
              </a:r>
              <a:r>
                <a:rPr lang="en-US" sz="1800">
                  <a:solidFill>
                    <a:srgbClr val="696969"/>
                  </a:solidFill>
                  <a:latin typeface="Courier New" pitchFamily="49" charset="0"/>
                </a:rPr>
                <a:t>// descrescator prin functia comparator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for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 b="1">
                  <a:latin typeface="Courier New" pitchFamily="49" charset="0"/>
                </a:rPr>
                <a:t>p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=</a:t>
              </a:r>
              <a:r>
                <a:rPr lang="en-US" sz="1800" b="1">
                  <a:latin typeface="Courier New" pitchFamily="49" charset="0"/>
                </a:rPr>
                <a:t>l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 b="1">
                  <a:latin typeface="Courier New" pitchFamily="49" charset="0"/>
                </a:rPr>
                <a:t>begin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 b="1">
                  <a:latin typeface="Courier New" pitchFamily="49" charset="0"/>
                </a:rPr>
                <a:t> p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!=</a:t>
              </a:r>
              <a:r>
                <a:rPr lang="en-US" sz="1800" b="1">
                  <a:latin typeface="Courier New" pitchFamily="49" charset="0"/>
                </a:rPr>
                <a:t>l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 b="1">
                  <a:latin typeface="Courier New" pitchFamily="49" charset="0"/>
                </a:rPr>
                <a:t>end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 b="1">
                  <a:latin typeface="Courier New" pitchFamily="49" charset="0"/>
                </a:rPr>
                <a:t>p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++)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603000"/>
                  </a:solidFill>
                  <a:latin typeface="Courier New" pitchFamily="49" charset="0"/>
                </a:rPr>
                <a:t>cout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&lt;&lt;*</a:t>
              </a:r>
              <a:r>
                <a:rPr lang="en-US" sz="1800" b="1">
                  <a:latin typeface="Courier New" pitchFamily="49" charset="0"/>
                </a:rPr>
                <a:t>p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 b="1">
                  <a:solidFill>
                    <a:srgbClr val="0000E6"/>
                  </a:solidFill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}</a:t>
              </a:r>
              <a:endParaRPr lang="en-US" sz="1800">
                <a:latin typeface="Courier New" pitchFamily="49" charset="0"/>
              </a:endParaRP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001712" y="6218191"/>
              <a:ext cx="7848600" cy="457194"/>
            </a:xfrm>
            <a:prstGeom prst="roundRect">
              <a:avLst/>
            </a:prstGeom>
            <a:solidFill>
              <a:srgbClr val="FFC000">
                <a:alpha val="2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077912" y="5502237"/>
              <a:ext cx="2971800" cy="304796"/>
            </a:xfrm>
            <a:prstGeom prst="roundRect">
              <a:avLst/>
            </a:prstGeom>
            <a:solidFill>
              <a:srgbClr val="FFC000">
                <a:alpha val="2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001712" y="3779823"/>
              <a:ext cx="5715000" cy="457194"/>
            </a:xfrm>
            <a:prstGeom prst="roundRect">
              <a:avLst/>
            </a:prstGeom>
            <a:solidFill>
              <a:srgbClr val="FFC000">
                <a:alpha val="2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Google Shape;440;p45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29552BB6-326B-46A6-A223-714BB3C607B1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26</a:t>
            </a:fld>
            <a:endParaRPr lang="en-US" sz="1800"/>
          </a:p>
        </p:txBody>
      </p:sp>
      <p:sp>
        <p:nvSpPr>
          <p:cNvPr id="27653" name="Google Shape;443;p45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27654" name="Google Shape;444;p45"/>
          <p:cNvSpPr txBox="1">
            <a:spLocks noChangeArrowheads="1"/>
          </p:cNvSpPr>
          <p:nvPr/>
        </p:nvSpPr>
        <p:spPr bwMode="auto">
          <a:xfrm>
            <a:off x="188913" y="1271588"/>
            <a:ext cx="9307512" cy="13652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>
                <a:solidFill>
                  <a:srgbClr val="0000FF"/>
                </a:solidFill>
              </a:rPr>
              <a:t>Containere de tip secventa							List</a:t>
            </a:r>
          </a:p>
          <a:p>
            <a:endParaRPr lang="en-US" sz="2000" b="1"/>
          </a:p>
          <a:p>
            <a:r>
              <a:rPr lang="en-US" sz="2000" b="1"/>
              <a:t>Exemplu - concatenarea a 2 liste</a:t>
            </a:r>
          </a:p>
          <a:p>
            <a:endParaRPr lang="en-US" sz="2000"/>
          </a:p>
          <a:p>
            <a:r>
              <a:rPr lang="en-US" sz="2000"/>
              <a:t> </a:t>
            </a:r>
          </a:p>
        </p:txBody>
      </p:sp>
      <p:grpSp>
        <p:nvGrpSpPr>
          <p:cNvPr id="27655" name="Group 8"/>
          <p:cNvGrpSpPr>
            <a:grpSpLocks/>
          </p:cNvGrpSpPr>
          <p:nvPr/>
        </p:nvGrpSpPr>
        <p:grpSpPr bwMode="auto">
          <a:xfrm>
            <a:off x="468313" y="2857500"/>
            <a:ext cx="9372600" cy="4246563"/>
            <a:chOff x="468312" y="2857519"/>
            <a:chExt cx="9372600" cy="4247317"/>
          </a:xfrm>
        </p:grpSpPr>
        <p:sp>
          <p:nvSpPr>
            <p:cNvPr id="27656" name="Rectangle 6"/>
            <p:cNvSpPr>
              <a:spLocks noChangeArrowheads="1"/>
            </p:cNvSpPr>
            <p:nvPr/>
          </p:nvSpPr>
          <p:spPr bwMode="auto">
            <a:xfrm>
              <a:off x="468312" y="2857519"/>
              <a:ext cx="9372600" cy="4247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800">
                  <a:solidFill>
                    <a:srgbClr val="004A43"/>
                  </a:solidFill>
                  <a:latin typeface="Courier New" pitchFamily="49" charset="0"/>
                </a:rPr>
                <a:t>#include 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&lt;</a:t>
              </a:r>
              <a:r>
                <a:rPr lang="en-US" sz="1800">
                  <a:solidFill>
                    <a:srgbClr val="40015A"/>
                  </a:solidFill>
                  <a:latin typeface="Courier New" pitchFamily="49" charset="0"/>
                </a:rPr>
                <a:t>iostream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&gt;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solidFill>
                    <a:srgbClr val="004A43"/>
                  </a:solidFill>
                  <a:latin typeface="Courier New" pitchFamily="49" charset="0"/>
                </a:rPr>
                <a:t>#include 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&lt;</a:t>
              </a:r>
              <a:r>
                <a:rPr lang="en-US" sz="1800">
                  <a:solidFill>
                    <a:srgbClr val="40015A"/>
                  </a:solidFill>
                  <a:latin typeface="Courier New" pitchFamily="49" charset="0"/>
                </a:rPr>
                <a:t>list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&gt;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using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namespace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666616"/>
                  </a:solidFill>
                  <a:latin typeface="Courier New" pitchFamily="49" charset="0"/>
                </a:rPr>
                <a:t>std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400000"/>
                  </a:solidFill>
                  <a:latin typeface="Courier New" pitchFamily="49" charset="0"/>
                </a:rPr>
                <a:t>main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{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list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&lt;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&gt;</a:t>
              </a:r>
              <a:r>
                <a:rPr lang="en-US" sz="1800" b="1">
                  <a:latin typeface="Courier New" pitchFamily="49" charset="0"/>
                </a:rPr>
                <a:t> lst1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,</a:t>
              </a:r>
              <a:r>
                <a:rPr lang="en-US" sz="1800" b="1">
                  <a:latin typeface="Courier New" pitchFamily="49" charset="0"/>
                </a:rPr>
                <a:t> lst2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696969"/>
                  </a:solidFill>
                  <a:latin typeface="Courier New" pitchFamily="49" charset="0"/>
                </a:rPr>
                <a:t>/*...creare liste …*/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list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&lt;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&gt;::</a:t>
              </a:r>
              <a:r>
                <a:rPr lang="en-US" sz="1800" b="1">
                  <a:solidFill>
                    <a:srgbClr val="603000"/>
                  </a:solidFill>
                  <a:latin typeface="Courier New" pitchFamily="49" charset="0"/>
                </a:rPr>
                <a:t>iterator</a:t>
              </a:r>
              <a:r>
                <a:rPr lang="en-US" sz="1800" b="1">
                  <a:latin typeface="Courier New" pitchFamily="49" charset="0"/>
                </a:rPr>
                <a:t> p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solidFill>
                    <a:srgbClr val="696969"/>
                  </a:solidFill>
                  <a:latin typeface="Courier New" pitchFamily="49" charset="0"/>
                </a:rPr>
                <a:t>// concatenare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lst1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merge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>
                  <a:latin typeface="Courier New" pitchFamily="49" charset="0"/>
                </a:rPr>
                <a:t>lst2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)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if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 b="1">
                  <a:latin typeface="Courier New" pitchFamily="49" charset="0"/>
                </a:rPr>
                <a:t>lst2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 b="1">
                  <a:latin typeface="Courier New" pitchFamily="49" charset="0"/>
                </a:rPr>
                <a:t>empty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())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    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cout</a:t>
              </a:r>
              <a:r>
                <a:rPr lang="en-US" sz="1800">
                  <a:latin typeface="Courier New" pitchFamily="49" charset="0"/>
                </a:rPr>
                <a:t> 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>
                  <a:latin typeface="Courier New" pitchFamily="49" charset="0"/>
                </a:rPr>
                <a:t> 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>
                  <a:solidFill>
                    <a:srgbClr val="0000E6"/>
                  </a:solidFill>
                  <a:latin typeface="Courier New" pitchFamily="49" charset="0"/>
                </a:rPr>
                <a:t>lst2 vida</a:t>
              </a:r>
              <a:r>
                <a:rPr lang="en-US" sz="1800">
                  <a:solidFill>
                    <a:srgbClr val="0F69FF"/>
                  </a:solidFill>
                  <a:latin typeface="Courier New" pitchFamily="49" charset="0"/>
                </a:rPr>
                <a:t>\n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cout</a:t>
              </a:r>
              <a:r>
                <a:rPr lang="en-US" sz="1800">
                  <a:latin typeface="Courier New" pitchFamily="49" charset="0"/>
                </a:rPr>
                <a:t> 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>
                  <a:latin typeface="Courier New" pitchFamily="49" charset="0"/>
                </a:rPr>
                <a:t> 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>
                  <a:solidFill>
                    <a:srgbClr val="0000E6"/>
                  </a:solidFill>
                  <a:latin typeface="Courier New" pitchFamily="49" charset="0"/>
                </a:rPr>
                <a:t>Contents of lst1 after merge:</a:t>
              </a:r>
              <a:r>
                <a:rPr lang="en-US" sz="1800">
                  <a:solidFill>
                    <a:srgbClr val="0F69FF"/>
                  </a:solidFill>
                  <a:latin typeface="Courier New" pitchFamily="49" charset="0"/>
                </a:rPr>
                <a:t>\n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for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 b="1">
                  <a:latin typeface="Courier New" pitchFamily="49" charset="0"/>
                </a:rPr>
                <a:t>p 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=</a:t>
              </a:r>
              <a:r>
                <a:rPr lang="en-US" sz="1800" b="1">
                  <a:latin typeface="Courier New" pitchFamily="49" charset="0"/>
                </a:rPr>
                <a:t> lst1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 b="1">
                  <a:latin typeface="Courier New" pitchFamily="49" charset="0"/>
                </a:rPr>
                <a:t>begin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 b="1">
                  <a:latin typeface="Courier New" pitchFamily="49" charset="0"/>
                </a:rPr>
                <a:t>p 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!=</a:t>
              </a:r>
              <a:r>
                <a:rPr lang="en-US" sz="1800" b="1">
                  <a:latin typeface="Courier New" pitchFamily="49" charset="0"/>
                </a:rPr>
                <a:t> lst1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 b="1">
                  <a:latin typeface="Courier New" pitchFamily="49" charset="0"/>
                </a:rPr>
                <a:t>end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 b="1">
                  <a:latin typeface="Courier New" pitchFamily="49" charset="0"/>
                </a:rPr>
                <a:t> p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++)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603000"/>
                  </a:solidFill>
                  <a:latin typeface="Courier New" pitchFamily="49" charset="0"/>
                </a:rPr>
                <a:t>cout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*</a:t>
              </a:r>
              <a:r>
                <a:rPr lang="en-US" sz="1800" b="1">
                  <a:latin typeface="Courier New" pitchFamily="49" charset="0"/>
                </a:rPr>
                <a:t>p 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 b="1">
                  <a:solidFill>
                    <a:srgbClr val="0000E6"/>
                  </a:solidFill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return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008C00"/>
                  </a:solidFill>
                  <a:latin typeface="Courier New" pitchFamily="49" charset="0"/>
                </a:rPr>
                <a:t>0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}</a:t>
              </a:r>
              <a:endParaRPr lang="en-US" sz="1800">
                <a:latin typeface="Courier New" pitchFamily="49" charset="0"/>
              </a:endParaRP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077912" y="5075651"/>
              <a:ext cx="2438400" cy="304854"/>
            </a:xfrm>
            <a:prstGeom prst="roundRect">
              <a:avLst/>
            </a:prstGeom>
            <a:solidFill>
              <a:srgbClr val="FFC000">
                <a:alpha val="2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Google Shape;452;p46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C71FD1E5-F63C-49DA-A234-B86CFE514E3D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27</a:t>
            </a:fld>
            <a:endParaRPr lang="en-US" sz="1800"/>
          </a:p>
        </p:txBody>
      </p:sp>
      <p:sp>
        <p:nvSpPr>
          <p:cNvPr id="28677" name="Google Shape;455;p46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28678" name="Google Shape;456;p46"/>
          <p:cNvSpPr txBox="1">
            <a:spLocks noChangeArrowheads="1"/>
          </p:cNvSpPr>
          <p:nvPr/>
        </p:nvSpPr>
        <p:spPr bwMode="auto">
          <a:xfrm>
            <a:off x="188913" y="1271588"/>
            <a:ext cx="9721850" cy="14414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>
                <a:solidFill>
                  <a:srgbClr val="0000FF"/>
                </a:solidFill>
              </a:rPr>
              <a:t>Containere de tip secventa							List</a:t>
            </a:r>
          </a:p>
          <a:p>
            <a:endParaRPr lang="en-US" sz="2000" b="1"/>
          </a:p>
          <a:p>
            <a:r>
              <a:rPr lang="en-US" sz="2000" b="1"/>
              <a:t>Exemplu - stocarea obiectelor in list</a:t>
            </a:r>
          </a:p>
        </p:txBody>
      </p:sp>
      <p:sp>
        <p:nvSpPr>
          <p:cNvPr id="28679" name="Rectangle 6"/>
          <p:cNvSpPr>
            <a:spLocks noChangeArrowheads="1"/>
          </p:cNvSpPr>
          <p:nvPr/>
        </p:nvSpPr>
        <p:spPr bwMode="auto">
          <a:xfrm>
            <a:off x="925513" y="2789238"/>
            <a:ext cx="7620000" cy="424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class</a:t>
            </a:r>
            <a:r>
              <a:rPr lang="en-US" sz="1800" b="1">
                <a:latin typeface="Courier New" pitchFamily="49" charset="0"/>
              </a:rPr>
              <a:t> Test 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{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800" b="1">
                <a:latin typeface="Courier New" pitchFamily="49" charset="0"/>
              </a:rPr>
              <a:t> i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public</a:t>
            </a:r>
            <a:r>
              <a:rPr lang="en-US" sz="1800" b="1">
                <a:solidFill>
                  <a:srgbClr val="E34ADC"/>
                </a:solidFill>
                <a:latin typeface="Courier New" pitchFamily="49" charset="0"/>
              </a:rPr>
              <a:t>: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Test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800" b="1">
                <a:latin typeface="Courier New" pitchFamily="49" charset="0"/>
              </a:rPr>
              <a:t> x 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008C00"/>
                </a:solidFill>
                <a:latin typeface="Courier New" pitchFamily="49" charset="0"/>
              </a:rPr>
              <a:t>0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:</a:t>
            </a:r>
            <a:r>
              <a:rPr lang="en-US" sz="1800" b="1">
                <a:latin typeface="Courier New" pitchFamily="49" charset="0"/>
              </a:rPr>
              <a:t>i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 b="1">
                <a:latin typeface="Courier New" pitchFamily="49" charset="0"/>
              </a:rPr>
              <a:t>x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{</a:t>
            </a:r>
            <a:r>
              <a:rPr lang="en-US" sz="1800" b="1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 sz="1800" b="1">
                <a:solidFill>
                  <a:srgbClr val="0000E6"/>
                </a:solidFill>
                <a:latin typeface="Courier New" pitchFamily="49" charset="0"/>
              </a:rPr>
              <a:t>C 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;};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Test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const</a:t>
            </a:r>
            <a:r>
              <a:rPr lang="en-US" sz="1800" b="1">
                <a:latin typeface="Courier New" pitchFamily="49" charset="0"/>
              </a:rPr>
              <a:t> Test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&amp;</a:t>
            </a:r>
            <a:r>
              <a:rPr lang="en-US" sz="1800" b="1">
                <a:latin typeface="Courier New" pitchFamily="49" charset="0"/>
              </a:rPr>
              <a:t> x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{</a:t>
            </a:r>
            <a:r>
              <a:rPr lang="en-US" sz="1800" b="1">
                <a:latin typeface="Courier New" pitchFamily="49" charset="0"/>
              </a:rPr>
              <a:t>i 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sz="1800" b="1">
                <a:latin typeface="Courier New" pitchFamily="49" charset="0"/>
              </a:rPr>
              <a:t> x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 b="1">
                <a:latin typeface="Courier New" pitchFamily="49" charset="0"/>
              </a:rPr>
              <a:t>i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 sz="1800" b="1">
                <a:solidFill>
                  <a:srgbClr val="0000E6"/>
                </a:solidFill>
                <a:latin typeface="Courier New" pitchFamily="49" charset="0"/>
              </a:rPr>
              <a:t>CC 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;}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  ~</a:t>
            </a:r>
            <a:r>
              <a:rPr lang="en-US" sz="1800">
                <a:latin typeface="Courier New" pitchFamily="49" charset="0"/>
              </a:rPr>
              <a:t>Test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{</a:t>
            </a:r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800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 sz="1800">
                <a:solidFill>
                  <a:srgbClr val="0000E6"/>
                </a:solidFill>
                <a:latin typeface="Courier New" pitchFamily="49" charset="0"/>
              </a:rPr>
              <a:t>D </a:t>
            </a:r>
            <a:r>
              <a:rPr lang="en-US" sz="1800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;}</a:t>
            </a:r>
            <a:r>
              <a:rPr lang="en-US" sz="1800">
                <a:latin typeface="Courier New" pitchFamily="49" charset="0"/>
              </a:rPr>
              <a:t> 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};</a:t>
            </a:r>
            <a:endParaRPr lang="en-US" sz="1800">
              <a:latin typeface="Courier New" pitchFamily="49" charset="0"/>
            </a:endParaRPr>
          </a:p>
          <a:p>
            <a:endParaRPr lang="en-US" sz="1800">
              <a:latin typeface="Courier New" pitchFamily="49" charset="0"/>
            </a:endParaRPr>
          </a:p>
          <a:p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400000"/>
                </a:solidFill>
                <a:latin typeface="Courier New" pitchFamily="49" charset="0"/>
              </a:rPr>
              <a:t>main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{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  list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&lt;</a:t>
            </a:r>
            <a:r>
              <a:rPr lang="en-US" sz="1800">
                <a:latin typeface="Courier New" pitchFamily="49" charset="0"/>
              </a:rPr>
              <a:t>Test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&gt;</a:t>
            </a:r>
            <a:r>
              <a:rPr lang="en-US" sz="1800">
                <a:latin typeface="Courier New" pitchFamily="49" charset="0"/>
              </a:rPr>
              <a:t> v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push_back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solidFill>
                  <a:srgbClr val="008C00"/>
                </a:solidFill>
                <a:latin typeface="Courier New" pitchFamily="49" charset="0"/>
              </a:rPr>
              <a:t>10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>
                <a:latin typeface="Courier New" pitchFamily="49" charset="0"/>
              </a:rPr>
              <a:t> </a:t>
            </a:r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endl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>
                <a:latin typeface="Courier New" pitchFamily="49" charset="0"/>
              </a:rPr>
              <a:t>   </a:t>
            </a:r>
            <a:r>
              <a:rPr lang="en-US" sz="1800">
                <a:solidFill>
                  <a:srgbClr val="3F5FBF"/>
                </a:solidFill>
                <a:latin typeface="Courier New" pitchFamily="49" charset="0"/>
              </a:rPr>
              <a:t>/// C CC D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push_back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solidFill>
                  <a:srgbClr val="008C00"/>
                </a:solidFill>
                <a:latin typeface="Courier New" pitchFamily="49" charset="0"/>
              </a:rPr>
              <a:t>20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>
                <a:latin typeface="Courier New" pitchFamily="49" charset="0"/>
              </a:rPr>
              <a:t> </a:t>
            </a:r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endl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>
                <a:latin typeface="Courier New" pitchFamily="49" charset="0"/>
              </a:rPr>
              <a:t>   </a:t>
            </a:r>
            <a:r>
              <a:rPr lang="en-US" sz="1800">
                <a:solidFill>
                  <a:srgbClr val="3F5FBF"/>
                </a:solidFill>
                <a:latin typeface="Courier New" pitchFamily="49" charset="0"/>
              </a:rPr>
              <a:t>/// C CC D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Test ob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solidFill>
                  <a:srgbClr val="008C00"/>
                </a:solidFill>
                <a:latin typeface="Courier New" pitchFamily="49" charset="0"/>
              </a:rPr>
              <a:t>30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push_back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latin typeface="Courier New" pitchFamily="49" charset="0"/>
              </a:rPr>
              <a:t>ob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>
                <a:latin typeface="Courier New" pitchFamily="49" charset="0"/>
              </a:rPr>
              <a:t> </a:t>
            </a:r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endl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>
                <a:latin typeface="Courier New" pitchFamily="49" charset="0"/>
              </a:rPr>
              <a:t>   </a:t>
            </a:r>
            <a:r>
              <a:rPr lang="en-US" sz="1800">
                <a:solidFill>
                  <a:srgbClr val="3F5FBF"/>
                </a:solidFill>
                <a:latin typeface="Courier New" pitchFamily="49" charset="0"/>
              </a:rPr>
              <a:t>/// C CC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Test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&amp;</a:t>
            </a:r>
            <a:r>
              <a:rPr lang="en-US" sz="1800">
                <a:latin typeface="Courier New" pitchFamily="49" charset="0"/>
              </a:rPr>
              <a:t> ob2 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sz="1800">
                <a:latin typeface="Courier New" pitchFamily="49" charset="0"/>
              </a:rPr>
              <a:t> ob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push_back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latin typeface="Courier New" pitchFamily="49" charset="0"/>
              </a:rPr>
              <a:t>ob2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>
                <a:latin typeface="Courier New" pitchFamily="49" charset="0"/>
              </a:rPr>
              <a:t>   </a:t>
            </a:r>
            <a:r>
              <a:rPr lang="en-US" sz="1800">
                <a:solidFill>
                  <a:srgbClr val="3F5FBF"/>
                </a:solidFill>
                <a:latin typeface="Courier New" pitchFamily="49" charset="0"/>
              </a:rPr>
              <a:t>/// CC D D D D D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}</a:t>
            </a:r>
            <a:endParaRPr lang="en-US" sz="1800">
              <a:latin typeface="Courier New" pitchFamily="49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Google Shape;464;p47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9A6513EB-A8B2-44A8-BBDA-AB76F3FF6CBD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28</a:t>
            </a:fld>
            <a:endParaRPr lang="en-US" sz="1800"/>
          </a:p>
        </p:txBody>
      </p:sp>
      <p:sp>
        <p:nvSpPr>
          <p:cNvPr id="29701" name="Google Shape;467;p47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29702" name="Google Shape;468;p47"/>
          <p:cNvSpPr txBox="1">
            <a:spLocks noChangeArrowheads="1"/>
          </p:cNvSpPr>
          <p:nvPr/>
        </p:nvSpPr>
        <p:spPr bwMode="auto">
          <a:xfrm>
            <a:off x="188913" y="1271588"/>
            <a:ext cx="9721850" cy="14414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>
                <a:solidFill>
                  <a:srgbClr val="0000FF"/>
                </a:solidFill>
              </a:rPr>
              <a:t>Containere de tip secventa							List</a:t>
            </a:r>
          </a:p>
          <a:p>
            <a:endParaRPr lang="en-US" sz="2000" b="1"/>
          </a:p>
          <a:p>
            <a:r>
              <a:rPr lang="en-US" sz="2000" b="1"/>
              <a:t>Exemplu - stocarea obiectelor in list</a:t>
            </a:r>
          </a:p>
        </p:txBody>
      </p:sp>
      <p:sp>
        <p:nvSpPr>
          <p:cNvPr id="29703" name="Rectangle 6"/>
          <p:cNvSpPr>
            <a:spLocks noChangeArrowheads="1"/>
          </p:cNvSpPr>
          <p:nvPr/>
        </p:nvSpPr>
        <p:spPr bwMode="auto">
          <a:xfrm>
            <a:off x="163513" y="2795588"/>
            <a:ext cx="9764712" cy="403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>
                <a:solidFill>
                  <a:srgbClr val="004A43"/>
                </a:solidFill>
                <a:latin typeface="Courier New" pitchFamily="49" charset="0"/>
              </a:rPr>
              <a:t>#include </a:t>
            </a:r>
            <a:r>
              <a:rPr lang="en-US" sz="1600">
                <a:solidFill>
                  <a:srgbClr val="800000"/>
                </a:solidFill>
                <a:latin typeface="Courier New" pitchFamily="49" charset="0"/>
              </a:rPr>
              <a:t>&lt;</a:t>
            </a:r>
            <a:r>
              <a:rPr lang="en-US" sz="1600">
                <a:solidFill>
                  <a:srgbClr val="40015A"/>
                </a:solidFill>
                <a:latin typeface="Courier New" pitchFamily="49" charset="0"/>
              </a:rPr>
              <a:t>iostream</a:t>
            </a:r>
            <a:r>
              <a:rPr lang="en-US" sz="1600">
                <a:solidFill>
                  <a:srgbClr val="800000"/>
                </a:solidFill>
                <a:latin typeface="Courier New" pitchFamily="49" charset="0"/>
              </a:rPr>
              <a:t>&gt;</a:t>
            </a:r>
            <a:endParaRPr lang="en-US" sz="1600">
              <a:latin typeface="Courier New" pitchFamily="49" charset="0"/>
            </a:endParaRPr>
          </a:p>
          <a:p>
            <a:r>
              <a:rPr lang="en-US" sz="1600">
                <a:solidFill>
                  <a:srgbClr val="004A43"/>
                </a:solidFill>
                <a:latin typeface="Courier New" pitchFamily="49" charset="0"/>
              </a:rPr>
              <a:t>#include </a:t>
            </a:r>
            <a:r>
              <a:rPr lang="en-US" sz="1600">
                <a:solidFill>
                  <a:srgbClr val="800000"/>
                </a:solidFill>
                <a:latin typeface="Courier New" pitchFamily="49" charset="0"/>
              </a:rPr>
              <a:t>&lt;</a:t>
            </a:r>
            <a:r>
              <a:rPr lang="en-US" sz="1600">
                <a:solidFill>
                  <a:srgbClr val="40015A"/>
                </a:solidFill>
                <a:latin typeface="Courier New" pitchFamily="49" charset="0"/>
              </a:rPr>
              <a:t>list</a:t>
            </a:r>
            <a:r>
              <a:rPr lang="en-US" sz="1600">
                <a:solidFill>
                  <a:srgbClr val="800000"/>
                </a:solidFill>
                <a:latin typeface="Courier New" pitchFamily="49" charset="0"/>
              </a:rPr>
              <a:t>&gt;</a:t>
            </a:r>
            <a:endParaRPr lang="en-US" sz="1600">
              <a:latin typeface="Courier New" pitchFamily="49" charset="0"/>
            </a:endParaRPr>
          </a:p>
          <a:p>
            <a:r>
              <a:rPr lang="en-US" sz="1600">
                <a:solidFill>
                  <a:srgbClr val="004A43"/>
                </a:solidFill>
                <a:latin typeface="Courier New" pitchFamily="49" charset="0"/>
              </a:rPr>
              <a:t>#include </a:t>
            </a:r>
            <a:r>
              <a:rPr lang="en-US" sz="1600">
                <a:solidFill>
                  <a:srgbClr val="800000"/>
                </a:solidFill>
                <a:latin typeface="Courier New" pitchFamily="49" charset="0"/>
              </a:rPr>
              <a:t>&lt;</a:t>
            </a:r>
            <a:r>
              <a:rPr lang="en-US" sz="1600">
                <a:solidFill>
                  <a:srgbClr val="40015A"/>
                </a:solidFill>
                <a:latin typeface="Courier New" pitchFamily="49" charset="0"/>
              </a:rPr>
              <a:t>cstring</a:t>
            </a:r>
            <a:r>
              <a:rPr lang="en-US" sz="1600">
                <a:solidFill>
                  <a:srgbClr val="800000"/>
                </a:solidFill>
                <a:latin typeface="Courier New" pitchFamily="49" charset="0"/>
              </a:rPr>
              <a:t>&gt;</a:t>
            </a:r>
            <a:endParaRPr lang="en-US" sz="1600">
              <a:latin typeface="Courier New" pitchFamily="49" charset="0"/>
            </a:endParaRPr>
          </a:p>
          <a:p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using</a:t>
            </a:r>
            <a:r>
              <a:rPr lang="en-US" sz="1600" b="1">
                <a:latin typeface="Courier New" pitchFamily="49" charset="0"/>
              </a:rPr>
              <a:t> 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namespace</a:t>
            </a:r>
            <a:r>
              <a:rPr lang="en-US" sz="1600" b="1">
                <a:latin typeface="Courier New" pitchFamily="49" charset="0"/>
              </a:rPr>
              <a:t> </a:t>
            </a:r>
            <a:r>
              <a:rPr lang="en-US" sz="1600" b="1">
                <a:solidFill>
                  <a:srgbClr val="666616"/>
                </a:solidFill>
                <a:latin typeface="Courier New" pitchFamily="49" charset="0"/>
              </a:rPr>
              <a:t>std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600" b="1">
              <a:latin typeface="Courier New" pitchFamily="49" charset="0"/>
            </a:endParaRPr>
          </a:p>
          <a:p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class</a:t>
            </a:r>
            <a:r>
              <a:rPr lang="en-US" sz="1600" b="1">
                <a:latin typeface="Courier New" pitchFamily="49" charset="0"/>
              </a:rPr>
              <a:t> myclass</a:t>
            </a:r>
          </a:p>
          <a:p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{</a:t>
            </a:r>
            <a:endParaRPr lang="en-US" sz="1600">
              <a:latin typeface="Courier New" pitchFamily="49" charset="0"/>
            </a:endParaRPr>
          </a:p>
          <a:p>
            <a:r>
              <a:rPr lang="en-US" sz="1600">
                <a:latin typeface="Courier New" pitchFamily="49" charset="0"/>
              </a:rPr>
              <a:t>    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600" b="1">
                <a:latin typeface="Courier New" pitchFamily="49" charset="0"/>
              </a:rPr>
              <a:t> a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,</a:t>
            </a:r>
            <a:r>
              <a:rPr lang="en-US" sz="1600" b="1">
                <a:latin typeface="Courier New" pitchFamily="49" charset="0"/>
              </a:rPr>
              <a:t> b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,</a:t>
            </a:r>
            <a:r>
              <a:rPr lang="en-US" sz="1600" b="1">
                <a:latin typeface="Courier New" pitchFamily="49" charset="0"/>
              </a:rPr>
              <a:t> sum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600" b="1">
              <a:latin typeface="Courier New" pitchFamily="49" charset="0"/>
            </a:endParaRPr>
          </a:p>
          <a:p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public</a:t>
            </a:r>
            <a:r>
              <a:rPr lang="en-US" sz="1600" b="1">
                <a:solidFill>
                  <a:srgbClr val="E34ADC"/>
                </a:solidFill>
                <a:latin typeface="Courier New" pitchFamily="49" charset="0"/>
              </a:rPr>
              <a:t>:</a:t>
            </a:r>
            <a:endParaRPr lang="en-US" sz="1600" b="1">
              <a:latin typeface="Courier New" pitchFamily="49" charset="0"/>
            </a:endParaRPr>
          </a:p>
          <a:p>
            <a:r>
              <a:rPr lang="en-US" sz="1600">
                <a:latin typeface="Courier New" pitchFamily="49" charset="0"/>
              </a:rPr>
              <a:t>    myclass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{</a:t>
            </a:r>
            <a:r>
              <a:rPr lang="en-US" sz="1600">
                <a:latin typeface="Courier New" pitchFamily="49" charset="0"/>
              </a:rPr>
              <a:t>a 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sz="1600">
                <a:latin typeface="Courier New" pitchFamily="49" charset="0"/>
              </a:rPr>
              <a:t> b 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sz="1600">
                <a:latin typeface="Courier New" pitchFamily="49" charset="0"/>
              </a:rPr>
              <a:t> </a:t>
            </a:r>
            <a:r>
              <a:rPr lang="en-US" sz="1600">
                <a:solidFill>
                  <a:srgbClr val="008C00"/>
                </a:solidFill>
                <a:latin typeface="Courier New" pitchFamily="49" charset="0"/>
              </a:rPr>
              <a:t>0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;}</a:t>
            </a:r>
            <a:endParaRPr lang="en-US" sz="1600">
              <a:latin typeface="Courier New" pitchFamily="49" charset="0"/>
            </a:endParaRPr>
          </a:p>
          <a:p>
            <a:r>
              <a:rPr lang="en-US" sz="1600">
                <a:latin typeface="Courier New" pitchFamily="49" charset="0"/>
              </a:rPr>
              <a:t>    myclass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600" b="1">
                <a:latin typeface="Courier New" pitchFamily="49" charset="0"/>
              </a:rPr>
              <a:t> i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,</a:t>
            </a:r>
            <a:r>
              <a:rPr lang="en-US" sz="1600" b="1">
                <a:latin typeface="Courier New" pitchFamily="49" charset="0"/>
              </a:rPr>
              <a:t> 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600" b="1">
                <a:latin typeface="Courier New" pitchFamily="49" charset="0"/>
              </a:rPr>
              <a:t> j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</a:rPr>
              <a:t>{</a:t>
            </a:r>
            <a:r>
              <a:rPr lang="en-US" sz="1600" b="1">
                <a:latin typeface="Courier New" pitchFamily="49" charset="0"/>
              </a:rPr>
              <a:t>a 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sz="1600" b="1">
                <a:latin typeface="Courier New" pitchFamily="49" charset="0"/>
              </a:rPr>
              <a:t> i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600" b="1">
                <a:latin typeface="Courier New" pitchFamily="49" charset="0"/>
              </a:rPr>
              <a:t>b 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sz="1600" b="1">
                <a:latin typeface="Courier New" pitchFamily="49" charset="0"/>
              </a:rPr>
              <a:t> j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600" b="1">
                <a:latin typeface="Courier New" pitchFamily="49" charset="0"/>
              </a:rPr>
              <a:t>sum 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sz="1600" b="1">
                <a:latin typeface="Courier New" pitchFamily="49" charset="0"/>
              </a:rPr>
              <a:t> a 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+</a:t>
            </a:r>
            <a:r>
              <a:rPr lang="en-US" sz="1600" b="1">
                <a:latin typeface="Courier New" pitchFamily="49" charset="0"/>
              </a:rPr>
              <a:t> b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</a:rPr>
              <a:t>;}</a:t>
            </a:r>
            <a:endParaRPr lang="en-US" sz="1600" b="1">
              <a:latin typeface="Courier New" pitchFamily="49" charset="0"/>
            </a:endParaRPr>
          </a:p>
          <a:p>
            <a:r>
              <a:rPr lang="en-US" sz="1600">
                <a:latin typeface="Courier New" pitchFamily="49" charset="0"/>
              </a:rPr>
              <a:t>    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600" b="1">
                <a:latin typeface="Courier New" pitchFamily="49" charset="0"/>
              </a:rPr>
              <a:t> getsum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</a:rPr>
              <a:t>{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return</a:t>
            </a:r>
            <a:r>
              <a:rPr lang="en-US" sz="1600" b="1">
                <a:latin typeface="Courier New" pitchFamily="49" charset="0"/>
              </a:rPr>
              <a:t> sum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</a:rPr>
              <a:t>;}</a:t>
            </a:r>
            <a:endParaRPr lang="en-US" sz="1600" b="1">
              <a:latin typeface="Courier New" pitchFamily="49" charset="0"/>
            </a:endParaRPr>
          </a:p>
          <a:p>
            <a:r>
              <a:rPr lang="en-US" sz="1600">
                <a:latin typeface="Courier New" pitchFamily="49" charset="0"/>
              </a:rPr>
              <a:t>    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friend</a:t>
            </a:r>
            <a:r>
              <a:rPr lang="en-US" sz="1600" b="1">
                <a:latin typeface="Courier New" pitchFamily="49" charset="0"/>
              </a:rPr>
              <a:t> 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bool</a:t>
            </a:r>
            <a:r>
              <a:rPr lang="en-US" sz="1600" b="1">
                <a:latin typeface="Courier New" pitchFamily="49" charset="0"/>
              </a:rPr>
              <a:t> 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operator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&lt;(</a:t>
            </a:r>
            <a:r>
              <a:rPr lang="en-US" sz="1600" b="1">
                <a:latin typeface="Courier New" pitchFamily="49" charset="0"/>
              </a:rPr>
              <a:t>myclass 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&amp;</a:t>
            </a:r>
            <a:r>
              <a:rPr lang="en-US" sz="1600" b="1">
                <a:latin typeface="Courier New" pitchFamily="49" charset="0"/>
              </a:rPr>
              <a:t>o1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,</a:t>
            </a:r>
            <a:r>
              <a:rPr lang="en-US" sz="1600" b="1">
                <a:latin typeface="Courier New" pitchFamily="49" charset="0"/>
              </a:rPr>
              <a:t>myclass 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&amp;</a:t>
            </a:r>
            <a:r>
              <a:rPr lang="en-US" sz="1600" b="1">
                <a:latin typeface="Courier New" pitchFamily="49" charset="0"/>
              </a:rPr>
              <a:t>o2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600" b="1">
                <a:latin typeface="Courier New" pitchFamily="49" charset="0"/>
              </a:rPr>
              <a:t> 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</a:rPr>
              <a:t>{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return</a:t>
            </a:r>
            <a:r>
              <a:rPr lang="en-US" sz="1600" b="1">
                <a:latin typeface="Courier New" pitchFamily="49" charset="0"/>
              </a:rPr>
              <a:t> o1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600" b="1">
                <a:latin typeface="Courier New" pitchFamily="49" charset="0"/>
              </a:rPr>
              <a:t>sum 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&lt;</a:t>
            </a:r>
            <a:r>
              <a:rPr lang="en-US" sz="1600" b="1">
                <a:latin typeface="Courier New" pitchFamily="49" charset="0"/>
              </a:rPr>
              <a:t> o2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600" b="1">
                <a:latin typeface="Courier New" pitchFamily="49" charset="0"/>
              </a:rPr>
              <a:t>sum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</a:rPr>
              <a:t>;}</a:t>
            </a:r>
            <a:endParaRPr lang="en-US" sz="1600" b="1">
              <a:latin typeface="Courier New" pitchFamily="49" charset="0"/>
            </a:endParaRPr>
          </a:p>
          <a:p>
            <a:r>
              <a:rPr lang="en-US" sz="1600">
                <a:latin typeface="Courier New" pitchFamily="49" charset="0"/>
              </a:rPr>
              <a:t>    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friend</a:t>
            </a:r>
            <a:r>
              <a:rPr lang="en-US" sz="1600" b="1">
                <a:latin typeface="Courier New" pitchFamily="49" charset="0"/>
              </a:rPr>
              <a:t> 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bool</a:t>
            </a:r>
            <a:r>
              <a:rPr lang="en-US" sz="1600" b="1">
                <a:latin typeface="Courier New" pitchFamily="49" charset="0"/>
              </a:rPr>
              <a:t> 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operator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&gt;(</a:t>
            </a:r>
            <a:r>
              <a:rPr lang="en-US" sz="1600" b="1">
                <a:latin typeface="Courier New" pitchFamily="49" charset="0"/>
              </a:rPr>
              <a:t>myclass 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&amp;</a:t>
            </a:r>
            <a:r>
              <a:rPr lang="en-US" sz="1600" b="1">
                <a:latin typeface="Courier New" pitchFamily="49" charset="0"/>
              </a:rPr>
              <a:t>o1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,</a:t>
            </a:r>
            <a:r>
              <a:rPr lang="en-US" sz="1600" b="1">
                <a:latin typeface="Courier New" pitchFamily="49" charset="0"/>
              </a:rPr>
              <a:t>myclass 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&amp;</a:t>
            </a:r>
            <a:r>
              <a:rPr lang="en-US" sz="1600" b="1">
                <a:latin typeface="Courier New" pitchFamily="49" charset="0"/>
              </a:rPr>
              <a:t>o2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600" b="1">
                <a:latin typeface="Courier New" pitchFamily="49" charset="0"/>
              </a:rPr>
              <a:t> 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</a:rPr>
              <a:t>{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return</a:t>
            </a:r>
            <a:r>
              <a:rPr lang="en-US" sz="1600" b="1">
                <a:latin typeface="Courier New" pitchFamily="49" charset="0"/>
              </a:rPr>
              <a:t> o1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600" b="1">
                <a:latin typeface="Courier New" pitchFamily="49" charset="0"/>
              </a:rPr>
              <a:t>sum 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&gt;</a:t>
            </a:r>
            <a:r>
              <a:rPr lang="en-US" sz="1600" b="1">
                <a:latin typeface="Courier New" pitchFamily="49" charset="0"/>
              </a:rPr>
              <a:t> o2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600" b="1">
                <a:latin typeface="Courier New" pitchFamily="49" charset="0"/>
              </a:rPr>
              <a:t>sum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</a:rPr>
              <a:t>;}</a:t>
            </a:r>
            <a:endParaRPr lang="en-US" sz="1600" b="1">
              <a:latin typeface="Courier New" pitchFamily="49" charset="0"/>
            </a:endParaRPr>
          </a:p>
          <a:p>
            <a:r>
              <a:rPr lang="en-US" sz="1600">
                <a:latin typeface="Courier New" pitchFamily="49" charset="0"/>
              </a:rPr>
              <a:t>    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friend</a:t>
            </a:r>
            <a:r>
              <a:rPr lang="en-US" sz="1600" b="1">
                <a:latin typeface="Courier New" pitchFamily="49" charset="0"/>
              </a:rPr>
              <a:t> 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bool</a:t>
            </a:r>
            <a:r>
              <a:rPr lang="en-US" sz="1600" b="1">
                <a:latin typeface="Courier New" pitchFamily="49" charset="0"/>
              </a:rPr>
              <a:t> 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operator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==(</a:t>
            </a:r>
            <a:r>
              <a:rPr lang="en-US" sz="1600" b="1">
                <a:latin typeface="Courier New" pitchFamily="49" charset="0"/>
              </a:rPr>
              <a:t>myclass 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&amp;</a:t>
            </a:r>
            <a:r>
              <a:rPr lang="en-US" sz="1600" b="1">
                <a:latin typeface="Courier New" pitchFamily="49" charset="0"/>
              </a:rPr>
              <a:t>o1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,</a:t>
            </a:r>
            <a:r>
              <a:rPr lang="en-US" sz="1600" b="1">
                <a:latin typeface="Courier New" pitchFamily="49" charset="0"/>
              </a:rPr>
              <a:t>myclass 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&amp;</a:t>
            </a:r>
            <a:r>
              <a:rPr lang="en-US" sz="1600" b="1">
                <a:latin typeface="Courier New" pitchFamily="49" charset="0"/>
              </a:rPr>
              <a:t>o2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</a:rPr>
              <a:t>{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return</a:t>
            </a:r>
            <a:r>
              <a:rPr lang="en-US" sz="1600" b="1">
                <a:latin typeface="Courier New" pitchFamily="49" charset="0"/>
              </a:rPr>
              <a:t> o1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600" b="1">
                <a:latin typeface="Courier New" pitchFamily="49" charset="0"/>
              </a:rPr>
              <a:t>sum 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==</a:t>
            </a:r>
            <a:r>
              <a:rPr lang="en-US" sz="1600" b="1">
                <a:latin typeface="Courier New" pitchFamily="49" charset="0"/>
              </a:rPr>
              <a:t> o2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600" b="1">
                <a:latin typeface="Courier New" pitchFamily="49" charset="0"/>
              </a:rPr>
              <a:t>sum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</a:rPr>
              <a:t>;}</a:t>
            </a:r>
            <a:endParaRPr lang="en-US" sz="1600" b="1">
              <a:latin typeface="Courier New" pitchFamily="49" charset="0"/>
            </a:endParaRPr>
          </a:p>
          <a:p>
            <a:r>
              <a:rPr lang="en-US" sz="1600">
                <a:latin typeface="Courier New" pitchFamily="49" charset="0"/>
              </a:rPr>
              <a:t>    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friend</a:t>
            </a:r>
            <a:r>
              <a:rPr lang="en-US" sz="1600" b="1">
                <a:latin typeface="Courier New" pitchFamily="49" charset="0"/>
              </a:rPr>
              <a:t> 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bool</a:t>
            </a:r>
            <a:r>
              <a:rPr lang="en-US" sz="1600" b="1">
                <a:latin typeface="Courier New" pitchFamily="49" charset="0"/>
              </a:rPr>
              <a:t> 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operator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!=(</a:t>
            </a:r>
            <a:r>
              <a:rPr lang="en-US" sz="1600" b="1">
                <a:latin typeface="Courier New" pitchFamily="49" charset="0"/>
              </a:rPr>
              <a:t>myclass 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&amp;</a:t>
            </a:r>
            <a:r>
              <a:rPr lang="en-US" sz="1600" b="1">
                <a:latin typeface="Courier New" pitchFamily="49" charset="0"/>
              </a:rPr>
              <a:t>o1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,</a:t>
            </a:r>
            <a:r>
              <a:rPr lang="en-US" sz="1600" b="1">
                <a:latin typeface="Courier New" pitchFamily="49" charset="0"/>
              </a:rPr>
              <a:t>myclass 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&amp;</a:t>
            </a:r>
            <a:r>
              <a:rPr lang="en-US" sz="1600" b="1">
                <a:latin typeface="Courier New" pitchFamily="49" charset="0"/>
              </a:rPr>
              <a:t>o2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</a:rPr>
              <a:t>{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return</a:t>
            </a:r>
            <a:r>
              <a:rPr lang="en-US" sz="1600" b="1">
                <a:latin typeface="Courier New" pitchFamily="49" charset="0"/>
              </a:rPr>
              <a:t> o1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600" b="1">
                <a:latin typeface="Courier New" pitchFamily="49" charset="0"/>
              </a:rPr>
              <a:t>sum 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!=</a:t>
            </a:r>
            <a:r>
              <a:rPr lang="en-US" sz="1600" b="1">
                <a:latin typeface="Courier New" pitchFamily="49" charset="0"/>
              </a:rPr>
              <a:t> o2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600" b="1">
                <a:latin typeface="Courier New" pitchFamily="49" charset="0"/>
              </a:rPr>
              <a:t>sum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</a:rPr>
              <a:t>;}</a:t>
            </a:r>
            <a:endParaRPr lang="en-US" sz="1600" b="1">
              <a:latin typeface="Courier New" pitchFamily="49" charset="0"/>
            </a:endParaRPr>
          </a:p>
          <a:p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};</a:t>
            </a:r>
            <a:endParaRPr lang="en-US" sz="1600">
              <a:latin typeface="Courier New" pitchFamily="49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Google Shape;476;p48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1132287C-885E-430E-957C-809109D83822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29</a:t>
            </a:fld>
            <a:endParaRPr lang="en-US" sz="1800"/>
          </a:p>
        </p:txBody>
      </p:sp>
      <p:sp>
        <p:nvSpPr>
          <p:cNvPr id="30725" name="Google Shape;479;p48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30726" name="Google Shape;480;p48"/>
          <p:cNvSpPr txBox="1">
            <a:spLocks noChangeArrowheads="1"/>
          </p:cNvSpPr>
          <p:nvPr/>
        </p:nvSpPr>
        <p:spPr bwMode="auto">
          <a:xfrm>
            <a:off x="188913" y="1271588"/>
            <a:ext cx="9239250" cy="14414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>
                <a:solidFill>
                  <a:srgbClr val="0000FF"/>
                </a:solidFill>
              </a:rPr>
              <a:t>Containere de tip secventa							List</a:t>
            </a:r>
          </a:p>
          <a:p>
            <a:endParaRPr lang="en-US" sz="2000" b="1"/>
          </a:p>
          <a:p>
            <a:r>
              <a:rPr lang="en-US" sz="2000" b="1"/>
              <a:t>Exemplu - stocarea obiectelor in list</a:t>
            </a:r>
          </a:p>
          <a:p>
            <a:r>
              <a:rPr lang="en-US" sz="2000"/>
              <a:t> </a:t>
            </a:r>
          </a:p>
        </p:txBody>
      </p:sp>
      <p:sp>
        <p:nvSpPr>
          <p:cNvPr id="30727" name="Rectangle 6"/>
          <p:cNvSpPr>
            <a:spLocks noChangeArrowheads="1"/>
          </p:cNvSpPr>
          <p:nvPr/>
        </p:nvSpPr>
        <p:spPr bwMode="auto">
          <a:xfrm>
            <a:off x="468313" y="2781300"/>
            <a:ext cx="9372600" cy="452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600" b="1">
                <a:latin typeface="Courier New" pitchFamily="49" charset="0"/>
              </a:rPr>
              <a:t> </a:t>
            </a:r>
            <a:r>
              <a:rPr lang="en-US" sz="1600" b="1">
                <a:solidFill>
                  <a:srgbClr val="400000"/>
                </a:solidFill>
                <a:latin typeface="Courier New" pitchFamily="49" charset="0"/>
              </a:rPr>
              <a:t>main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600" b="1">
                <a:latin typeface="Courier New" pitchFamily="49" charset="0"/>
              </a:rPr>
              <a:t> 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</a:rPr>
              <a:t>{</a:t>
            </a:r>
            <a:endParaRPr lang="en-US" sz="1600" b="1">
              <a:latin typeface="Courier New" pitchFamily="49" charset="0"/>
            </a:endParaRPr>
          </a:p>
          <a:p>
            <a:r>
              <a:rPr lang="en-US" sz="1600">
                <a:latin typeface="Courier New" pitchFamily="49" charset="0"/>
              </a:rPr>
              <a:t>    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600" b="1">
                <a:latin typeface="Courier New" pitchFamily="49" charset="0"/>
              </a:rPr>
              <a:t> i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600" b="1">
              <a:latin typeface="Courier New" pitchFamily="49" charset="0"/>
            </a:endParaRPr>
          </a:p>
          <a:p>
            <a:r>
              <a:rPr lang="en-US" sz="1600">
                <a:latin typeface="Courier New" pitchFamily="49" charset="0"/>
              </a:rPr>
              <a:t>    </a:t>
            </a:r>
            <a:r>
              <a:rPr lang="en-US" sz="1600">
                <a:solidFill>
                  <a:srgbClr val="603000"/>
                </a:solidFill>
                <a:latin typeface="Courier New" pitchFamily="49" charset="0"/>
              </a:rPr>
              <a:t>list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&lt;</a:t>
            </a:r>
            <a:r>
              <a:rPr lang="en-US" sz="1600" b="1">
                <a:latin typeface="Courier New" pitchFamily="49" charset="0"/>
              </a:rPr>
              <a:t>myclass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&gt;</a:t>
            </a:r>
            <a:r>
              <a:rPr lang="en-US" sz="1600">
                <a:latin typeface="Courier New" pitchFamily="49" charset="0"/>
              </a:rPr>
              <a:t> lst1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600">
              <a:latin typeface="Courier New" pitchFamily="49" charset="0"/>
            </a:endParaRPr>
          </a:p>
          <a:p>
            <a:r>
              <a:rPr lang="en-US" sz="1600">
                <a:latin typeface="Courier New" pitchFamily="49" charset="0"/>
              </a:rPr>
              <a:t>    </a:t>
            </a:r>
            <a:r>
              <a:rPr lang="en-US" sz="1600">
                <a:solidFill>
                  <a:srgbClr val="603000"/>
                </a:solidFill>
                <a:latin typeface="Courier New" pitchFamily="49" charset="0"/>
              </a:rPr>
              <a:t>list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&lt;</a:t>
            </a:r>
            <a:r>
              <a:rPr lang="en-US" sz="1600" b="1">
                <a:latin typeface="Courier New" pitchFamily="49" charset="0"/>
              </a:rPr>
              <a:t>myclass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&gt;::</a:t>
            </a:r>
            <a:r>
              <a:rPr lang="en-US" sz="1600">
                <a:solidFill>
                  <a:srgbClr val="603000"/>
                </a:solidFill>
                <a:latin typeface="Courier New" pitchFamily="49" charset="0"/>
              </a:rPr>
              <a:t>iterator</a:t>
            </a:r>
            <a:r>
              <a:rPr lang="en-US" sz="1600">
                <a:latin typeface="Courier New" pitchFamily="49" charset="0"/>
              </a:rPr>
              <a:t> p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600">
              <a:latin typeface="Courier New" pitchFamily="49" charset="0"/>
            </a:endParaRPr>
          </a:p>
          <a:p>
            <a:r>
              <a:rPr lang="en-US" sz="1600">
                <a:latin typeface="Courier New" pitchFamily="49" charset="0"/>
              </a:rPr>
              <a:t>    </a:t>
            </a:r>
          </a:p>
          <a:p>
            <a:r>
              <a:rPr lang="en-US" sz="1600">
                <a:latin typeface="Courier New" pitchFamily="49" charset="0"/>
              </a:rPr>
              <a:t>    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for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600" b="1">
                <a:latin typeface="Courier New" pitchFamily="49" charset="0"/>
              </a:rPr>
              <a:t>i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sz="1600" b="1">
                <a:solidFill>
                  <a:srgbClr val="008C00"/>
                </a:solidFill>
                <a:latin typeface="Courier New" pitchFamily="49" charset="0"/>
              </a:rPr>
              <a:t>0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600" b="1">
                <a:latin typeface="Courier New" pitchFamily="49" charset="0"/>
              </a:rPr>
              <a:t> i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&lt;</a:t>
            </a:r>
            <a:r>
              <a:rPr lang="en-US" sz="1600" b="1">
                <a:solidFill>
                  <a:srgbClr val="008C00"/>
                </a:solidFill>
                <a:latin typeface="Courier New" pitchFamily="49" charset="0"/>
              </a:rPr>
              <a:t>10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600" b="1">
                <a:latin typeface="Courier New" pitchFamily="49" charset="0"/>
              </a:rPr>
              <a:t> i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++)</a:t>
            </a:r>
            <a:r>
              <a:rPr lang="en-US" sz="1600" b="1">
                <a:latin typeface="Courier New" pitchFamily="49" charset="0"/>
              </a:rPr>
              <a:t> lst1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600" b="1">
                <a:latin typeface="Courier New" pitchFamily="49" charset="0"/>
              </a:rPr>
              <a:t>push_back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600" b="1">
                <a:latin typeface="Courier New" pitchFamily="49" charset="0"/>
              </a:rPr>
              <a:t>myclass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600" b="1">
                <a:latin typeface="Courier New" pitchFamily="49" charset="0"/>
              </a:rPr>
              <a:t>i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,</a:t>
            </a:r>
            <a:r>
              <a:rPr lang="en-US" sz="1600" b="1">
                <a:latin typeface="Courier New" pitchFamily="49" charset="0"/>
              </a:rPr>
              <a:t> i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))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600" b="1">
              <a:latin typeface="Courier New" pitchFamily="49" charset="0"/>
            </a:endParaRPr>
          </a:p>
          <a:p>
            <a:r>
              <a:rPr lang="en-US" sz="1600">
                <a:latin typeface="Courier New" pitchFamily="49" charset="0"/>
              </a:rPr>
              <a:t>    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for</a:t>
            </a:r>
            <a:r>
              <a:rPr lang="en-US" sz="1600" b="1">
                <a:latin typeface="Courier New" pitchFamily="49" charset="0"/>
              </a:rPr>
              <a:t> 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600" b="1">
                <a:latin typeface="Courier New" pitchFamily="49" charset="0"/>
              </a:rPr>
              <a:t>p 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sz="1600" b="1">
                <a:latin typeface="Courier New" pitchFamily="49" charset="0"/>
              </a:rPr>
              <a:t> lst1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600" b="1">
                <a:latin typeface="Courier New" pitchFamily="49" charset="0"/>
              </a:rPr>
              <a:t>begin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600" b="1">
                <a:latin typeface="Courier New" pitchFamily="49" charset="0"/>
              </a:rPr>
              <a:t> p 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!=</a:t>
            </a:r>
            <a:r>
              <a:rPr lang="en-US" sz="1600" b="1">
                <a:latin typeface="Courier New" pitchFamily="49" charset="0"/>
              </a:rPr>
              <a:t> lst1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600" b="1">
                <a:latin typeface="Courier New" pitchFamily="49" charset="0"/>
              </a:rPr>
              <a:t>end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600" b="1">
                <a:latin typeface="Courier New" pitchFamily="49" charset="0"/>
              </a:rPr>
              <a:t> p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++)</a:t>
            </a:r>
            <a:r>
              <a:rPr lang="en-US" sz="1600" b="1">
                <a:latin typeface="Courier New" pitchFamily="49" charset="0"/>
              </a:rPr>
              <a:t> </a:t>
            </a:r>
            <a:r>
              <a:rPr lang="en-US" sz="1600" b="1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600" b="1">
                <a:latin typeface="Courier New" pitchFamily="49" charset="0"/>
              </a:rPr>
              <a:t> p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-&gt;</a:t>
            </a:r>
            <a:r>
              <a:rPr lang="en-US" sz="1600" b="1">
                <a:latin typeface="Courier New" pitchFamily="49" charset="0"/>
              </a:rPr>
              <a:t>getsum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()&lt;&lt;</a:t>
            </a:r>
            <a:r>
              <a:rPr lang="en-US" sz="1600" b="1">
                <a:latin typeface="Courier New" pitchFamily="49" charset="0"/>
              </a:rPr>
              <a:t> 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 sz="1600" b="1">
                <a:solidFill>
                  <a:srgbClr val="0000E6"/>
                </a:solidFill>
                <a:latin typeface="Courier New" pitchFamily="49" charset="0"/>
              </a:rPr>
              <a:t> 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600" b="1">
              <a:latin typeface="Courier New" pitchFamily="49" charset="0"/>
            </a:endParaRPr>
          </a:p>
          <a:p>
            <a:r>
              <a:rPr lang="en-US" sz="1600">
                <a:latin typeface="Courier New" pitchFamily="49" charset="0"/>
              </a:rPr>
              <a:t>    </a:t>
            </a:r>
            <a:r>
              <a:rPr lang="en-US" sz="1600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en-US" sz="1600">
                <a:latin typeface="Courier New" pitchFamily="49" charset="0"/>
              </a:rPr>
              <a:t> 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600">
                <a:latin typeface="Courier New" pitchFamily="49" charset="0"/>
              </a:rPr>
              <a:t> </a:t>
            </a:r>
            <a:r>
              <a:rPr lang="en-US" sz="1600">
                <a:solidFill>
                  <a:srgbClr val="603000"/>
                </a:solidFill>
                <a:latin typeface="Courier New" pitchFamily="49" charset="0"/>
              </a:rPr>
              <a:t>endl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600">
              <a:latin typeface="Courier New" pitchFamily="49" charset="0"/>
            </a:endParaRPr>
          </a:p>
          <a:p>
            <a:r>
              <a:rPr lang="en-US" sz="1600">
                <a:solidFill>
                  <a:srgbClr val="696969"/>
                </a:solidFill>
                <a:latin typeface="Courier New" pitchFamily="49" charset="0"/>
              </a:rPr>
              <a:t>// create a second list</a:t>
            </a:r>
            <a:endParaRPr lang="en-US" sz="1600">
              <a:latin typeface="Courier New" pitchFamily="49" charset="0"/>
            </a:endParaRPr>
          </a:p>
          <a:p>
            <a:r>
              <a:rPr lang="en-US" sz="1600">
                <a:latin typeface="Courier New" pitchFamily="49" charset="0"/>
              </a:rPr>
              <a:t>    </a:t>
            </a:r>
            <a:r>
              <a:rPr lang="en-US" sz="1600">
                <a:solidFill>
                  <a:srgbClr val="603000"/>
                </a:solidFill>
                <a:latin typeface="Courier New" pitchFamily="49" charset="0"/>
              </a:rPr>
              <a:t>list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&lt;</a:t>
            </a:r>
            <a:r>
              <a:rPr lang="en-US" sz="1600">
                <a:latin typeface="Courier New" pitchFamily="49" charset="0"/>
              </a:rPr>
              <a:t>myclass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&gt;</a:t>
            </a:r>
            <a:r>
              <a:rPr lang="en-US" sz="1600">
                <a:latin typeface="Courier New" pitchFamily="49" charset="0"/>
              </a:rPr>
              <a:t> lst2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600">
              <a:latin typeface="Courier New" pitchFamily="49" charset="0"/>
            </a:endParaRPr>
          </a:p>
          <a:p>
            <a:r>
              <a:rPr lang="en-US" sz="1600">
                <a:latin typeface="Courier New" pitchFamily="49" charset="0"/>
              </a:rPr>
              <a:t>    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for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600" b="1">
                <a:latin typeface="Courier New" pitchFamily="49" charset="0"/>
              </a:rPr>
              <a:t>i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sz="1600" b="1">
                <a:solidFill>
                  <a:srgbClr val="008C00"/>
                </a:solidFill>
                <a:latin typeface="Courier New" pitchFamily="49" charset="0"/>
              </a:rPr>
              <a:t>0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600" b="1">
                <a:latin typeface="Courier New" pitchFamily="49" charset="0"/>
              </a:rPr>
              <a:t> i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&lt;</a:t>
            </a:r>
            <a:r>
              <a:rPr lang="en-US" sz="1600" b="1">
                <a:solidFill>
                  <a:srgbClr val="008C00"/>
                </a:solidFill>
                <a:latin typeface="Courier New" pitchFamily="49" charset="0"/>
              </a:rPr>
              <a:t>10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600" b="1">
                <a:latin typeface="Courier New" pitchFamily="49" charset="0"/>
              </a:rPr>
              <a:t> i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++)</a:t>
            </a:r>
            <a:r>
              <a:rPr lang="en-US" sz="1600" b="1">
                <a:latin typeface="Courier New" pitchFamily="49" charset="0"/>
              </a:rPr>
              <a:t> lst2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600" b="1">
                <a:latin typeface="Courier New" pitchFamily="49" charset="0"/>
              </a:rPr>
              <a:t>push_back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600" b="1">
                <a:latin typeface="Courier New" pitchFamily="49" charset="0"/>
              </a:rPr>
              <a:t>myclass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600" b="1">
                <a:latin typeface="Courier New" pitchFamily="49" charset="0"/>
              </a:rPr>
              <a:t>i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*</a:t>
            </a:r>
            <a:r>
              <a:rPr lang="en-US" sz="1600" b="1">
                <a:solidFill>
                  <a:srgbClr val="008C00"/>
                </a:solidFill>
                <a:latin typeface="Courier New" pitchFamily="49" charset="0"/>
              </a:rPr>
              <a:t>2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,</a:t>
            </a:r>
            <a:r>
              <a:rPr lang="en-US" sz="1600" b="1">
                <a:latin typeface="Courier New" pitchFamily="49" charset="0"/>
              </a:rPr>
              <a:t> i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*</a:t>
            </a:r>
            <a:r>
              <a:rPr lang="en-US" sz="1600" b="1">
                <a:solidFill>
                  <a:srgbClr val="008C00"/>
                </a:solidFill>
                <a:latin typeface="Courier New" pitchFamily="49" charset="0"/>
              </a:rPr>
              <a:t>3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))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600" b="1">
              <a:latin typeface="Courier New" pitchFamily="49" charset="0"/>
            </a:endParaRPr>
          </a:p>
          <a:p>
            <a:r>
              <a:rPr lang="en-US" sz="1600">
                <a:latin typeface="Courier New" pitchFamily="49" charset="0"/>
              </a:rPr>
              <a:t>    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for</a:t>
            </a:r>
            <a:r>
              <a:rPr lang="en-US" sz="1600" b="1">
                <a:latin typeface="Courier New" pitchFamily="49" charset="0"/>
              </a:rPr>
              <a:t> 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600" b="1">
                <a:latin typeface="Courier New" pitchFamily="49" charset="0"/>
              </a:rPr>
              <a:t>p 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sz="1600" b="1">
                <a:latin typeface="Courier New" pitchFamily="49" charset="0"/>
              </a:rPr>
              <a:t> lst2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600" b="1">
                <a:latin typeface="Courier New" pitchFamily="49" charset="0"/>
              </a:rPr>
              <a:t>begin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600" b="1">
                <a:latin typeface="Courier New" pitchFamily="49" charset="0"/>
              </a:rPr>
              <a:t> p 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!=</a:t>
            </a:r>
            <a:r>
              <a:rPr lang="en-US" sz="1600" b="1">
                <a:latin typeface="Courier New" pitchFamily="49" charset="0"/>
              </a:rPr>
              <a:t> lst2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600" b="1">
                <a:latin typeface="Courier New" pitchFamily="49" charset="0"/>
              </a:rPr>
              <a:t>end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600" b="1">
                <a:latin typeface="Courier New" pitchFamily="49" charset="0"/>
              </a:rPr>
              <a:t> p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++)</a:t>
            </a:r>
            <a:r>
              <a:rPr lang="en-US" sz="1600" b="1">
                <a:latin typeface="Courier New" pitchFamily="49" charset="0"/>
              </a:rPr>
              <a:t> </a:t>
            </a:r>
            <a:r>
              <a:rPr lang="en-US" sz="1600" b="1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600" b="1">
                <a:latin typeface="Courier New" pitchFamily="49" charset="0"/>
              </a:rPr>
              <a:t> p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-&gt;</a:t>
            </a:r>
            <a:r>
              <a:rPr lang="en-US" sz="1600" b="1">
                <a:latin typeface="Courier New" pitchFamily="49" charset="0"/>
              </a:rPr>
              <a:t>getsum</a:t>
            </a:r>
            <a:r>
              <a:rPr lang="en-US" sz="1600" b="1">
                <a:solidFill>
                  <a:srgbClr val="808030"/>
                </a:solidFill>
                <a:latin typeface="Courier New" pitchFamily="49" charset="0"/>
              </a:rPr>
              <a:t>()&lt;&lt;</a:t>
            </a:r>
            <a:r>
              <a:rPr lang="en-US" sz="1600" b="1">
                <a:latin typeface="Courier New" pitchFamily="49" charset="0"/>
              </a:rPr>
              <a:t> 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 sz="1600" b="1">
                <a:solidFill>
                  <a:srgbClr val="0000E6"/>
                </a:solidFill>
                <a:latin typeface="Courier New" pitchFamily="49" charset="0"/>
              </a:rPr>
              <a:t> 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600" b="1">
              <a:latin typeface="Courier New" pitchFamily="49" charset="0"/>
            </a:endParaRPr>
          </a:p>
          <a:p>
            <a:r>
              <a:rPr lang="en-US" sz="1600">
                <a:latin typeface="Courier New" pitchFamily="49" charset="0"/>
              </a:rPr>
              <a:t>    </a:t>
            </a:r>
            <a:r>
              <a:rPr lang="en-US" sz="1600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en-US" sz="1600">
                <a:latin typeface="Courier New" pitchFamily="49" charset="0"/>
              </a:rPr>
              <a:t> 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600">
                <a:latin typeface="Courier New" pitchFamily="49" charset="0"/>
              </a:rPr>
              <a:t> </a:t>
            </a:r>
            <a:r>
              <a:rPr lang="en-US" sz="1600">
                <a:solidFill>
                  <a:srgbClr val="603000"/>
                </a:solidFill>
                <a:latin typeface="Courier New" pitchFamily="49" charset="0"/>
              </a:rPr>
              <a:t>endl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600">
              <a:latin typeface="Courier New" pitchFamily="49" charset="0"/>
            </a:endParaRPr>
          </a:p>
          <a:p>
            <a:r>
              <a:rPr lang="en-US" sz="1600">
                <a:solidFill>
                  <a:srgbClr val="696969"/>
                </a:solidFill>
                <a:latin typeface="Courier New" pitchFamily="49" charset="0"/>
              </a:rPr>
              <a:t>// now, merget lst1 and lst2</a:t>
            </a:r>
            <a:endParaRPr lang="en-US" sz="1600">
              <a:latin typeface="Courier New" pitchFamily="49" charset="0"/>
            </a:endParaRPr>
          </a:p>
          <a:p>
            <a:r>
              <a:rPr lang="en-US" sz="1600">
                <a:latin typeface="Courier New" pitchFamily="49" charset="0"/>
              </a:rPr>
              <a:t>    lst1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600">
                <a:solidFill>
                  <a:srgbClr val="603000"/>
                </a:solidFill>
                <a:latin typeface="Courier New" pitchFamily="49" charset="0"/>
              </a:rPr>
              <a:t>merge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600">
                <a:latin typeface="Courier New" pitchFamily="49" charset="0"/>
              </a:rPr>
              <a:t>lst2</a:t>
            </a:r>
            <a:r>
              <a:rPr lang="en-US" sz="16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600">
              <a:latin typeface="Courier New" pitchFamily="49" charset="0"/>
            </a:endParaRPr>
          </a:p>
          <a:p>
            <a:r>
              <a:rPr lang="en-US" sz="1600">
                <a:latin typeface="Courier New" pitchFamily="49" charset="0"/>
              </a:rPr>
              <a:t>    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</a:rPr>
              <a:t>return</a:t>
            </a:r>
            <a:r>
              <a:rPr lang="en-US" sz="1600" b="1">
                <a:latin typeface="Courier New" pitchFamily="49" charset="0"/>
              </a:rPr>
              <a:t> </a:t>
            </a:r>
            <a:r>
              <a:rPr lang="en-US" sz="1600" b="1">
                <a:solidFill>
                  <a:srgbClr val="008C00"/>
                </a:solidFill>
                <a:latin typeface="Courier New" pitchFamily="49" charset="0"/>
              </a:rPr>
              <a:t>0</a:t>
            </a:r>
            <a:r>
              <a:rPr lang="en-US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600" b="1">
              <a:latin typeface="Courier New" pitchFamily="49" charset="0"/>
            </a:endParaRPr>
          </a:p>
          <a:p>
            <a:r>
              <a:rPr lang="en-US" sz="1600">
                <a:solidFill>
                  <a:srgbClr val="800080"/>
                </a:solidFill>
                <a:latin typeface="Courier New" pitchFamily="49" charset="0"/>
              </a:rPr>
              <a:t>}</a:t>
            </a:r>
            <a:endParaRPr lang="en-US" sz="1600">
              <a:latin typeface="Courier New" pitchFamily="49" charset="0"/>
            </a:endParaRPr>
          </a:p>
          <a:p>
            <a:endParaRPr lang="en-US" sz="1600">
              <a:latin typeface="Courier New" pitchFamily="49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Google Shape;488;p49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E2E13C76-EFAF-4420-BAAF-F0B14C487EDF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30</a:t>
            </a:fld>
            <a:endParaRPr lang="en-US" sz="1800"/>
          </a:p>
        </p:txBody>
      </p:sp>
      <p:sp>
        <p:nvSpPr>
          <p:cNvPr id="31749" name="Google Shape;491;p49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492" name="Google Shape;492;p49"/>
          <p:cNvSpPr txBox="1"/>
          <p:nvPr/>
        </p:nvSpPr>
        <p:spPr>
          <a:xfrm>
            <a:off x="188913" y="1271588"/>
            <a:ext cx="9239250" cy="43719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err="1">
                <a:solidFill>
                  <a:srgbClr val="0000FF"/>
                </a:solidFill>
              </a:rPr>
              <a:t>Containere</a:t>
            </a:r>
            <a:r>
              <a:rPr lang="en-US" sz="2000" b="1">
                <a:solidFill>
                  <a:srgbClr val="0000FF"/>
                </a:solidFill>
              </a:rPr>
              <a:t> de tip </a:t>
            </a:r>
            <a:r>
              <a:rPr lang="en-US" sz="2000" b="1" err="1">
                <a:solidFill>
                  <a:srgbClr val="0000FF"/>
                </a:solidFill>
              </a:rPr>
              <a:t>secventa</a:t>
            </a:r>
            <a:r>
              <a:rPr lang="en-US" sz="2000" b="1">
                <a:solidFill>
                  <a:srgbClr val="0000FF"/>
                </a:solidFill>
              </a:rPr>
              <a:t>							</a:t>
            </a:r>
            <a:endParaRPr sz="2000" b="1">
              <a:solidFill>
                <a:srgbClr val="0000FF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 b="1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err="1"/>
              <a:t>Deque</a:t>
            </a:r>
            <a:r>
              <a:rPr lang="en-US" sz="2000" b="1"/>
              <a:t> (double ended queue)</a:t>
            </a:r>
            <a:r>
              <a:rPr lang="en-US" sz="2000"/>
              <a:t> - </a:t>
            </a:r>
            <a:r>
              <a:rPr lang="en-US" sz="2000" err="1"/>
              <a:t>Coadă</a:t>
            </a:r>
            <a:r>
              <a:rPr lang="en-US" sz="2000"/>
              <a:t> </a:t>
            </a:r>
            <a:r>
              <a:rPr lang="en-US" sz="2000" err="1"/>
              <a:t>dublă</a:t>
            </a:r>
            <a:r>
              <a:rPr lang="en-US" sz="2000"/>
              <a:t> (</a:t>
            </a:r>
            <a:r>
              <a:rPr lang="en-US" sz="2000" err="1"/>
              <a:t>completă</a:t>
            </a:r>
            <a:r>
              <a:rPr lang="en-US" sz="2000"/>
              <a:t>)</a:t>
            </a:r>
            <a:endParaRPr sz="2000"/>
          </a:p>
          <a:p>
            <a:pPr marL="457200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 err="1"/>
              <a:t>elementele</a:t>
            </a:r>
            <a:r>
              <a:rPr lang="en-US" sz="2000"/>
              <a:t> </a:t>
            </a:r>
            <a:r>
              <a:rPr lang="en-US" sz="2000" err="1"/>
              <a:t>sunt</a:t>
            </a:r>
            <a:r>
              <a:rPr lang="en-US" sz="2000"/>
              <a:t> </a:t>
            </a:r>
            <a:r>
              <a:rPr lang="en-US" sz="2000" err="1"/>
              <a:t>stocate</a:t>
            </a:r>
            <a:r>
              <a:rPr lang="en-US" sz="2000"/>
              <a:t> </a:t>
            </a:r>
            <a:r>
              <a:rPr lang="en-US" sz="2000" err="1"/>
              <a:t>în</a:t>
            </a:r>
            <a:r>
              <a:rPr lang="en-US" sz="2000"/>
              <a:t> </a:t>
            </a:r>
            <a:r>
              <a:rPr lang="en-US" sz="2000" err="1"/>
              <a:t>blocuri</a:t>
            </a:r>
            <a:r>
              <a:rPr lang="en-US" sz="2000"/>
              <a:t> de </a:t>
            </a:r>
            <a:r>
              <a:rPr lang="en-US" sz="2000" err="1"/>
              <a:t>memorie</a:t>
            </a:r>
            <a:r>
              <a:rPr lang="en-US" sz="2000"/>
              <a:t> (chunks of storage)</a:t>
            </a:r>
            <a:endParaRPr sz="2000"/>
          </a:p>
          <a:p>
            <a:pPr marL="457200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 err="1"/>
              <a:t>elementele</a:t>
            </a:r>
            <a:r>
              <a:rPr lang="en-US" sz="2000"/>
              <a:t> se pot </a:t>
            </a:r>
            <a:r>
              <a:rPr lang="en-US" sz="2000" err="1"/>
              <a:t>adăuga</a:t>
            </a:r>
            <a:r>
              <a:rPr lang="en-US" sz="2000"/>
              <a:t>/</a:t>
            </a:r>
            <a:r>
              <a:rPr lang="en-US" sz="2000" err="1"/>
              <a:t>șterge</a:t>
            </a:r>
            <a:r>
              <a:rPr lang="en-US" sz="2000"/>
              <a:t> </a:t>
            </a:r>
            <a:r>
              <a:rPr lang="en-US" sz="2000" err="1"/>
              <a:t>eficient</a:t>
            </a:r>
            <a:r>
              <a:rPr lang="en-US" sz="2000"/>
              <a:t> de la </a:t>
            </a:r>
            <a:r>
              <a:rPr lang="en-US" sz="2000" err="1"/>
              <a:t>ambele</a:t>
            </a:r>
            <a:r>
              <a:rPr lang="en-US" sz="2000"/>
              <a:t> </a:t>
            </a:r>
            <a:r>
              <a:rPr lang="en-US" sz="2000" err="1"/>
              <a:t>capete</a:t>
            </a: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/>
              <a:t>Vector </a:t>
            </a:r>
            <a:r>
              <a:rPr lang="en-US" sz="2000" b="1" err="1"/>
              <a:t>vs</a:t>
            </a:r>
            <a:r>
              <a:rPr lang="en-US" sz="2000" b="1"/>
              <a:t> </a:t>
            </a:r>
            <a:r>
              <a:rPr lang="en-US" sz="2000" b="1" err="1"/>
              <a:t>Deque</a:t>
            </a:r>
            <a:endParaRPr sz="2000" b="1"/>
          </a:p>
          <a:p>
            <a:pPr marL="457200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 err="1"/>
              <a:t>Accesul</a:t>
            </a:r>
            <a:r>
              <a:rPr lang="en-US" sz="2000"/>
              <a:t> la </a:t>
            </a:r>
            <a:r>
              <a:rPr lang="en-US" sz="2000" err="1"/>
              <a:t>elemente</a:t>
            </a:r>
            <a:r>
              <a:rPr lang="en-US" sz="2000"/>
              <a:t> de </a:t>
            </a:r>
            <a:r>
              <a:rPr lang="en-US" sz="2000" err="1"/>
              <a:t>pe</a:t>
            </a:r>
            <a:r>
              <a:rPr lang="en-US" sz="2000"/>
              <a:t> </a:t>
            </a:r>
            <a:r>
              <a:rPr lang="en-US" sz="2000" err="1"/>
              <a:t>orice</a:t>
            </a:r>
            <a:r>
              <a:rPr lang="en-US" sz="2000"/>
              <a:t> </a:t>
            </a:r>
            <a:r>
              <a:rPr lang="en-US" sz="2000" err="1"/>
              <a:t>poziție</a:t>
            </a:r>
            <a:r>
              <a:rPr lang="en-US" sz="2000"/>
              <a:t> </a:t>
            </a:r>
            <a:r>
              <a:rPr lang="en-US" sz="2000" err="1"/>
              <a:t>este</a:t>
            </a:r>
            <a:r>
              <a:rPr lang="en-US" sz="2000"/>
              <a:t> </a:t>
            </a:r>
            <a:r>
              <a:rPr lang="en-US" sz="2000" err="1"/>
              <a:t>mai</a:t>
            </a:r>
            <a:r>
              <a:rPr lang="en-US" sz="2000"/>
              <a:t> </a:t>
            </a:r>
            <a:r>
              <a:rPr lang="en-US" sz="2000" err="1"/>
              <a:t>eficient</a:t>
            </a:r>
            <a:r>
              <a:rPr lang="en-US" sz="2000"/>
              <a:t> la vector</a:t>
            </a:r>
            <a:endParaRPr sz="2000"/>
          </a:p>
          <a:p>
            <a:pPr marL="457200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 err="1"/>
              <a:t>Inserare</a:t>
            </a:r>
            <a:r>
              <a:rPr lang="en-US" sz="2000"/>
              <a:t>/</a:t>
            </a:r>
            <a:r>
              <a:rPr lang="en-US" sz="2000" err="1"/>
              <a:t>ștergerea</a:t>
            </a:r>
            <a:r>
              <a:rPr lang="en-US" sz="2000"/>
              <a:t> </a:t>
            </a:r>
            <a:r>
              <a:rPr lang="en-US" sz="2000" err="1"/>
              <a:t>elementelor</a:t>
            </a:r>
            <a:r>
              <a:rPr lang="en-US" sz="2000"/>
              <a:t> de </a:t>
            </a:r>
            <a:r>
              <a:rPr lang="en-US" sz="2000" err="1"/>
              <a:t>pe</a:t>
            </a:r>
            <a:r>
              <a:rPr lang="en-US" sz="2000"/>
              <a:t> </a:t>
            </a:r>
            <a:r>
              <a:rPr lang="en-US" sz="2000" err="1"/>
              <a:t>orice</a:t>
            </a:r>
            <a:r>
              <a:rPr lang="en-US" sz="2000"/>
              <a:t> </a:t>
            </a:r>
            <a:r>
              <a:rPr lang="en-US" sz="2000" err="1"/>
              <a:t>poziție</a:t>
            </a:r>
            <a:r>
              <a:rPr lang="en-US" sz="2000"/>
              <a:t> </a:t>
            </a:r>
            <a:r>
              <a:rPr lang="en-US" sz="2000" err="1"/>
              <a:t>este</a:t>
            </a:r>
            <a:r>
              <a:rPr lang="en-US" sz="2000"/>
              <a:t> </a:t>
            </a:r>
            <a:r>
              <a:rPr lang="en-US" sz="2000" err="1"/>
              <a:t>mai</a:t>
            </a:r>
            <a:r>
              <a:rPr lang="en-US" sz="2000"/>
              <a:t> </a:t>
            </a:r>
            <a:r>
              <a:rPr lang="en-US" sz="2000" err="1"/>
              <a:t>eficient</a:t>
            </a:r>
            <a:r>
              <a:rPr lang="en-US" sz="2000"/>
              <a:t> la </a:t>
            </a:r>
            <a:r>
              <a:rPr lang="en-US" sz="2000" err="1"/>
              <a:t>Deque</a:t>
            </a:r>
            <a:r>
              <a:rPr lang="en-US" sz="2000"/>
              <a:t> (</a:t>
            </a:r>
            <a:r>
              <a:rPr lang="en-US" sz="2000" err="1"/>
              <a:t>dar</a:t>
            </a:r>
            <a:r>
              <a:rPr lang="en-US" sz="2000"/>
              <a:t> nu e </a:t>
            </a:r>
            <a:r>
              <a:rPr lang="en-US" sz="2000" err="1"/>
              <a:t>timp</a:t>
            </a:r>
            <a:r>
              <a:rPr lang="en-US" sz="2000"/>
              <a:t> constant)</a:t>
            </a:r>
            <a:endParaRPr sz="2000"/>
          </a:p>
          <a:p>
            <a:pPr marL="457200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 err="1"/>
              <a:t>Pentru</a:t>
            </a:r>
            <a:r>
              <a:rPr lang="en-US" sz="2000"/>
              <a:t> </a:t>
            </a:r>
            <a:r>
              <a:rPr lang="en-US" sz="2000" err="1"/>
              <a:t>liste</a:t>
            </a:r>
            <a:r>
              <a:rPr lang="en-US" sz="2000"/>
              <a:t> </a:t>
            </a:r>
            <a:r>
              <a:rPr lang="en-US" sz="2000" err="1"/>
              <a:t>mari</a:t>
            </a:r>
            <a:r>
              <a:rPr lang="en-US" sz="2000"/>
              <a:t> Vector </a:t>
            </a:r>
            <a:r>
              <a:rPr lang="en-US" sz="2000" err="1"/>
              <a:t>alocă</a:t>
            </a:r>
            <a:r>
              <a:rPr lang="en-US" sz="2000"/>
              <a:t> zone </a:t>
            </a:r>
            <a:r>
              <a:rPr lang="en-US" sz="2000" err="1"/>
              <a:t>mari</a:t>
            </a:r>
            <a:r>
              <a:rPr lang="en-US" sz="2000"/>
              <a:t> de </a:t>
            </a:r>
            <a:r>
              <a:rPr lang="en-US" sz="2000" err="1"/>
              <a:t>memorie</a:t>
            </a:r>
            <a:r>
              <a:rPr lang="en-US" sz="2000"/>
              <a:t>, </a:t>
            </a:r>
            <a:r>
              <a:rPr lang="en-US" sz="2000" err="1"/>
              <a:t>deque</a:t>
            </a:r>
            <a:r>
              <a:rPr lang="en-US" sz="2000"/>
              <a:t> </a:t>
            </a:r>
            <a:r>
              <a:rPr lang="en-US" sz="2000" err="1"/>
              <a:t>aloca</a:t>
            </a:r>
            <a:r>
              <a:rPr lang="en-US" sz="2000"/>
              <a:t> </a:t>
            </a:r>
            <a:r>
              <a:rPr lang="en-US" sz="2000" err="1"/>
              <a:t>multe</a:t>
            </a:r>
            <a:r>
              <a:rPr lang="en-US" sz="2000"/>
              <a:t> zone </a:t>
            </a:r>
            <a:r>
              <a:rPr lang="en-US" sz="2000" err="1"/>
              <a:t>mai</a:t>
            </a:r>
            <a:r>
              <a:rPr lang="en-US" sz="2000"/>
              <a:t> </a:t>
            </a:r>
            <a:r>
              <a:rPr lang="en-US" sz="2000" err="1"/>
              <a:t>mici</a:t>
            </a:r>
            <a:r>
              <a:rPr lang="en-US" sz="2000"/>
              <a:t> de </a:t>
            </a:r>
            <a:r>
              <a:rPr lang="en-US" sz="2000" err="1"/>
              <a:t>memorie</a:t>
            </a:r>
            <a:r>
              <a:rPr lang="en-US" sz="2000"/>
              <a:t> – </a:t>
            </a:r>
            <a:r>
              <a:rPr lang="en-US" sz="2000" err="1"/>
              <a:t>Deque</a:t>
            </a:r>
            <a:r>
              <a:rPr lang="en-US" sz="2000"/>
              <a:t> </a:t>
            </a:r>
            <a:r>
              <a:rPr lang="en-US" sz="2000" err="1"/>
              <a:t>este</a:t>
            </a:r>
            <a:r>
              <a:rPr lang="en-US" sz="2000"/>
              <a:t> </a:t>
            </a:r>
            <a:r>
              <a:rPr lang="en-US" sz="2000" err="1"/>
              <a:t>mai</a:t>
            </a:r>
            <a:r>
              <a:rPr lang="en-US" sz="2000"/>
              <a:t> </a:t>
            </a:r>
            <a:r>
              <a:rPr lang="en-US" sz="2000" err="1"/>
              <a:t>eficient</a:t>
            </a:r>
            <a:r>
              <a:rPr lang="en-US" sz="2000"/>
              <a:t> </a:t>
            </a:r>
            <a:r>
              <a:rPr lang="en-US" sz="2000" err="1"/>
              <a:t>în</a:t>
            </a:r>
            <a:r>
              <a:rPr lang="en-US" sz="2000"/>
              <a:t> </a:t>
            </a:r>
            <a:r>
              <a:rPr lang="en-US" sz="2000" err="1"/>
              <a:t>gestiunea</a:t>
            </a:r>
            <a:r>
              <a:rPr lang="en-US" sz="2000"/>
              <a:t> </a:t>
            </a:r>
            <a:r>
              <a:rPr lang="en-US" sz="2000" err="1"/>
              <a:t>memoriei</a:t>
            </a: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Google Shape;500;p50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FBD87DDC-87DC-49F5-930D-39A358E0E9E2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31</a:t>
            </a:fld>
            <a:endParaRPr lang="en-US" sz="1800"/>
          </a:p>
        </p:txBody>
      </p:sp>
      <p:sp>
        <p:nvSpPr>
          <p:cNvPr id="32773" name="Google Shape;503;p50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504" name="Google Shape;504;p50"/>
          <p:cNvSpPr txBox="1"/>
          <p:nvPr/>
        </p:nvSpPr>
        <p:spPr>
          <a:xfrm>
            <a:off x="188913" y="1271588"/>
            <a:ext cx="9239250" cy="5962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>
                <a:solidFill>
                  <a:srgbClr val="0000FF"/>
                </a:solidFill>
              </a:rPr>
              <a:t>Adaptor de container							</a:t>
            </a:r>
            <a:endParaRPr sz="2000" b="1">
              <a:solidFill>
                <a:srgbClr val="0000FF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 b="1"/>
          </a:p>
          <a:p>
            <a:pPr marL="457200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/>
              <a:t> </a:t>
            </a:r>
            <a:r>
              <a:rPr lang="en-US" sz="2000" err="1"/>
              <a:t>încapsulează</a:t>
            </a:r>
            <a:r>
              <a:rPr lang="en-US" sz="2000"/>
              <a:t> un container de tip </a:t>
            </a:r>
            <a:r>
              <a:rPr lang="en-US" sz="2000" err="1"/>
              <a:t>secvență</a:t>
            </a:r>
            <a:r>
              <a:rPr lang="en-US" sz="2000"/>
              <a:t>, </a:t>
            </a:r>
            <a:r>
              <a:rPr lang="en-US" sz="2000" err="1"/>
              <a:t>și</a:t>
            </a:r>
            <a:r>
              <a:rPr lang="en-US" sz="2000"/>
              <a:t> </a:t>
            </a:r>
            <a:r>
              <a:rPr lang="en-US" sz="2000" err="1"/>
              <a:t>folosesc</a:t>
            </a:r>
            <a:r>
              <a:rPr lang="en-US" sz="2000"/>
              <a:t> </a:t>
            </a:r>
            <a:r>
              <a:rPr lang="en-US" sz="2000" err="1"/>
              <a:t>acest</a:t>
            </a:r>
            <a:r>
              <a:rPr lang="en-US" sz="2000"/>
              <a:t> </a:t>
            </a:r>
            <a:r>
              <a:rPr lang="en-US" sz="2000" err="1"/>
              <a:t>obiect</a:t>
            </a:r>
            <a:r>
              <a:rPr lang="en-US" sz="2000"/>
              <a:t> </a:t>
            </a:r>
            <a:r>
              <a:rPr lang="en-US" sz="2000" err="1"/>
              <a:t>pentru</a:t>
            </a:r>
            <a:r>
              <a:rPr lang="en-US" sz="2000"/>
              <a:t> a </a:t>
            </a:r>
            <a:r>
              <a:rPr lang="en-US" sz="2000" err="1"/>
              <a:t>oferi</a:t>
            </a:r>
            <a:r>
              <a:rPr lang="en-US" sz="2000"/>
              <a:t> </a:t>
            </a:r>
            <a:r>
              <a:rPr lang="en-US" sz="2000" err="1"/>
              <a:t>funcționalităti</a:t>
            </a:r>
            <a:r>
              <a:rPr lang="en-US" sz="2000"/>
              <a:t> </a:t>
            </a:r>
            <a:r>
              <a:rPr lang="en-US" sz="2000" err="1"/>
              <a:t>specifice</a:t>
            </a:r>
            <a:r>
              <a:rPr lang="en-US" sz="2000"/>
              <a:t> </a:t>
            </a:r>
            <a:r>
              <a:rPr lang="en-US" sz="2000" err="1"/>
              <a:t>containerului</a:t>
            </a:r>
            <a:r>
              <a:rPr lang="en-US" sz="2000"/>
              <a:t> (</a:t>
            </a:r>
            <a:r>
              <a:rPr lang="en-US" sz="2000" err="1"/>
              <a:t>stivă</a:t>
            </a:r>
            <a:r>
              <a:rPr lang="en-US" sz="2000"/>
              <a:t>, </a:t>
            </a:r>
            <a:r>
              <a:rPr lang="en-US" sz="2000" err="1"/>
              <a:t>coadă</a:t>
            </a:r>
            <a:r>
              <a:rPr lang="en-US" sz="2000"/>
              <a:t>, </a:t>
            </a:r>
            <a:r>
              <a:rPr lang="en-US" sz="2000" err="1"/>
              <a:t>coadă</a:t>
            </a:r>
            <a:r>
              <a:rPr lang="en-US" sz="2000"/>
              <a:t> cu </a:t>
            </a:r>
            <a:r>
              <a:rPr lang="en-US" sz="2000" err="1"/>
              <a:t>priorități</a:t>
            </a:r>
            <a:r>
              <a:rPr lang="en-US" sz="2000"/>
              <a:t>).</a:t>
            </a: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>
                <a:solidFill>
                  <a:schemeClr val="accent1">
                    <a:lumMod val="75000"/>
                  </a:schemeClr>
                </a:solidFill>
              </a:rPr>
              <a:t>Stack</a:t>
            </a:r>
            <a:r>
              <a:rPr lang="en-US" sz="2000"/>
              <a:t>: </a:t>
            </a:r>
            <a:r>
              <a:rPr lang="en-US" sz="2000" err="1"/>
              <a:t>strategia</a:t>
            </a:r>
            <a:r>
              <a:rPr lang="en-US" sz="2000"/>
              <a:t> LIFO (last in first out) </a:t>
            </a:r>
            <a:r>
              <a:rPr lang="en-US" sz="2000" err="1"/>
              <a:t>pentru</a:t>
            </a:r>
            <a:r>
              <a:rPr lang="en-US" sz="2000"/>
              <a:t> </a:t>
            </a:r>
            <a:r>
              <a:rPr lang="en-US" sz="2000" err="1"/>
              <a:t>adaugare</a:t>
            </a:r>
            <a:r>
              <a:rPr lang="en-US" sz="2000"/>
              <a:t>/</a:t>
            </a:r>
            <a:r>
              <a:rPr lang="en-US" sz="2000" err="1"/>
              <a:t>ștergere</a:t>
            </a:r>
            <a:r>
              <a:rPr lang="en-US" sz="2000"/>
              <a:t> </a:t>
            </a:r>
            <a:r>
              <a:rPr lang="en-US" sz="2000" err="1"/>
              <a:t>elemente</a:t>
            </a:r>
            <a:r>
              <a:rPr lang="en-US" sz="2000"/>
              <a:t> </a:t>
            </a:r>
            <a:r>
              <a:rPr lang="en-US" sz="2000" err="1"/>
              <a:t>Operații</a:t>
            </a:r>
            <a:r>
              <a:rPr lang="en-US" sz="2000"/>
              <a:t>: empty(), push(), pop(), top().</a:t>
            </a: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>
                <a:solidFill>
                  <a:srgbClr val="FF0000"/>
                </a:solidFill>
              </a:rPr>
              <a:t>template &lt; class T, class Container = </a:t>
            </a:r>
            <a:r>
              <a:rPr lang="en-US" sz="2000" b="1" err="1">
                <a:solidFill>
                  <a:srgbClr val="FF0000"/>
                </a:solidFill>
              </a:rPr>
              <a:t>deque</a:t>
            </a:r>
            <a:r>
              <a:rPr lang="en-US" sz="2000" b="1">
                <a:solidFill>
                  <a:srgbClr val="FF0000"/>
                </a:solidFill>
              </a:rPr>
              <a:t>&lt;T&gt; &gt; class stack;</a:t>
            </a:r>
            <a:endParaRPr sz="2000" b="1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>
                <a:solidFill>
                  <a:schemeClr val="accent1">
                    <a:lumMod val="75000"/>
                  </a:schemeClr>
                </a:solidFill>
              </a:rPr>
              <a:t>Queue</a:t>
            </a:r>
            <a:r>
              <a:rPr lang="en-US" sz="2000"/>
              <a:t>: </a:t>
            </a:r>
            <a:r>
              <a:rPr lang="en-US" sz="2000" err="1"/>
              <a:t>strategia</a:t>
            </a:r>
            <a:r>
              <a:rPr lang="en-US" sz="2000"/>
              <a:t> FIFO (first in first out)</a:t>
            </a: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err="1"/>
              <a:t>Operații</a:t>
            </a:r>
            <a:r>
              <a:rPr lang="en-US" sz="2000"/>
              <a:t>: empty(), front(), back(), push(), pop(), size();</a:t>
            </a: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>
                <a:solidFill>
                  <a:srgbClr val="FF0000"/>
                </a:solidFill>
              </a:rPr>
              <a:t>template &lt; class T, class Container = </a:t>
            </a:r>
            <a:r>
              <a:rPr lang="en-US" sz="2000" b="1" err="1">
                <a:solidFill>
                  <a:srgbClr val="FF0000"/>
                </a:solidFill>
              </a:rPr>
              <a:t>deque</a:t>
            </a:r>
            <a:r>
              <a:rPr lang="en-US" sz="2000" b="1">
                <a:solidFill>
                  <a:srgbClr val="FF0000"/>
                </a:solidFill>
              </a:rPr>
              <a:t>&lt;T&gt; &gt; class queue;</a:t>
            </a:r>
            <a:endParaRPr sz="2000" b="1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err="1">
                <a:solidFill>
                  <a:schemeClr val="accent1">
                    <a:lumMod val="75000"/>
                  </a:schemeClr>
                </a:solidFill>
              </a:rPr>
              <a:t>Priority_queue</a:t>
            </a:r>
            <a:r>
              <a:rPr lang="en-US" sz="2000"/>
              <a:t>: se </a:t>
            </a:r>
            <a:r>
              <a:rPr lang="en-US" sz="2000" err="1"/>
              <a:t>extrag</a:t>
            </a:r>
            <a:r>
              <a:rPr lang="en-US" sz="2000"/>
              <a:t> </a:t>
            </a:r>
            <a:r>
              <a:rPr lang="en-US" sz="2000" err="1"/>
              <a:t>elemente</a:t>
            </a:r>
            <a:r>
              <a:rPr lang="en-US" sz="2000"/>
              <a:t> </a:t>
            </a:r>
            <a:r>
              <a:rPr lang="en-US" sz="2000" err="1"/>
              <a:t>pe</a:t>
            </a:r>
            <a:r>
              <a:rPr lang="en-US" sz="2000"/>
              <a:t> </a:t>
            </a:r>
            <a:r>
              <a:rPr lang="en-US" sz="2000" err="1"/>
              <a:t>baza</a:t>
            </a:r>
            <a:r>
              <a:rPr lang="en-US" sz="2000"/>
              <a:t> </a:t>
            </a:r>
            <a:r>
              <a:rPr lang="en-US" sz="2000" err="1"/>
              <a:t>priorităților</a:t>
            </a: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err="1">
                <a:solidFill>
                  <a:schemeClr val="dk1"/>
                </a:solidFill>
              </a:rPr>
              <a:t>Operații</a:t>
            </a:r>
            <a:r>
              <a:rPr lang="en-US" sz="2000">
                <a:solidFill>
                  <a:schemeClr val="dk1"/>
                </a:solidFill>
              </a:rPr>
              <a:t>:</a:t>
            </a:r>
            <a:r>
              <a:rPr lang="en-US" sz="2000"/>
              <a:t> empty(), top(), push(), pop(), size();</a:t>
            </a: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>
                <a:solidFill>
                  <a:srgbClr val="FF0000"/>
                </a:solidFill>
              </a:rPr>
              <a:t>template &lt; class T, class Container = vector&lt;T&gt;, class Compare = less&lt;</a:t>
            </a:r>
            <a:r>
              <a:rPr lang="en-US" sz="2000" b="1" err="1">
                <a:solidFill>
                  <a:srgbClr val="FF0000"/>
                </a:solidFill>
              </a:rPr>
              <a:t>typename</a:t>
            </a:r>
            <a:r>
              <a:rPr lang="en-US" sz="2000" b="1">
                <a:solidFill>
                  <a:srgbClr val="FF0000"/>
                </a:solidFill>
              </a:rPr>
              <a:t> Container::</a:t>
            </a:r>
            <a:r>
              <a:rPr lang="en-US" sz="2000" b="1" err="1">
                <a:solidFill>
                  <a:srgbClr val="FF0000"/>
                </a:solidFill>
              </a:rPr>
              <a:t>value_type</a:t>
            </a:r>
            <a:r>
              <a:rPr lang="en-US" sz="2000" b="1">
                <a:solidFill>
                  <a:srgbClr val="FF0000"/>
                </a:solidFill>
              </a:rPr>
              <a:t>&gt; &gt; class </a:t>
            </a:r>
            <a:r>
              <a:rPr lang="en-US" sz="2000" b="1" err="1">
                <a:solidFill>
                  <a:srgbClr val="FF0000"/>
                </a:solidFill>
              </a:rPr>
              <a:t>priority_queue</a:t>
            </a:r>
            <a:r>
              <a:rPr lang="en-US" sz="2000" b="1">
                <a:solidFill>
                  <a:srgbClr val="FF0000"/>
                </a:solidFill>
              </a:rPr>
              <a:t>;</a:t>
            </a:r>
            <a:endParaRPr sz="2000" b="1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512;p51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83DE7E39-BF34-42B1-B243-AD4B90E1E4A8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32</a:t>
            </a:fld>
            <a:endParaRPr lang="en-US" sz="1800"/>
          </a:p>
        </p:txBody>
      </p:sp>
      <p:sp>
        <p:nvSpPr>
          <p:cNvPr id="33797" name="Google Shape;515;p51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33798" name="Google Shape;516;p51"/>
          <p:cNvSpPr txBox="1">
            <a:spLocks noChangeArrowheads="1"/>
          </p:cNvSpPr>
          <p:nvPr/>
        </p:nvSpPr>
        <p:spPr bwMode="auto">
          <a:xfrm>
            <a:off x="188913" y="1271588"/>
            <a:ext cx="9239250" cy="11366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>
                <a:solidFill>
                  <a:srgbClr val="0000FF"/>
                </a:solidFill>
              </a:rPr>
              <a:t>Adaptor de container							</a:t>
            </a:r>
          </a:p>
          <a:p>
            <a:endParaRPr lang="en-US" sz="2000" b="1"/>
          </a:p>
          <a:p>
            <a:r>
              <a:rPr lang="en-US" sz="2000" b="1"/>
              <a:t>Exemplu stiva</a:t>
            </a:r>
          </a:p>
        </p:txBody>
      </p:sp>
      <p:sp>
        <p:nvSpPr>
          <p:cNvPr id="33799" name="Rectangle 6"/>
          <p:cNvSpPr>
            <a:spLocks noChangeArrowheads="1"/>
          </p:cNvSpPr>
          <p:nvPr/>
        </p:nvSpPr>
        <p:spPr bwMode="auto">
          <a:xfrm>
            <a:off x="2520950" y="2225675"/>
            <a:ext cx="6100763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>
                <a:solidFill>
                  <a:srgbClr val="004A43"/>
                </a:solidFill>
                <a:latin typeface="Courier New" pitchFamily="49" charset="0"/>
              </a:rPr>
              <a:t>#include </a:t>
            </a:r>
            <a:r>
              <a:rPr lang="en-US" sz="1800">
                <a:solidFill>
                  <a:srgbClr val="800000"/>
                </a:solidFill>
                <a:latin typeface="Courier New" pitchFamily="49" charset="0"/>
              </a:rPr>
              <a:t>&lt;</a:t>
            </a:r>
            <a:r>
              <a:rPr lang="en-US" sz="1800">
                <a:solidFill>
                  <a:srgbClr val="40015A"/>
                </a:solidFill>
                <a:latin typeface="Courier New" pitchFamily="49" charset="0"/>
              </a:rPr>
              <a:t>stack</a:t>
            </a:r>
            <a:r>
              <a:rPr lang="en-US" sz="1800">
                <a:solidFill>
                  <a:srgbClr val="800000"/>
                </a:solidFill>
                <a:latin typeface="Courier New" pitchFamily="49" charset="0"/>
              </a:rPr>
              <a:t>&gt;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solidFill>
                  <a:srgbClr val="004A43"/>
                </a:solidFill>
                <a:latin typeface="Courier New" pitchFamily="49" charset="0"/>
              </a:rPr>
              <a:t>#include</a:t>
            </a:r>
            <a:r>
              <a:rPr lang="en-US" sz="1800">
                <a:solidFill>
                  <a:srgbClr val="800000"/>
                </a:solidFill>
                <a:latin typeface="Courier New" pitchFamily="49" charset="0"/>
              </a:rPr>
              <a:t>&lt;</a:t>
            </a:r>
            <a:r>
              <a:rPr lang="en-US" sz="1800">
                <a:solidFill>
                  <a:srgbClr val="40015A"/>
                </a:solidFill>
                <a:latin typeface="Courier New" pitchFamily="49" charset="0"/>
              </a:rPr>
              <a:t>iostream</a:t>
            </a:r>
            <a:r>
              <a:rPr lang="en-US" sz="1800">
                <a:solidFill>
                  <a:srgbClr val="800000"/>
                </a:solidFill>
                <a:latin typeface="Courier New" pitchFamily="49" charset="0"/>
              </a:rPr>
              <a:t>&gt;</a:t>
            </a:r>
            <a:endParaRPr lang="en-US" sz="1800">
              <a:latin typeface="Courier New" pitchFamily="49" charset="0"/>
            </a:endParaRPr>
          </a:p>
          <a:p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using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namespace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666616"/>
                </a:solidFill>
                <a:latin typeface="Courier New" pitchFamily="49" charset="0"/>
              </a:rPr>
              <a:t>std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void</a:t>
            </a:r>
            <a:r>
              <a:rPr lang="en-US" sz="1800" b="1">
                <a:latin typeface="Courier New" pitchFamily="49" charset="0"/>
              </a:rPr>
              <a:t> sampleStack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{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  </a:t>
            </a:r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stack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&lt;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&gt;</a:t>
            </a:r>
            <a:r>
              <a:rPr lang="en-US" sz="1800" b="1">
                <a:latin typeface="Courier New" pitchFamily="49" charset="0"/>
              </a:rPr>
              <a:t> s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  s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 b="1">
                <a:latin typeface="Courier New" pitchFamily="49" charset="0"/>
              </a:rPr>
              <a:t>push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solidFill>
                  <a:srgbClr val="008C00"/>
                </a:solidFill>
                <a:latin typeface="Courier New" pitchFamily="49" charset="0"/>
              </a:rPr>
              <a:t>3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>
                <a:latin typeface="Courier New" pitchFamily="49" charset="0"/>
              </a:rPr>
              <a:t>     </a:t>
            </a:r>
          </a:p>
          <a:p>
            <a:r>
              <a:rPr lang="en-US" sz="1800">
                <a:latin typeface="Courier New" pitchFamily="49" charset="0"/>
              </a:rPr>
              <a:t>    s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 b="1">
                <a:latin typeface="Courier New" pitchFamily="49" charset="0"/>
              </a:rPr>
              <a:t>push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solidFill>
                  <a:srgbClr val="008C00"/>
                </a:solidFill>
                <a:latin typeface="Courier New" pitchFamily="49" charset="0"/>
              </a:rPr>
              <a:t>4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>
                <a:latin typeface="Courier New" pitchFamily="49" charset="0"/>
              </a:rPr>
              <a:t>     </a:t>
            </a:r>
          </a:p>
          <a:p>
            <a:r>
              <a:rPr lang="en-US" sz="1800">
                <a:latin typeface="Courier New" pitchFamily="49" charset="0"/>
              </a:rPr>
              <a:t>    s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 b="1">
                <a:latin typeface="Courier New" pitchFamily="49" charset="0"/>
              </a:rPr>
              <a:t>push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solidFill>
                  <a:srgbClr val="008C00"/>
                </a:solidFill>
                <a:latin typeface="Courier New" pitchFamily="49" charset="0"/>
              </a:rPr>
              <a:t>1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>
                <a:latin typeface="Courier New" pitchFamily="49" charset="0"/>
              </a:rPr>
              <a:t>     </a:t>
            </a:r>
          </a:p>
          <a:p>
            <a:r>
              <a:rPr lang="en-US" sz="1800">
                <a:latin typeface="Courier New" pitchFamily="49" charset="0"/>
              </a:rPr>
              <a:t>    s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 b="1">
                <a:latin typeface="Courier New" pitchFamily="49" charset="0"/>
              </a:rPr>
              <a:t>push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solidFill>
                  <a:srgbClr val="008C00"/>
                </a:solidFill>
                <a:latin typeface="Courier New" pitchFamily="49" charset="0"/>
              </a:rPr>
              <a:t>2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  </a:t>
            </a:r>
          </a:p>
          <a:p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     while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(!</a:t>
            </a:r>
            <a:r>
              <a:rPr lang="en-US" sz="1800" b="1">
                <a:latin typeface="Courier New" pitchFamily="49" charset="0"/>
              </a:rPr>
              <a:t>s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 b="1">
                <a:latin typeface="Courier New" pitchFamily="49" charset="0"/>
              </a:rPr>
              <a:t>empty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())</a:t>
            </a:r>
            <a:r>
              <a:rPr lang="en-US" sz="1800" b="1">
                <a:latin typeface="Courier New" pitchFamily="49" charset="0"/>
              </a:rPr>
              <a:t>     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{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      </a:t>
            </a:r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en-US" sz="1800">
                <a:latin typeface="Courier New" pitchFamily="49" charset="0"/>
              </a:rPr>
              <a:t> 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800">
                <a:latin typeface="Courier New" pitchFamily="49" charset="0"/>
              </a:rPr>
              <a:t> s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 b="1">
                <a:latin typeface="Courier New" pitchFamily="49" charset="0"/>
              </a:rPr>
              <a:t>top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800">
                <a:latin typeface="Courier New" pitchFamily="49" charset="0"/>
              </a:rPr>
              <a:t> 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800">
                <a:latin typeface="Courier New" pitchFamily="49" charset="0"/>
              </a:rPr>
              <a:t> </a:t>
            </a:r>
            <a:r>
              <a:rPr lang="en-US" sz="1800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 sz="1800">
                <a:solidFill>
                  <a:srgbClr val="0000E6"/>
                </a:solidFill>
                <a:latin typeface="Courier New" pitchFamily="49" charset="0"/>
              </a:rPr>
              <a:t> </a:t>
            </a:r>
            <a:r>
              <a:rPr lang="en-US" sz="1800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      s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 b="1">
                <a:latin typeface="Courier New" pitchFamily="49" charset="0"/>
              </a:rPr>
              <a:t>pop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>
                <a:latin typeface="Courier New" pitchFamily="49" charset="0"/>
              </a:rPr>
              <a:t>    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}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}</a:t>
            </a:r>
            <a:endParaRPr lang="en-US" sz="1800">
              <a:latin typeface="Courier New" pitchFamily="49" charset="0"/>
            </a:endParaRPr>
          </a:p>
          <a:p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400000"/>
                </a:solidFill>
                <a:latin typeface="Courier New" pitchFamily="49" charset="0"/>
              </a:rPr>
              <a:t>main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{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sampleStack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 // 2, 1, 4, 3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}</a:t>
            </a:r>
            <a:endParaRPr lang="en-US" sz="1800">
              <a:latin typeface="Courier New" pitchFamily="49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Google Shape;524;p52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5A47C866-C4C9-4172-98E2-E1A1C8CC7A7B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33</a:t>
            </a:fld>
            <a:endParaRPr lang="en-US" sz="1800"/>
          </a:p>
        </p:txBody>
      </p:sp>
      <p:sp>
        <p:nvSpPr>
          <p:cNvPr id="34821" name="Google Shape;527;p52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34822" name="Google Shape;528;p52"/>
          <p:cNvSpPr txBox="1">
            <a:spLocks noChangeArrowheads="1"/>
          </p:cNvSpPr>
          <p:nvPr/>
        </p:nvSpPr>
        <p:spPr bwMode="auto">
          <a:xfrm>
            <a:off x="188913" y="1271588"/>
            <a:ext cx="9239250" cy="12128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>
                <a:solidFill>
                  <a:srgbClr val="0000FF"/>
                </a:solidFill>
              </a:rPr>
              <a:t>Adaptor de container							</a:t>
            </a:r>
          </a:p>
          <a:p>
            <a:endParaRPr lang="en-US" sz="2000" b="1"/>
          </a:p>
          <a:p>
            <a:r>
              <a:rPr lang="en-US" sz="2000" b="1"/>
              <a:t>Exemplu stiva</a:t>
            </a:r>
          </a:p>
          <a:p>
            <a:endParaRPr lang="en-US" sz="2000" b="1"/>
          </a:p>
        </p:txBody>
      </p:sp>
      <p:grpSp>
        <p:nvGrpSpPr>
          <p:cNvPr id="34823" name="Group 9"/>
          <p:cNvGrpSpPr>
            <a:grpSpLocks/>
          </p:cNvGrpSpPr>
          <p:nvPr/>
        </p:nvGrpSpPr>
        <p:grpSpPr bwMode="auto">
          <a:xfrm>
            <a:off x="2449513" y="1722438"/>
            <a:ext cx="7162800" cy="5908675"/>
            <a:chOff x="2449512" y="1722437"/>
            <a:chExt cx="6172200" cy="5909310"/>
          </a:xfrm>
        </p:grpSpPr>
        <p:sp>
          <p:nvSpPr>
            <p:cNvPr id="34824" name="Rectangle 6"/>
            <p:cNvSpPr>
              <a:spLocks noChangeArrowheads="1"/>
            </p:cNvSpPr>
            <p:nvPr/>
          </p:nvSpPr>
          <p:spPr bwMode="auto">
            <a:xfrm>
              <a:off x="2520950" y="1722437"/>
              <a:ext cx="6100762" cy="5909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800">
                  <a:solidFill>
                    <a:srgbClr val="004A43"/>
                  </a:solidFill>
                  <a:latin typeface="Courier New" pitchFamily="49" charset="0"/>
                </a:rPr>
                <a:t>#include 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&lt;</a:t>
              </a:r>
              <a:r>
                <a:rPr lang="en-US" sz="1800">
                  <a:solidFill>
                    <a:srgbClr val="40015A"/>
                  </a:solidFill>
                  <a:latin typeface="Courier New" pitchFamily="49" charset="0"/>
                </a:rPr>
                <a:t>stack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&gt;</a:t>
              </a:r>
            </a:p>
            <a:p>
              <a:r>
                <a:rPr lang="en-US" sz="1800">
                  <a:solidFill>
                    <a:srgbClr val="004A43"/>
                  </a:solidFill>
                  <a:latin typeface="Courier New" pitchFamily="49" charset="0"/>
                </a:rPr>
                <a:t>#include 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&lt;</a:t>
              </a:r>
              <a:r>
                <a:rPr lang="en-US" sz="1800">
                  <a:solidFill>
                    <a:srgbClr val="40015A"/>
                  </a:solidFill>
                  <a:latin typeface="Courier New" pitchFamily="49" charset="0"/>
                </a:rPr>
                <a:t>vector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&gt;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solidFill>
                    <a:srgbClr val="004A43"/>
                  </a:solidFill>
                  <a:latin typeface="Courier New" pitchFamily="49" charset="0"/>
                </a:rPr>
                <a:t>#include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&lt;</a:t>
              </a:r>
              <a:r>
                <a:rPr lang="en-US" sz="1800">
                  <a:solidFill>
                    <a:srgbClr val="40015A"/>
                  </a:solidFill>
                  <a:latin typeface="Courier New" pitchFamily="49" charset="0"/>
                </a:rPr>
                <a:t>iostream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&gt;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using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namespace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666616"/>
                  </a:solidFill>
                  <a:latin typeface="Courier New" pitchFamily="49" charset="0"/>
                </a:rPr>
                <a:t>std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void</a:t>
              </a:r>
              <a:r>
                <a:rPr lang="en-US" sz="1800" b="1">
                  <a:latin typeface="Courier New" pitchFamily="49" charset="0"/>
                </a:rPr>
                <a:t> sampleStack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{</a:t>
              </a:r>
              <a:endParaRPr lang="en-US" sz="1800" b="1">
                <a:latin typeface="Courier New" pitchFamily="49" charset="0"/>
              </a:endParaRPr>
            </a:p>
            <a:p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</a:t>
              </a:r>
              <a:r>
                <a:rPr lang="en-US" sz="1800">
                  <a:solidFill>
                    <a:srgbClr val="603000"/>
                  </a:solidFill>
                  <a:latin typeface="Times New Roman" pitchFamily="18" charset="0"/>
                </a:rPr>
                <a:t>stack</a:t>
              </a:r>
              <a:r>
                <a:rPr lang="en-US" sz="1800">
                  <a:solidFill>
                    <a:srgbClr val="808030"/>
                  </a:solidFill>
                  <a:latin typeface="Times New Roman" pitchFamily="18" charset="0"/>
                </a:rPr>
                <a:t>&lt;</a:t>
              </a:r>
              <a:r>
                <a:rPr lang="en-US" sz="1800" b="1">
                  <a:solidFill>
                    <a:srgbClr val="800000"/>
                  </a:solidFill>
                  <a:latin typeface="Times New Roman" pitchFamily="18" charset="0"/>
                </a:rPr>
                <a:t>int</a:t>
              </a:r>
              <a:r>
                <a:rPr lang="en-US" sz="1800" b="1">
                  <a:solidFill>
                    <a:srgbClr val="808030"/>
                  </a:solidFill>
                  <a:latin typeface="Times New Roman" pitchFamily="18" charset="0"/>
                </a:rPr>
                <a:t>,</a:t>
              </a:r>
              <a:r>
                <a:rPr lang="en-US" sz="1800" b="1">
                  <a:solidFill>
                    <a:srgbClr val="603000"/>
                  </a:solidFill>
                  <a:latin typeface="Times New Roman" pitchFamily="18" charset="0"/>
                </a:rPr>
                <a:t>vector</a:t>
              </a:r>
              <a:r>
                <a:rPr lang="en-US" sz="1800" b="1">
                  <a:solidFill>
                    <a:srgbClr val="808030"/>
                  </a:solidFill>
                  <a:latin typeface="Times New Roman" pitchFamily="18" charset="0"/>
                </a:rPr>
                <a:t>&lt;</a:t>
              </a:r>
              <a:r>
                <a:rPr lang="en-US" sz="1800" b="1">
                  <a:solidFill>
                    <a:srgbClr val="800000"/>
                  </a:solidFill>
                  <a:latin typeface="Times New Roman" pitchFamily="18" charset="0"/>
                </a:rPr>
                <a:t>int</a:t>
              </a:r>
              <a:r>
                <a:rPr lang="en-US" sz="1800" b="1">
                  <a:solidFill>
                    <a:srgbClr val="808030"/>
                  </a:solidFill>
                  <a:latin typeface="Times New Roman" pitchFamily="18" charset="0"/>
                </a:rPr>
                <a:t>&gt;&gt;</a:t>
              </a:r>
              <a:r>
                <a:rPr lang="en-US" sz="1800" b="1">
                  <a:latin typeface="Times New Roman" pitchFamily="18" charset="0"/>
                </a:rPr>
                <a:t> s</a:t>
              </a:r>
              <a:r>
                <a:rPr lang="en-US" sz="1800" b="1">
                  <a:solidFill>
                    <a:srgbClr val="800080"/>
                  </a:solidFill>
                  <a:latin typeface="Times New Roman" pitchFamily="18" charset="0"/>
                </a:rPr>
                <a:t>;</a:t>
              </a:r>
              <a:r>
                <a:rPr lang="en-US" sz="1800" b="1">
                  <a:latin typeface="Times New Roman" pitchFamily="18" charset="0"/>
                </a:rPr>
                <a:t>  </a:t>
              </a:r>
              <a:r>
                <a:rPr lang="en-US" sz="1800" b="1">
                  <a:solidFill>
                    <a:srgbClr val="696969"/>
                  </a:solidFill>
                  <a:latin typeface="Times New Roman" pitchFamily="18" charset="0"/>
                </a:rPr>
                <a:t>// primul parametru = tipul elementelor, al doilea parametru, stilul de stocare</a:t>
              </a:r>
              <a:endParaRPr lang="en-US" sz="1800"/>
            </a:p>
            <a:p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s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 b="1">
                  <a:latin typeface="Courier New" pitchFamily="49" charset="0"/>
                </a:rPr>
                <a:t>push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>
                  <a:solidFill>
                    <a:srgbClr val="008C00"/>
                  </a:solidFill>
                  <a:latin typeface="Courier New" pitchFamily="49" charset="0"/>
                </a:rPr>
                <a:t>3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)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>
                  <a:latin typeface="Courier New" pitchFamily="49" charset="0"/>
                </a:rPr>
                <a:t>     </a:t>
              </a:r>
            </a:p>
            <a:p>
              <a:r>
                <a:rPr lang="en-US" sz="1800">
                  <a:latin typeface="Courier New" pitchFamily="49" charset="0"/>
                </a:rPr>
                <a:t>    s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 b="1">
                  <a:latin typeface="Courier New" pitchFamily="49" charset="0"/>
                </a:rPr>
                <a:t>push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>
                  <a:solidFill>
                    <a:srgbClr val="008C00"/>
                  </a:solidFill>
                  <a:latin typeface="Courier New" pitchFamily="49" charset="0"/>
                </a:rPr>
                <a:t>4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)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>
                  <a:latin typeface="Courier New" pitchFamily="49" charset="0"/>
                </a:rPr>
                <a:t>     </a:t>
              </a:r>
            </a:p>
            <a:p>
              <a:r>
                <a:rPr lang="en-US" sz="1800">
                  <a:latin typeface="Courier New" pitchFamily="49" charset="0"/>
                </a:rPr>
                <a:t>    s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 b="1">
                  <a:latin typeface="Courier New" pitchFamily="49" charset="0"/>
                </a:rPr>
                <a:t>push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>
                  <a:solidFill>
                    <a:srgbClr val="008C00"/>
                  </a:solidFill>
                  <a:latin typeface="Courier New" pitchFamily="49" charset="0"/>
                </a:rPr>
                <a:t>1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)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>
                  <a:latin typeface="Courier New" pitchFamily="49" charset="0"/>
                </a:rPr>
                <a:t>     </a:t>
              </a:r>
            </a:p>
            <a:p>
              <a:r>
                <a:rPr lang="en-US" sz="1800">
                  <a:latin typeface="Courier New" pitchFamily="49" charset="0"/>
                </a:rPr>
                <a:t>    s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 b="1">
                  <a:latin typeface="Courier New" pitchFamily="49" charset="0"/>
                </a:rPr>
                <a:t>push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>
                  <a:solidFill>
                    <a:srgbClr val="008C00"/>
                  </a:solidFill>
                  <a:latin typeface="Courier New" pitchFamily="49" charset="0"/>
                </a:rPr>
                <a:t>2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)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</a:t>
              </a:r>
            </a:p>
            <a:p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     while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(!</a:t>
              </a:r>
              <a:r>
                <a:rPr lang="en-US" sz="1800" b="1">
                  <a:latin typeface="Courier New" pitchFamily="49" charset="0"/>
                </a:rPr>
                <a:t>s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 b="1">
                  <a:latin typeface="Courier New" pitchFamily="49" charset="0"/>
                </a:rPr>
                <a:t>empty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())</a:t>
              </a:r>
              <a:r>
                <a:rPr lang="en-US" sz="1800" b="1">
                  <a:latin typeface="Courier New" pitchFamily="49" charset="0"/>
                </a:rPr>
                <a:t>     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{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    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cout</a:t>
              </a:r>
              <a:r>
                <a:rPr lang="en-US" sz="1800">
                  <a:latin typeface="Courier New" pitchFamily="49" charset="0"/>
                </a:rPr>
                <a:t> 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>
                  <a:latin typeface="Courier New" pitchFamily="49" charset="0"/>
                </a:rPr>
                <a:t> s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 b="1">
                  <a:latin typeface="Courier New" pitchFamily="49" charset="0"/>
                </a:rPr>
                <a:t>top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r>
                <a:rPr lang="en-US" sz="1800">
                  <a:latin typeface="Courier New" pitchFamily="49" charset="0"/>
                </a:rPr>
                <a:t> 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>
                  <a:latin typeface="Courier New" pitchFamily="49" charset="0"/>
                </a:rPr>
                <a:t> 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>
                  <a:solidFill>
                    <a:srgbClr val="0000E6"/>
                  </a:solidFill>
                  <a:latin typeface="Courier New" pitchFamily="49" charset="0"/>
                </a:rPr>
                <a:t> 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    s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 b="1">
                  <a:latin typeface="Courier New" pitchFamily="49" charset="0"/>
                </a:rPr>
                <a:t>pop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>
                  <a:latin typeface="Courier New" pitchFamily="49" charset="0"/>
                </a:rPr>
                <a:t>    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}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}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400000"/>
                  </a:solidFill>
                  <a:latin typeface="Courier New" pitchFamily="49" charset="0"/>
                </a:rPr>
                <a:t>main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{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sampleStack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 // 2, 1, 4, 3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}</a:t>
              </a:r>
              <a:endParaRPr lang="en-US" sz="1800">
                <a:latin typeface="Courier New" pitchFamily="49" charset="0"/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449512" y="3322809"/>
              <a:ext cx="6020357" cy="685874"/>
            </a:xfrm>
            <a:prstGeom prst="roundRect">
              <a:avLst/>
            </a:prstGeom>
            <a:solidFill>
              <a:srgbClr val="FFC000">
                <a:alpha val="2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Google Shape;536;p53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5BF3218A-B8E7-45B0-8E03-8149916F335D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34</a:t>
            </a:fld>
            <a:endParaRPr lang="en-US" sz="1800"/>
          </a:p>
        </p:txBody>
      </p:sp>
      <p:sp>
        <p:nvSpPr>
          <p:cNvPr id="35845" name="Google Shape;539;p53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35846" name="Google Shape;540;p53"/>
          <p:cNvSpPr txBox="1">
            <a:spLocks noChangeArrowheads="1"/>
          </p:cNvSpPr>
          <p:nvPr/>
        </p:nvSpPr>
        <p:spPr bwMode="auto">
          <a:xfrm>
            <a:off x="188913" y="1271588"/>
            <a:ext cx="9239250" cy="12128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>
                <a:solidFill>
                  <a:srgbClr val="0000FF"/>
                </a:solidFill>
              </a:rPr>
              <a:t>Adaptor de container							</a:t>
            </a:r>
          </a:p>
          <a:p>
            <a:endParaRPr lang="en-US" sz="2000" b="1"/>
          </a:p>
          <a:p>
            <a:r>
              <a:rPr lang="en-US" sz="2000" b="1"/>
              <a:t>Exemplu stiva - influenta celui de-al doilea parametru (eventual)</a:t>
            </a:r>
          </a:p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endParaRPr lang="en-US" sz="2000" b="1"/>
          </a:p>
        </p:txBody>
      </p:sp>
      <p:grpSp>
        <p:nvGrpSpPr>
          <p:cNvPr id="35847" name="Group 8"/>
          <p:cNvGrpSpPr>
            <a:grpSpLocks/>
          </p:cNvGrpSpPr>
          <p:nvPr/>
        </p:nvGrpSpPr>
        <p:grpSpPr bwMode="auto">
          <a:xfrm>
            <a:off x="315913" y="2408238"/>
            <a:ext cx="9220200" cy="4246562"/>
            <a:chOff x="315912" y="2408237"/>
            <a:chExt cx="9220200" cy="4247317"/>
          </a:xfrm>
        </p:grpSpPr>
        <p:sp>
          <p:nvSpPr>
            <p:cNvPr id="35848" name="Rectangle 6"/>
            <p:cNvSpPr>
              <a:spLocks noChangeArrowheads="1"/>
            </p:cNvSpPr>
            <p:nvPr/>
          </p:nvSpPr>
          <p:spPr bwMode="auto">
            <a:xfrm>
              <a:off x="315912" y="2408237"/>
              <a:ext cx="9220200" cy="4247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class</a:t>
              </a:r>
              <a:r>
                <a:rPr lang="en-US" sz="1800" b="1">
                  <a:latin typeface="Courier New" pitchFamily="49" charset="0"/>
                </a:rPr>
                <a:t> Test 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{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en-US" sz="1800" b="1">
                  <a:latin typeface="Courier New" pitchFamily="49" charset="0"/>
                </a:rPr>
                <a:t> i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public</a:t>
              </a:r>
              <a:r>
                <a:rPr lang="en-US" sz="1800" b="1">
                  <a:solidFill>
                    <a:srgbClr val="E34ADC"/>
                  </a:solidFill>
                  <a:latin typeface="Courier New" pitchFamily="49" charset="0"/>
                </a:rPr>
                <a:t>: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Test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en-US" sz="1800" b="1">
                  <a:latin typeface="Courier New" pitchFamily="49" charset="0"/>
                </a:rPr>
                <a:t> x 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=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008C00"/>
                  </a:solidFill>
                  <a:latin typeface="Courier New" pitchFamily="49" charset="0"/>
                </a:rPr>
                <a:t>0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)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:</a:t>
              </a:r>
              <a:r>
                <a:rPr lang="en-US" sz="1800" b="1">
                  <a:latin typeface="Courier New" pitchFamily="49" charset="0"/>
                </a:rPr>
                <a:t>i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 b="1">
                  <a:latin typeface="Courier New" pitchFamily="49" charset="0"/>
                </a:rPr>
                <a:t>x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)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{</a:t>
              </a:r>
              <a:r>
                <a:rPr lang="en-US" sz="1800" b="1">
                  <a:solidFill>
                    <a:srgbClr val="603000"/>
                  </a:solidFill>
                  <a:latin typeface="Courier New" pitchFamily="49" charset="0"/>
                </a:rPr>
                <a:t>cout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 b="1">
                  <a:solidFill>
                    <a:srgbClr val="0000E6"/>
                  </a:solidFill>
                  <a:latin typeface="Courier New" pitchFamily="49" charset="0"/>
                </a:rPr>
                <a:t>C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;};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Test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const</a:t>
              </a:r>
              <a:r>
                <a:rPr lang="en-US" sz="1800" b="1">
                  <a:latin typeface="Courier New" pitchFamily="49" charset="0"/>
                </a:rPr>
                <a:t> Test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&amp;</a:t>
              </a:r>
              <a:r>
                <a:rPr lang="en-US" sz="1800" b="1">
                  <a:latin typeface="Courier New" pitchFamily="49" charset="0"/>
                </a:rPr>
                <a:t> x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)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{</a:t>
              </a:r>
              <a:r>
                <a:rPr lang="en-US" sz="1800" b="1">
                  <a:latin typeface="Courier New" pitchFamily="49" charset="0"/>
                </a:rPr>
                <a:t>i 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=</a:t>
              </a:r>
              <a:r>
                <a:rPr lang="en-US" sz="1800" b="1">
                  <a:latin typeface="Courier New" pitchFamily="49" charset="0"/>
                </a:rPr>
                <a:t> x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 b="1">
                  <a:latin typeface="Courier New" pitchFamily="49" charset="0"/>
                </a:rPr>
                <a:t>i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603000"/>
                  </a:solidFill>
                  <a:latin typeface="Courier New" pitchFamily="49" charset="0"/>
                </a:rPr>
                <a:t>cout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 b="1">
                  <a:solidFill>
                    <a:srgbClr val="0000E6"/>
                  </a:solidFill>
                  <a:latin typeface="Courier New" pitchFamily="49" charset="0"/>
                </a:rPr>
                <a:t>CC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;}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~</a:t>
              </a:r>
              <a:r>
                <a:rPr lang="en-US" sz="1800">
                  <a:latin typeface="Courier New" pitchFamily="49" charset="0"/>
                </a:rPr>
                <a:t>Test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{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cout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>
                  <a:solidFill>
                    <a:srgbClr val="0000E6"/>
                  </a:solidFill>
                  <a:latin typeface="Courier New" pitchFamily="49" charset="0"/>
                </a:rPr>
                <a:t>D 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;}};</a:t>
              </a:r>
              <a:endParaRPr lang="en-US" sz="1800">
                <a:latin typeface="Courier New" pitchFamily="49" charset="0"/>
              </a:endParaRPr>
            </a:p>
            <a:p>
              <a:endParaRPr lang="en-US" sz="1800">
                <a:latin typeface="Courier New" pitchFamily="49" charset="0"/>
              </a:endParaRPr>
            </a:p>
            <a:p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400000"/>
                  </a:solidFill>
                  <a:latin typeface="Courier New" pitchFamily="49" charset="0"/>
                </a:rPr>
                <a:t>main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{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stack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&lt;</a:t>
              </a:r>
              <a:r>
                <a:rPr lang="en-US" sz="1800">
                  <a:latin typeface="Courier New" pitchFamily="49" charset="0"/>
                </a:rPr>
                <a:t>Test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&gt;</a:t>
              </a:r>
              <a:r>
                <a:rPr lang="en-US" sz="1800">
                  <a:latin typeface="Courier New" pitchFamily="49" charset="0"/>
                </a:rPr>
                <a:t> s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s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>
                  <a:latin typeface="Courier New" pitchFamily="49" charset="0"/>
                </a:rPr>
                <a:t>push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>
                  <a:solidFill>
                    <a:srgbClr val="008C00"/>
                  </a:solidFill>
                  <a:latin typeface="Courier New" pitchFamily="49" charset="0"/>
                </a:rPr>
                <a:t>1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)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>
                  <a:latin typeface="Courier New" pitchFamily="49" charset="0"/>
                </a:rPr>
                <a:t> </a:t>
              </a:r>
              <a:r>
                <a:rPr lang="en-US" sz="1800">
                  <a:solidFill>
                    <a:srgbClr val="696969"/>
                  </a:solidFill>
                  <a:latin typeface="Courier New" pitchFamily="49" charset="0"/>
                </a:rPr>
                <a:t>// C CC D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cout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endl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s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>
                  <a:latin typeface="Courier New" pitchFamily="49" charset="0"/>
                </a:rPr>
                <a:t>push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>
                  <a:solidFill>
                    <a:srgbClr val="008C00"/>
                  </a:solidFill>
                  <a:latin typeface="Courier New" pitchFamily="49" charset="0"/>
                </a:rPr>
                <a:t>3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)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>
                  <a:latin typeface="Courier New" pitchFamily="49" charset="0"/>
                </a:rPr>
                <a:t> </a:t>
              </a:r>
              <a:r>
                <a:rPr lang="en-US" sz="1800">
                  <a:solidFill>
                    <a:srgbClr val="696969"/>
                  </a:solidFill>
                  <a:latin typeface="Courier New" pitchFamily="49" charset="0"/>
                </a:rPr>
                <a:t>// C CC D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cout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endl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s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>
                  <a:latin typeface="Courier New" pitchFamily="49" charset="0"/>
                </a:rPr>
                <a:t>push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>
                  <a:solidFill>
                    <a:srgbClr val="008C00"/>
                  </a:solidFill>
                  <a:latin typeface="Courier New" pitchFamily="49" charset="0"/>
                </a:rPr>
                <a:t>5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)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>
                  <a:latin typeface="Courier New" pitchFamily="49" charset="0"/>
                </a:rPr>
                <a:t> </a:t>
              </a:r>
              <a:r>
                <a:rPr lang="en-US" sz="1800">
                  <a:solidFill>
                    <a:srgbClr val="696969"/>
                  </a:solidFill>
                  <a:latin typeface="Courier New" pitchFamily="49" charset="0"/>
                </a:rPr>
                <a:t>// C CC D urmat de D D D (distrugerea listei)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}</a:t>
              </a:r>
              <a:endParaRPr lang="en-US" sz="1800">
                <a:latin typeface="Courier New" pitchFamily="49" charset="0"/>
              </a:endParaRP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773112" y="4618430"/>
              <a:ext cx="2209800" cy="381068"/>
            </a:xfrm>
            <a:prstGeom prst="roundRect">
              <a:avLst/>
            </a:prstGeom>
            <a:solidFill>
              <a:srgbClr val="FFC000">
                <a:alpha val="2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Google Shape;536;p53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89706A77-A361-434E-8EB0-DA1FF9065D0B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35</a:t>
            </a:fld>
            <a:endParaRPr lang="en-US" sz="1800"/>
          </a:p>
        </p:txBody>
      </p:sp>
      <p:sp>
        <p:nvSpPr>
          <p:cNvPr id="36869" name="Google Shape;539;p53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36870" name="Google Shape;540;p53"/>
          <p:cNvSpPr txBox="1">
            <a:spLocks noChangeArrowheads="1"/>
          </p:cNvSpPr>
          <p:nvPr/>
        </p:nvSpPr>
        <p:spPr bwMode="auto">
          <a:xfrm>
            <a:off x="188913" y="1271588"/>
            <a:ext cx="9239250" cy="12128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>
                <a:solidFill>
                  <a:srgbClr val="0000FF"/>
                </a:solidFill>
              </a:rPr>
              <a:t>Adaptor de container							</a:t>
            </a:r>
          </a:p>
          <a:p>
            <a:endParaRPr lang="en-US" sz="2000" b="1"/>
          </a:p>
          <a:p>
            <a:r>
              <a:rPr lang="en-US" sz="2000" b="1"/>
              <a:t>Exemplu stiva - influenta celui de-al doilea parametru (eventual)</a:t>
            </a:r>
          </a:p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endParaRPr lang="en-US" sz="2000" b="1"/>
          </a:p>
        </p:txBody>
      </p:sp>
      <p:grpSp>
        <p:nvGrpSpPr>
          <p:cNvPr id="36871" name="Group 8"/>
          <p:cNvGrpSpPr>
            <a:grpSpLocks/>
          </p:cNvGrpSpPr>
          <p:nvPr/>
        </p:nvGrpSpPr>
        <p:grpSpPr bwMode="auto">
          <a:xfrm>
            <a:off x="315913" y="2408238"/>
            <a:ext cx="9525000" cy="4246562"/>
            <a:chOff x="315912" y="2408237"/>
            <a:chExt cx="9525000" cy="4247317"/>
          </a:xfrm>
        </p:grpSpPr>
        <p:sp>
          <p:nvSpPr>
            <p:cNvPr id="36872" name="Rectangle 6"/>
            <p:cNvSpPr>
              <a:spLocks noChangeArrowheads="1"/>
            </p:cNvSpPr>
            <p:nvPr/>
          </p:nvSpPr>
          <p:spPr bwMode="auto">
            <a:xfrm>
              <a:off x="315912" y="2408237"/>
              <a:ext cx="9525000" cy="4247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class</a:t>
              </a:r>
              <a:r>
                <a:rPr lang="en-US" sz="1800" b="1">
                  <a:latin typeface="Courier New" pitchFamily="49" charset="0"/>
                </a:rPr>
                <a:t> Test 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{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en-US" sz="1800" b="1">
                  <a:latin typeface="Courier New" pitchFamily="49" charset="0"/>
                </a:rPr>
                <a:t> i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public</a:t>
              </a:r>
              <a:r>
                <a:rPr lang="en-US" sz="1800" b="1">
                  <a:solidFill>
                    <a:srgbClr val="E34ADC"/>
                  </a:solidFill>
                  <a:latin typeface="Courier New" pitchFamily="49" charset="0"/>
                </a:rPr>
                <a:t>: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Test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en-US" sz="1800" b="1">
                  <a:latin typeface="Courier New" pitchFamily="49" charset="0"/>
                </a:rPr>
                <a:t> x 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=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008C00"/>
                  </a:solidFill>
                  <a:latin typeface="Courier New" pitchFamily="49" charset="0"/>
                </a:rPr>
                <a:t>0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)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:</a:t>
              </a:r>
              <a:r>
                <a:rPr lang="en-US" sz="1800" b="1">
                  <a:latin typeface="Courier New" pitchFamily="49" charset="0"/>
                </a:rPr>
                <a:t>i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 b="1">
                  <a:latin typeface="Courier New" pitchFamily="49" charset="0"/>
                </a:rPr>
                <a:t>x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)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{</a:t>
              </a:r>
              <a:r>
                <a:rPr lang="en-US" sz="1800" b="1">
                  <a:solidFill>
                    <a:srgbClr val="603000"/>
                  </a:solidFill>
                  <a:latin typeface="Courier New" pitchFamily="49" charset="0"/>
                </a:rPr>
                <a:t>cout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 b="1">
                  <a:solidFill>
                    <a:srgbClr val="0000E6"/>
                  </a:solidFill>
                  <a:latin typeface="Courier New" pitchFamily="49" charset="0"/>
                </a:rPr>
                <a:t>C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;};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Test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const</a:t>
              </a:r>
              <a:r>
                <a:rPr lang="en-US" sz="1800" b="1">
                  <a:latin typeface="Courier New" pitchFamily="49" charset="0"/>
                </a:rPr>
                <a:t> Test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&amp;</a:t>
              </a:r>
              <a:r>
                <a:rPr lang="en-US" sz="1800" b="1">
                  <a:latin typeface="Courier New" pitchFamily="49" charset="0"/>
                </a:rPr>
                <a:t> x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)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{</a:t>
              </a:r>
              <a:r>
                <a:rPr lang="en-US" sz="1800" b="1">
                  <a:latin typeface="Courier New" pitchFamily="49" charset="0"/>
                </a:rPr>
                <a:t>i 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=</a:t>
              </a:r>
              <a:r>
                <a:rPr lang="en-US" sz="1800" b="1">
                  <a:latin typeface="Courier New" pitchFamily="49" charset="0"/>
                </a:rPr>
                <a:t> x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 b="1">
                  <a:latin typeface="Courier New" pitchFamily="49" charset="0"/>
                </a:rPr>
                <a:t>i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603000"/>
                  </a:solidFill>
                  <a:latin typeface="Courier New" pitchFamily="49" charset="0"/>
                </a:rPr>
                <a:t>cout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 b="1">
                  <a:solidFill>
                    <a:srgbClr val="0000E6"/>
                  </a:solidFill>
                  <a:latin typeface="Courier New" pitchFamily="49" charset="0"/>
                </a:rPr>
                <a:t>CC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;}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~</a:t>
              </a:r>
              <a:r>
                <a:rPr lang="en-US" sz="1800">
                  <a:latin typeface="Courier New" pitchFamily="49" charset="0"/>
                </a:rPr>
                <a:t>Test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{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cout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>
                  <a:solidFill>
                    <a:srgbClr val="0000E6"/>
                  </a:solidFill>
                  <a:latin typeface="Courier New" pitchFamily="49" charset="0"/>
                </a:rPr>
                <a:t>D 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;}};</a:t>
              </a:r>
              <a:endParaRPr lang="en-US" sz="1800">
                <a:latin typeface="Courier New" pitchFamily="49" charset="0"/>
              </a:endParaRPr>
            </a:p>
            <a:p>
              <a:endParaRPr lang="en-US" sz="1800">
                <a:latin typeface="Courier New" pitchFamily="49" charset="0"/>
              </a:endParaRPr>
            </a:p>
            <a:p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400000"/>
                  </a:solidFill>
                  <a:latin typeface="Courier New" pitchFamily="49" charset="0"/>
                </a:rPr>
                <a:t>main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{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stack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&lt;</a:t>
              </a:r>
              <a:r>
                <a:rPr lang="en-US" sz="1800">
                  <a:latin typeface="Courier New" pitchFamily="49" charset="0"/>
                </a:rPr>
                <a:t>Test, vector&lt;Test&gt; 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&gt;</a:t>
              </a:r>
              <a:r>
                <a:rPr lang="en-US" sz="1800">
                  <a:latin typeface="Courier New" pitchFamily="49" charset="0"/>
                </a:rPr>
                <a:t> s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s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>
                  <a:latin typeface="Courier New" pitchFamily="49" charset="0"/>
                </a:rPr>
                <a:t>push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>
                  <a:solidFill>
                    <a:srgbClr val="008C00"/>
                  </a:solidFill>
                  <a:latin typeface="Courier New" pitchFamily="49" charset="0"/>
                </a:rPr>
                <a:t>1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)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>
                  <a:latin typeface="Courier New" pitchFamily="49" charset="0"/>
                </a:rPr>
                <a:t> </a:t>
              </a:r>
              <a:r>
                <a:rPr lang="en-US" sz="1800">
                  <a:solidFill>
                    <a:srgbClr val="696969"/>
                  </a:solidFill>
                  <a:latin typeface="Courier New" pitchFamily="49" charset="0"/>
                </a:rPr>
                <a:t>// C CC D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cout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endl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s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>
                  <a:latin typeface="Courier New" pitchFamily="49" charset="0"/>
                </a:rPr>
                <a:t>push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>
                  <a:solidFill>
                    <a:srgbClr val="008C00"/>
                  </a:solidFill>
                  <a:latin typeface="Courier New" pitchFamily="49" charset="0"/>
                </a:rPr>
                <a:t>3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)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>
                  <a:latin typeface="Courier New" pitchFamily="49" charset="0"/>
                </a:rPr>
                <a:t> </a:t>
              </a:r>
              <a:r>
                <a:rPr lang="en-US" sz="1800">
                  <a:solidFill>
                    <a:srgbClr val="696969"/>
                  </a:solidFill>
                  <a:latin typeface="Courier New" pitchFamily="49" charset="0"/>
                </a:rPr>
                <a:t>// C CC CC D D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cout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endl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s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>
                  <a:latin typeface="Courier New" pitchFamily="49" charset="0"/>
                </a:rPr>
                <a:t>push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>
                  <a:solidFill>
                    <a:srgbClr val="008C00"/>
                  </a:solidFill>
                  <a:latin typeface="Courier New" pitchFamily="49" charset="0"/>
                </a:rPr>
                <a:t>5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)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>
                  <a:latin typeface="Courier New" pitchFamily="49" charset="0"/>
                </a:rPr>
                <a:t> </a:t>
              </a:r>
              <a:r>
                <a:rPr lang="en-US" sz="1800">
                  <a:solidFill>
                    <a:srgbClr val="696969"/>
                  </a:solidFill>
                  <a:latin typeface="Courier New" pitchFamily="49" charset="0"/>
                </a:rPr>
                <a:t>// C CC CC CC D D D urmat de D D D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}</a:t>
              </a:r>
              <a:endParaRPr lang="en-US" sz="1800">
                <a:latin typeface="Courier New" pitchFamily="49" charset="0"/>
              </a:endParaRP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773112" y="4507874"/>
              <a:ext cx="4267200" cy="381068"/>
            </a:xfrm>
            <a:prstGeom prst="roundRect">
              <a:avLst/>
            </a:prstGeom>
            <a:solidFill>
              <a:srgbClr val="FFC000">
                <a:alpha val="2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Google Shape;536;p53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F9FF9BE0-D45B-4E66-936C-179E971EE4F4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36</a:t>
            </a:fld>
            <a:endParaRPr lang="en-US" sz="1800"/>
          </a:p>
        </p:txBody>
      </p:sp>
      <p:sp>
        <p:nvSpPr>
          <p:cNvPr id="37893" name="Google Shape;539;p53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37894" name="Google Shape;540;p53"/>
          <p:cNvSpPr txBox="1">
            <a:spLocks noChangeArrowheads="1"/>
          </p:cNvSpPr>
          <p:nvPr/>
        </p:nvSpPr>
        <p:spPr bwMode="auto">
          <a:xfrm>
            <a:off x="188913" y="1271588"/>
            <a:ext cx="9239250" cy="12128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>
                <a:solidFill>
                  <a:srgbClr val="0000FF"/>
                </a:solidFill>
              </a:rPr>
              <a:t>Adaptor de container							</a:t>
            </a:r>
          </a:p>
          <a:p>
            <a:endParaRPr lang="en-US" sz="2000" b="1"/>
          </a:p>
          <a:p>
            <a:r>
              <a:rPr lang="en-US" sz="2000" b="1"/>
              <a:t>Exemplu stiva - influenta celui de-al doilea parametru (eventual)</a:t>
            </a:r>
          </a:p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endParaRPr lang="en-US" sz="2000" b="1"/>
          </a:p>
        </p:txBody>
      </p:sp>
      <p:grpSp>
        <p:nvGrpSpPr>
          <p:cNvPr id="37895" name="Group 8"/>
          <p:cNvGrpSpPr>
            <a:grpSpLocks/>
          </p:cNvGrpSpPr>
          <p:nvPr/>
        </p:nvGrpSpPr>
        <p:grpSpPr bwMode="auto">
          <a:xfrm>
            <a:off x="315913" y="2408238"/>
            <a:ext cx="9220200" cy="4246562"/>
            <a:chOff x="315912" y="2408237"/>
            <a:chExt cx="9220200" cy="4247317"/>
          </a:xfrm>
        </p:grpSpPr>
        <p:sp>
          <p:nvSpPr>
            <p:cNvPr id="37896" name="Rectangle 6"/>
            <p:cNvSpPr>
              <a:spLocks noChangeArrowheads="1"/>
            </p:cNvSpPr>
            <p:nvPr/>
          </p:nvSpPr>
          <p:spPr bwMode="auto">
            <a:xfrm>
              <a:off x="315912" y="2408237"/>
              <a:ext cx="9220200" cy="4247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class</a:t>
              </a:r>
              <a:r>
                <a:rPr lang="en-US" sz="1800" b="1">
                  <a:latin typeface="Courier New" pitchFamily="49" charset="0"/>
                </a:rPr>
                <a:t> Test 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{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en-US" sz="1800" b="1">
                  <a:latin typeface="Courier New" pitchFamily="49" charset="0"/>
                </a:rPr>
                <a:t> i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public</a:t>
              </a:r>
              <a:r>
                <a:rPr lang="en-US" sz="1800" b="1">
                  <a:solidFill>
                    <a:srgbClr val="E34ADC"/>
                  </a:solidFill>
                  <a:latin typeface="Courier New" pitchFamily="49" charset="0"/>
                </a:rPr>
                <a:t>: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Test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en-US" sz="1800" b="1">
                  <a:latin typeface="Courier New" pitchFamily="49" charset="0"/>
                </a:rPr>
                <a:t> x 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=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008C00"/>
                  </a:solidFill>
                  <a:latin typeface="Courier New" pitchFamily="49" charset="0"/>
                </a:rPr>
                <a:t>0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)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:</a:t>
              </a:r>
              <a:r>
                <a:rPr lang="en-US" sz="1800" b="1">
                  <a:latin typeface="Courier New" pitchFamily="49" charset="0"/>
                </a:rPr>
                <a:t>i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 b="1">
                  <a:latin typeface="Courier New" pitchFamily="49" charset="0"/>
                </a:rPr>
                <a:t>x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)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{</a:t>
              </a:r>
              <a:r>
                <a:rPr lang="en-US" sz="1800" b="1">
                  <a:solidFill>
                    <a:srgbClr val="603000"/>
                  </a:solidFill>
                  <a:latin typeface="Courier New" pitchFamily="49" charset="0"/>
                </a:rPr>
                <a:t>cout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 b="1">
                  <a:solidFill>
                    <a:srgbClr val="0000E6"/>
                  </a:solidFill>
                  <a:latin typeface="Courier New" pitchFamily="49" charset="0"/>
                </a:rPr>
                <a:t>C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;};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Test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const</a:t>
              </a:r>
              <a:r>
                <a:rPr lang="en-US" sz="1800" b="1">
                  <a:latin typeface="Courier New" pitchFamily="49" charset="0"/>
                </a:rPr>
                <a:t> Test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&amp;</a:t>
              </a:r>
              <a:r>
                <a:rPr lang="en-US" sz="1800" b="1">
                  <a:latin typeface="Courier New" pitchFamily="49" charset="0"/>
                </a:rPr>
                <a:t> x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)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{</a:t>
              </a:r>
              <a:r>
                <a:rPr lang="en-US" sz="1800" b="1">
                  <a:latin typeface="Courier New" pitchFamily="49" charset="0"/>
                </a:rPr>
                <a:t>i 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=</a:t>
              </a:r>
              <a:r>
                <a:rPr lang="en-US" sz="1800" b="1">
                  <a:latin typeface="Courier New" pitchFamily="49" charset="0"/>
                </a:rPr>
                <a:t> x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 b="1">
                  <a:latin typeface="Courier New" pitchFamily="49" charset="0"/>
                </a:rPr>
                <a:t>i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603000"/>
                  </a:solidFill>
                  <a:latin typeface="Courier New" pitchFamily="49" charset="0"/>
                </a:rPr>
                <a:t>cout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 b="1">
                  <a:solidFill>
                    <a:srgbClr val="0000E6"/>
                  </a:solidFill>
                  <a:latin typeface="Courier New" pitchFamily="49" charset="0"/>
                </a:rPr>
                <a:t>CC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;}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~</a:t>
              </a:r>
              <a:r>
                <a:rPr lang="en-US" sz="1800">
                  <a:latin typeface="Courier New" pitchFamily="49" charset="0"/>
                </a:rPr>
                <a:t>Test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{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cout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>
                  <a:solidFill>
                    <a:srgbClr val="0000E6"/>
                  </a:solidFill>
                  <a:latin typeface="Courier New" pitchFamily="49" charset="0"/>
                </a:rPr>
                <a:t>D 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;}};</a:t>
              </a:r>
              <a:endParaRPr lang="en-US" sz="1800">
                <a:latin typeface="Courier New" pitchFamily="49" charset="0"/>
              </a:endParaRPr>
            </a:p>
            <a:p>
              <a:endParaRPr lang="en-US" sz="1800">
                <a:latin typeface="Courier New" pitchFamily="49" charset="0"/>
              </a:endParaRPr>
            </a:p>
            <a:p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400000"/>
                  </a:solidFill>
                  <a:latin typeface="Courier New" pitchFamily="49" charset="0"/>
                </a:rPr>
                <a:t>main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{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stack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&lt;</a:t>
              </a:r>
              <a:r>
                <a:rPr lang="en-US" sz="1800">
                  <a:latin typeface="Courier New" pitchFamily="49" charset="0"/>
                </a:rPr>
                <a:t>Test, list&lt;Test&gt; 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&gt;</a:t>
              </a:r>
              <a:r>
                <a:rPr lang="en-US" sz="1800">
                  <a:latin typeface="Courier New" pitchFamily="49" charset="0"/>
                </a:rPr>
                <a:t> s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s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>
                  <a:latin typeface="Courier New" pitchFamily="49" charset="0"/>
                </a:rPr>
                <a:t>push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>
                  <a:solidFill>
                    <a:srgbClr val="008C00"/>
                  </a:solidFill>
                  <a:latin typeface="Courier New" pitchFamily="49" charset="0"/>
                </a:rPr>
                <a:t>1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)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>
                  <a:latin typeface="Courier New" pitchFamily="49" charset="0"/>
                </a:rPr>
                <a:t> </a:t>
              </a:r>
              <a:r>
                <a:rPr lang="en-US" sz="1800">
                  <a:solidFill>
                    <a:srgbClr val="696969"/>
                  </a:solidFill>
                  <a:latin typeface="Courier New" pitchFamily="49" charset="0"/>
                </a:rPr>
                <a:t>// C CC D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cout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endl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s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>
                  <a:latin typeface="Courier New" pitchFamily="49" charset="0"/>
                </a:rPr>
                <a:t>push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>
                  <a:solidFill>
                    <a:srgbClr val="008C00"/>
                  </a:solidFill>
                  <a:latin typeface="Courier New" pitchFamily="49" charset="0"/>
                </a:rPr>
                <a:t>3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)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>
                  <a:latin typeface="Courier New" pitchFamily="49" charset="0"/>
                </a:rPr>
                <a:t> </a:t>
              </a:r>
              <a:r>
                <a:rPr lang="en-US" sz="1800">
                  <a:solidFill>
                    <a:srgbClr val="696969"/>
                  </a:solidFill>
                  <a:latin typeface="Courier New" pitchFamily="49" charset="0"/>
                </a:rPr>
                <a:t>// C CC D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cout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endl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s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>
                  <a:latin typeface="Courier New" pitchFamily="49" charset="0"/>
                </a:rPr>
                <a:t>push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>
                  <a:solidFill>
                    <a:srgbClr val="008C00"/>
                  </a:solidFill>
                  <a:latin typeface="Courier New" pitchFamily="49" charset="0"/>
                </a:rPr>
                <a:t>5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)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>
                  <a:latin typeface="Courier New" pitchFamily="49" charset="0"/>
                </a:rPr>
                <a:t> </a:t>
              </a:r>
              <a:r>
                <a:rPr lang="en-US" sz="1800">
                  <a:solidFill>
                    <a:srgbClr val="696969"/>
                  </a:solidFill>
                  <a:latin typeface="Courier New" pitchFamily="49" charset="0"/>
                </a:rPr>
                <a:t>// C CC D urmat de D D D (distrugerea listei)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}</a:t>
              </a:r>
              <a:endParaRPr lang="en-US" sz="1800">
                <a:latin typeface="Courier New" pitchFamily="49" charset="0"/>
              </a:endParaRP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773112" y="4618430"/>
              <a:ext cx="3962400" cy="381068"/>
            </a:xfrm>
            <a:prstGeom prst="roundRect">
              <a:avLst/>
            </a:prstGeom>
            <a:solidFill>
              <a:srgbClr val="FFC000">
                <a:alpha val="2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Google Shape;512;p51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8C4A3F48-7C0A-4E9F-AF79-2F1E4F3711F4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37</a:t>
            </a:fld>
            <a:endParaRPr lang="en-US" sz="1800"/>
          </a:p>
        </p:txBody>
      </p:sp>
      <p:sp>
        <p:nvSpPr>
          <p:cNvPr id="38917" name="Google Shape;515;p51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38918" name="Google Shape;516;p51"/>
          <p:cNvSpPr txBox="1">
            <a:spLocks noChangeArrowheads="1"/>
          </p:cNvSpPr>
          <p:nvPr/>
        </p:nvSpPr>
        <p:spPr bwMode="auto">
          <a:xfrm>
            <a:off x="188913" y="1271588"/>
            <a:ext cx="9239250" cy="11366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>
                <a:solidFill>
                  <a:srgbClr val="0000FF"/>
                </a:solidFill>
              </a:rPr>
              <a:t>Adaptor de container							</a:t>
            </a:r>
          </a:p>
          <a:p>
            <a:endParaRPr lang="en-US" sz="2000" b="1"/>
          </a:p>
          <a:p>
            <a:r>
              <a:rPr lang="en-US" sz="2000" b="1"/>
              <a:t>Exemplu coada</a:t>
            </a:r>
          </a:p>
        </p:txBody>
      </p:sp>
      <p:sp>
        <p:nvSpPr>
          <p:cNvPr id="38919" name="Rectangle 6"/>
          <p:cNvSpPr>
            <a:spLocks noChangeArrowheads="1"/>
          </p:cNvSpPr>
          <p:nvPr/>
        </p:nvSpPr>
        <p:spPr bwMode="auto">
          <a:xfrm>
            <a:off x="2520950" y="1646238"/>
            <a:ext cx="7015163" cy="507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45720" rIns="91440" bIns="45720" anchor="t">
            <a:spAutoFit/>
          </a:bodyPr>
          <a:lstStyle/>
          <a:p>
            <a:r>
              <a:rPr lang="en-US" sz="1800" dirty="0">
                <a:solidFill>
                  <a:srgbClr val="004A43"/>
                </a:solidFill>
                <a:latin typeface="Courier New" pitchFamily="49" charset="0"/>
              </a:rPr>
              <a:t>#include </a:t>
            </a:r>
            <a:r>
              <a:rPr lang="en-US" sz="1800" dirty="0">
                <a:solidFill>
                  <a:srgbClr val="800000"/>
                </a:solidFill>
                <a:latin typeface="Courier New" pitchFamily="49" charset="0"/>
              </a:rPr>
              <a:t>&lt;</a:t>
            </a:r>
            <a:r>
              <a:rPr lang="en-US" sz="1800" dirty="0">
                <a:solidFill>
                  <a:srgbClr val="40015A"/>
                </a:solidFill>
                <a:latin typeface="Courier New" pitchFamily="49" charset="0"/>
              </a:rPr>
              <a:t>queue</a:t>
            </a:r>
            <a:r>
              <a:rPr lang="en-US" sz="1800" dirty="0">
                <a:solidFill>
                  <a:srgbClr val="800000"/>
                </a:solidFill>
                <a:latin typeface="Courier New" pitchFamily="49" charset="0"/>
              </a:rPr>
              <a:t>&gt;</a:t>
            </a:r>
            <a:endParaRPr lang="en-US" sz="1800" dirty="0">
              <a:latin typeface="Courier New" pitchFamily="49" charset="0"/>
            </a:endParaRPr>
          </a:p>
          <a:p>
            <a:r>
              <a:rPr lang="en-US" sz="1800" dirty="0">
                <a:solidFill>
                  <a:srgbClr val="004A43"/>
                </a:solidFill>
                <a:latin typeface="Courier New"/>
                <a:cs typeface="Arial"/>
              </a:rPr>
              <a:t>#include</a:t>
            </a:r>
            <a:r>
              <a:rPr lang="en-US" sz="1800" dirty="0">
                <a:solidFill>
                  <a:srgbClr val="800000"/>
                </a:solidFill>
                <a:latin typeface="Courier New"/>
                <a:cs typeface="Arial"/>
              </a:rPr>
              <a:t>&lt;</a:t>
            </a:r>
            <a:r>
              <a:rPr lang="en-US" sz="1800" dirty="0">
                <a:solidFill>
                  <a:srgbClr val="40015A"/>
                </a:solidFill>
                <a:latin typeface="Courier New"/>
                <a:cs typeface="Arial"/>
              </a:rPr>
              <a:t>iostream</a:t>
            </a:r>
            <a:r>
              <a:rPr lang="en-US" sz="1800" dirty="0">
                <a:solidFill>
                  <a:srgbClr val="800000"/>
                </a:solidFill>
                <a:latin typeface="Courier New"/>
                <a:cs typeface="Arial"/>
              </a:rPr>
              <a:t>&gt;</a:t>
            </a:r>
            <a:endParaRPr lang="en-US" sz="1800" dirty="0">
              <a:latin typeface="Courier New"/>
              <a:cs typeface="Arial"/>
            </a:endParaRPr>
          </a:p>
          <a:p>
            <a:r>
              <a:rPr lang="en-US" sz="1800" b="1" dirty="0">
                <a:solidFill>
                  <a:srgbClr val="800000"/>
                </a:solidFill>
                <a:latin typeface="Courier New"/>
                <a:cs typeface="Arial"/>
              </a:rPr>
              <a:t>using</a:t>
            </a:r>
            <a:r>
              <a:rPr lang="en-US" sz="1800" b="1" dirty="0">
                <a:latin typeface="Courier New"/>
                <a:cs typeface="Arial"/>
              </a:rPr>
              <a:t> </a:t>
            </a:r>
            <a:r>
              <a:rPr lang="en-US" sz="1800" b="1" dirty="0">
                <a:solidFill>
                  <a:srgbClr val="800000"/>
                </a:solidFill>
                <a:latin typeface="Courier New"/>
                <a:cs typeface="Arial"/>
              </a:rPr>
              <a:t>namespace</a:t>
            </a:r>
            <a:r>
              <a:rPr lang="en-US" sz="1800" b="1" dirty="0">
                <a:latin typeface="Courier New"/>
                <a:cs typeface="Arial"/>
              </a:rPr>
              <a:t> </a:t>
            </a:r>
            <a:r>
              <a:rPr lang="en-US" sz="1800" b="1" dirty="0">
                <a:solidFill>
                  <a:srgbClr val="666616"/>
                </a:solidFill>
                <a:latin typeface="Courier New"/>
                <a:cs typeface="Arial"/>
              </a:rPr>
              <a:t>std</a:t>
            </a:r>
            <a:r>
              <a:rPr lang="en-US" sz="1800" b="1" dirty="0">
                <a:solidFill>
                  <a:srgbClr val="800080"/>
                </a:solidFill>
                <a:latin typeface="Courier New"/>
                <a:cs typeface="Arial"/>
              </a:rPr>
              <a:t>;</a:t>
            </a:r>
            <a:endParaRPr lang="en-US" sz="1800" b="1" dirty="0">
              <a:latin typeface="Courier New"/>
              <a:cs typeface="Arial"/>
            </a:endParaRPr>
          </a:p>
          <a:p>
            <a:r>
              <a:rPr lang="en-US" sz="1800" b="1" dirty="0">
                <a:solidFill>
                  <a:srgbClr val="800000"/>
                </a:solidFill>
                <a:latin typeface="Courier New" pitchFamily="49" charset="0"/>
              </a:rPr>
              <a:t>void</a:t>
            </a:r>
            <a:r>
              <a:rPr lang="en-US" sz="1800" b="1" dirty="0">
                <a:latin typeface="Courier New" pitchFamily="49" charset="0"/>
              </a:rPr>
              <a:t> </a:t>
            </a:r>
            <a:r>
              <a:rPr lang="en-US" sz="1800" b="1" dirty="0" err="1">
                <a:latin typeface="Courier New" pitchFamily="49" charset="0"/>
              </a:rPr>
              <a:t>sampleQueue</a:t>
            </a:r>
            <a:r>
              <a:rPr lang="en-US" sz="1800" b="1" dirty="0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800" b="1" dirty="0">
                <a:latin typeface="Courier New" pitchFamily="49" charset="0"/>
              </a:rPr>
              <a:t> </a:t>
            </a:r>
            <a:r>
              <a:rPr lang="en-US" sz="1800" b="1" dirty="0">
                <a:solidFill>
                  <a:srgbClr val="800080"/>
                </a:solidFill>
                <a:latin typeface="Courier New" pitchFamily="49" charset="0"/>
              </a:rPr>
              <a:t>{</a:t>
            </a:r>
            <a:endParaRPr lang="en-US" sz="1800" b="1" dirty="0">
              <a:latin typeface="Courier New" pitchFamily="49" charset="0"/>
            </a:endParaRPr>
          </a:p>
          <a:p>
            <a:r>
              <a:rPr lang="en-US" sz="1800" dirty="0">
                <a:latin typeface="Courier New"/>
                <a:cs typeface="Arial"/>
              </a:rPr>
              <a:t>    </a:t>
            </a:r>
            <a:r>
              <a:rPr lang="en-US" sz="1800" dirty="0">
                <a:solidFill>
                  <a:srgbClr val="603000"/>
                </a:solidFill>
                <a:latin typeface="Courier New"/>
                <a:cs typeface="Arial"/>
              </a:rPr>
              <a:t>queue</a:t>
            </a:r>
            <a:r>
              <a:rPr lang="en-US" sz="1800" dirty="0">
                <a:solidFill>
                  <a:srgbClr val="800080"/>
                </a:solidFill>
                <a:latin typeface="Courier New"/>
                <a:cs typeface="Arial"/>
              </a:rPr>
              <a:t>&lt;</a:t>
            </a:r>
            <a:r>
              <a:rPr lang="en-US" sz="1800" b="1" dirty="0">
                <a:solidFill>
                  <a:srgbClr val="800000"/>
                </a:solidFill>
                <a:latin typeface="Courier New"/>
                <a:cs typeface="Arial"/>
              </a:rPr>
              <a:t>int</a:t>
            </a:r>
            <a:r>
              <a:rPr lang="en-US" sz="1800" b="1" dirty="0">
                <a:solidFill>
                  <a:srgbClr val="800080"/>
                </a:solidFill>
                <a:latin typeface="Courier New"/>
                <a:cs typeface="Arial"/>
              </a:rPr>
              <a:t>&gt;</a:t>
            </a:r>
            <a:r>
              <a:rPr lang="en-US" sz="1800" b="1" dirty="0">
                <a:latin typeface="Courier New"/>
                <a:cs typeface="Arial"/>
              </a:rPr>
              <a:t> s</a:t>
            </a:r>
            <a:r>
              <a:rPr lang="en-US" sz="1800" b="1" dirty="0">
                <a:solidFill>
                  <a:srgbClr val="800080"/>
                </a:solidFill>
                <a:latin typeface="Courier New"/>
                <a:cs typeface="Arial"/>
              </a:rPr>
              <a:t>;</a:t>
            </a:r>
          </a:p>
          <a:p>
            <a:endParaRPr lang="en-US" sz="1800" b="1" dirty="0">
              <a:latin typeface="Courier New" pitchFamily="49" charset="0"/>
            </a:endParaRPr>
          </a:p>
          <a:p>
            <a:r>
              <a:rPr lang="en-US" sz="1800" dirty="0">
                <a:latin typeface="Courier New" pitchFamily="49" charset="0"/>
              </a:rPr>
              <a:t>    </a:t>
            </a:r>
            <a:r>
              <a:rPr lang="en-US" sz="1800" dirty="0" err="1">
                <a:latin typeface="Courier New" pitchFamily="49" charset="0"/>
              </a:rPr>
              <a:t>s</a:t>
            </a:r>
            <a:r>
              <a:rPr lang="en-US" sz="1800" dirty="0" err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 b="1" dirty="0" err="1">
                <a:latin typeface="Courier New" pitchFamily="49" charset="0"/>
              </a:rPr>
              <a:t>push</a:t>
            </a:r>
            <a:r>
              <a:rPr lang="en-US" sz="1800" dirty="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 dirty="0">
                <a:solidFill>
                  <a:srgbClr val="008C00"/>
                </a:solidFill>
                <a:latin typeface="Courier New" pitchFamily="49" charset="0"/>
              </a:rPr>
              <a:t>3</a:t>
            </a:r>
            <a:r>
              <a:rPr lang="en-US" sz="1800" dirty="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 dirty="0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 dirty="0">
                <a:latin typeface="Courier New" pitchFamily="49" charset="0"/>
              </a:rPr>
              <a:t>     </a:t>
            </a:r>
          </a:p>
          <a:p>
            <a:r>
              <a:rPr lang="en-US" sz="1800" dirty="0">
                <a:latin typeface="Courier New" pitchFamily="49" charset="0"/>
              </a:rPr>
              <a:t>    </a:t>
            </a:r>
            <a:r>
              <a:rPr lang="en-US" sz="1800" dirty="0" err="1">
                <a:latin typeface="Courier New" pitchFamily="49" charset="0"/>
              </a:rPr>
              <a:t>s</a:t>
            </a:r>
            <a:r>
              <a:rPr lang="en-US" sz="1800" dirty="0" err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 b="1" dirty="0" err="1">
                <a:latin typeface="Courier New" pitchFamily="49" charset="0"/>
              </a:rPr>
              <a:t>push</a:t>
            </a:r>
            <a:r>
              <a:rPr lang="en-US" sz="1800" dirty="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 dirty="0">
                <a:solidFill>
                  <a:srgbClr val="008C00"/>
                </a:solidFill>
                <a:latin typeface="Courier New" pitchFamily="49" charset="0"/>
              </a:rPr>
              <a:t>4</a:t>
            </a:r>
            <a:r>
              <a:rPr lang="en-US" sz="1800" dirty="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 dirty="0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 dirty="0">
                <a:latin typeface="Courier New" pitchFamily="49" charset="0"/>
              </a:rPr>
              <a:t>     </a:t>
            </a:r>
          </a:p>
          <a:p>
            <a:r>
              <a:rPr lang="en-US" sz="1800" dirty="0">
                <a:latin typeface="Courier New" pitchFamily="49" charset="0"/>
              </a:rPr>
              <a:t>    </a:t>
            </a:r>
            <a:r>
              <a:rPr lang="en-US" sz="1800" dirty="0" err="1">
                <a:latin typeface="Courier New" pitchFamily="49" charset="0"/>
              </a:rPr>
              <a:t>s</a:t>
            </a:r>
            <a:r>
              <a:rPr lang="en-US" sz="1800" dirty="0" err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 b="1" dirty="0" err="1">
                <a:latin typeface="Courier New" pitchFamily="49" charset="0"/>
              </a:rPr>
              <a:t>push</a:t>
            </a:r>
            <a:r>
              <a:rPr lang="en-US" sz="1800" dirty="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 dirty="0">
                <a:solidFill>
                  <a:srgbClr val="008C00"/>
                </a:solidFill>
                <a:latin typeface="Courier New" pitchFamily="49" charset="0"/>
              </a:rPr>
              <a:t>1</a:t>
            </a:r>
            <a:r>
              <a:rPr lang="en-US" sz="1800" dirty="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 dirty="0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 dirty="0">
                <a:latin typeface="Courier New" pitchFamily="49" charset="0"/>
              </a:rPr>
              <a:t>     </a:t>
            </a:r>
          </a:p>
          <a:p>
            <a:r>
              <a:rPr lang="en-US" sz="1800" dirty="0">
                <a:latin typeface="Courier New" pitchFamily="49" charset="0"/>
              </a:rPr>
              <a:t>    </a:t>
            </a:r>
            <a:r>
              <a:rPr lang="en-US" sz="1800" dirty="0" err="1">
                <a:latin typeface="Courier New" pitchFamily="49" charset="0"/>
              </a:rPr>
              <a:t>s</a:t>
            </a:r>
            <a:r>
              <a:rPr lang="en-US" sz="1800" dirty="0" err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 b="1" dirty="0" err="1">
                <a:latin typeface="Courier New" pitchFamily="49" charset="0"/>
              </a:rPr>
              <a:t>push</a:t>
            </a:r>
            <a:r>
              <a:rPr lang="en-US" sz="1800" dirty="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 dirty="0">
                <a:solidFill>
                  <a:srgbClr val="008C00"/>
                </a:solidFill>
                <a:latin typeface="Courier New" pitchFamily="49" charset="0"/>
              </a:rPr>
              <a:t>2</a:t>
            </a:r>
            <a:r>
              <a:rPr lang="en-US" sz="1800" dirty="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 dirty="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 dirty="0">
              <a:latin typeface="Courier New" pitchFamily="49" charset="0"/>
            </a:endParaRPr>
          </a:p>
          <a:p>
            <a:r>
              <a:rPr lang="en-US" sz="1800" dirty="0">
                <a:latin typeface="Courier New" pitchFamily="49" charset="0"/>
              </a:rPr>
              <a:t>    </a:t>
            </a:r>
          </a:p>
          <a:p>
            <a:r>
              <a:rPr lang="en-US" sz="1800" b="1" dirty="0">
                <a:solidFill>
                  <a:srgbClr val="800000"/>
                </a:solidFill>
                <a:latin typeface="Courier New" pitchFamily="49" charset="0"/>
              </a:rPr>
              <a:t>     while</a:t>
            </a:r>
            <a:r>
              <a:rPr lang="en-US" sz="1800" b="1" dirty="0">
                <a:latin typeface="Courier New" pitchFamily="49" charset="0"/>
              </a:rPr>
              <a:t> </a:t>
            </a:r>
            <a:r>
              <a:rPr lang="en-US" sz="1800" b="1" dirty="0">
                <a:solidFill>
                  <a:srgbClr val="808030"/>
                </a:solidFill>
                <a:latin typeface="Courier New" pitchFamily="49" charset="0"/>
              </a:rPr>
              <a:t>(!</a:t>
            </a:r>
            <a:r>
              <a:rPr lang="en-US" sz="1800" b="1" dirty="0" err="1">
                <a:latin typeface="Courier New" pitchFamily="49" charset="0"/>
              </a:rPr>
              <a:t>s</a:t>
            </a:r>
            <a:r>
              <a:rPr lang="en-US" sz="1800" b="1" dirty="0" err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 b="1" dirty="0" err="1">
                <a:latin typeface="Courier New" pitchFamily="49" charset="0"/>
              </a:rPr>
              <a:t>empty</a:t>
            </a:r>
            <a:r>
              <a:rPr lang="en-US" sz="1800" b="1" dirty="0">
                <a:solidFill>
                  <a:srgbClr val="808030"/>
                </a:solidFill>
                <a:latin typeface="Courier New" pitchFamily="49" charset="0"/>
              </a:rPr>
              <a:t>())</a:t>
            </a:r>
            <a:r>
              <a:rPr lang="en-US" sz="1800" b="1" dirty="0">
                <a:latin typeface="Courier New" pitchFamily="49" charset="0"/>
              </a:rPr>
              <a:t>     </a:t>
            </a:r>
            <a:r>
              <a:rPr lang="en-US" sz="1800" b="1" dirty="0">
                <a:solidFill>
                  <a:srgbClr val="800080"/>
                </a:solidFill>
                <a:latin typeface="Courier New" pitchFamily="49" charset="0"/>
              </a:rPr>
              <a:t>{</a:t>
            </a:r>
            <a:endParaRPr lang="en-US" sz="1800" b="1" dirty="0">
              <a:latin typeface="Courier New" pitchFamily="49" charset="0"/>
            </a:endParaRPr>
          </a:p>
          <a:p>
            <a:r>
              <a:rPr lang="en-US" sz="1800" dirty="0">
                <a:latin typeface="Courier New" pitchFamily="49" charset="0"/>
              </a:rPr>
              <a:t>        </a:t>
            </a:r>
            <a:r>
              <a:rPr lang="en-US" sz="1800" dirty="0" err="1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dirty="0" err="1">
                <a:latin typeface="Courier New" pitchFamily="49" charset="0"/>
              </a:rPr>
              <a:t>s</a:t>
            </a:r>
            <a:r>
              <a:rPr lang="en-US" sz="1800" dirty="0" err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 b="1" dirty="0" err="1">
                <a:latin typeface="Courier New" pitchFamily="49" charset="0"/>
              </a:rPr>
              <a:t>top</a:t>
            </a:r>
            <a:r>
              <a:rPr lang="en-US" sz="1800" dirty="0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dirty="0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 sz="1800" dirty="0">
                <a:solidFill>
                  <a:srgbClr val="0000E6"/>
                </a:solidFill>
                <a:latin typeface="Courier New" pitchFamily="49" charset="0"/>
              </a:rPr>
              <a:t> </a:t>
            </a:r>
            <a:r>
              <a:rPr lang="en-US" sz="1800" dirty="0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 sz="1800" dirty="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 dirty="0">
              <a:latin typeface="Courier New" pitchFamily="49" charset="0"/>
            </a:endParaRPr>
          </a:p>
          <a:p>
            <a:r>
              <a:rPr lang="en-US" sz="1800" dirty="0">
                <a:latin typeface="Courier New" pitchFamily="49" charset="0"/>
              </a:rPr>
              <a:t>        </a:t>
            </a:r>
            <a:r>
              <a:rPr lang="en-US" sz="1800" dirty="0" err="1">
                <a:latin typeface="Courier New" pitchFamily="49" charset="0"/>
              </a:rPr>
              <a:t>s</a:t>
            </a:r>
            <a:r>
              <a:rPr lang="en-US" sz="1800" dirty="0" err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 b="1" dirty="0" err="1">
                <a:latin typeface="Courier New" pitchFamily="49" charset="0"/>
              </a:rPr>
              <a:t>pop</a:t>
            </a:r>
            <a:r>
              <a:rPr lang="en-US" sz="1800" dirty="0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800" dirty="0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 dirty="0">
                <a:latin typeface="Courier New" pitchFamily="49" charset="0"/>
              </a:rPr>
              <a:t>    </a:t>
            </a:r>
            <a:r>
              <a:rPr lang="en-US" sz="1800" dirty="0">
                <a:solidFill>
                  <a:srgbClr val="800080"/>
                </a:solidFill>
                <a:latin typeface="Courier New" pitchFamily="49" charset="0"/>
              </a:rPr>
              <a:t>}</a:t>
            </a:r>
            <a:endParaRPr lang="en-US" sz="1800" dirty="0">
              <a:latin typeface="Courier New" pitchFamily="49" charset="0"/>
            </a:endParaRPr>
          </a:p>
          <a:p>
            <a:r>
              <a:rPr lang="en-US" sz="1800" dirty="0">
                <a:solidFill>
                  <a:srgbClr val="800080"/>
                </a:solidFill>
                <a:latin typeface="Courier New" pitchFamily="49" charset="0"/>
              </a:rPr>
              <a:t>}</a:t>
            </a:r>
            <a:endParaRPr lang="en-US" sz="1800" dirty="0">
              <a:latin typeface="Courier New" pitchFamily="49" charset="0"/>
            </a:endParaRPr>
          </a:p>
          <a:p>
            <a:r>
              <a:rPr lang="en-US" sz="1800" b="1" dirty="0">
                <a:solidFill>
                  <a:srgbClr val="800000"/>
                </a:solidFill>
                <a:latin typeface="Courier New"/>
                <a:cs typeface="Arial"/>
              </a:rPr>
              <a:t>int</a:t>
            </a:r>
            <a:r>
              <a:rPr lang="en-US" sz="1800" b="1" dirty="0">
                <a:latin typeface="Courier New"/>
                <a:cs typeface="Arial"/>
              </a:rPr>
              <a:t> </a:t>
            </a:r>
            <a:r>
              <a:rPr lang="en-US" sz="1800" b="1" dirty="0">
                <a:solidFill>
                  <a:srgbClr val="400000"/>
                </a:solidFill>
                <a:latin typeface="Courier New"/>
                <a:cs typeface="Arial"/>
              </a:rPr>
              <a:t>main</a:t>
            </a:r>
            <a:r>
              <a:rPr lang="en-US" sz="1800" b="1" dirty="0">
                <a:solidFill>
                  <a:srgbClr val="808030"/>
                </a:solidFill>
                <a:latin typeface="Courier New"/>
                <a:cs typeface="Arial"/>
              </a:rPr>
              <a:t>()</a:t>
            </a:r>
            <a:r>
              <a:rPr lang="en-US" sz="1800" b="1" dirty="0">
                <a:latin typeface="Courier New"/>
                <a:cs typeface="Arial"/>
              </a:rPr>
              <a:t> </a:t>
            </a:r>
            <a:r>
              <a:rPr lang="en-US" sz="1800" b="1" dirty="0">
                <a:solidFill>
                  <a:srgbClr val="800080"/>
                </a:solidFill>
                <a:latin typeface="Courier New"/>
                <a:cs typeface="Arial"/>
              </a:rPr>
              <a:t>{</a:t>
            </a:r>
            <a:endParaRPr lang="en-US" sz="1800" b="1" dirty="0">
              <a:latin typeface="Courier New"/>
              <a:cs typeface="Arial"/>
            </a:endParaRPr>
          </a:p>
          <a:p>
            <a:r>
              <a:rPr lang="en-US" sz="1800" dirty="0" err="1">
                <a:latin typeface="Courier New" pitchFamily="49" charset="0"/>
              </a:rPr>
              <a:t>sampleQueue</a:t>
            </a:r>
            <a:r>
              <a:rPr lang="en-US" sz="1800" dirty="0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800" dirty="0">
                <a:solidFill>
                  <a:srgbClr val="800080"/>
                </a:solidFill>
                <a:latin typeface="Courier New" pitchFamily="49" charset="0"/>
              </a:rPr>
              <a:t>; // 3, 4, 1, 2</a:t>
            </a:r>
            <a:endParaRPr lang="en-US" sz="1800" dirty="0">
              <a:latin typeface="Courier New" pitchFamily="49" charset="0"/>
            </a:endParaRPr>
          </a:p>
          <a:p>
            <a:r>
              <a:rPr lang="en-US" sz="1800" dirty="0">
                <a:solidFill>
                  <a:srgbClr val="800080"/>
                </a:solidFill>
                <a:latin typeface="Courier New" pitchFamily="49" charset="0"/>
              </a:rPr>
              <a:t>}</a:t>
            </a:r>
            <a:endParaRPr lang="en-US" sz="1800" dirty="0">
              <a:latin typeface="Courier New" pitchFamily="49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Google Shape;512;p51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5F60C2D1-9D46-429F-9BBC-71BB420AB63B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38</a:t>
            </a:fld>
            <a:endParaRPr lang="en-US" sz="1800"/>
          </a:p>
        </p:txBody>
      </p:sp>
      <p:sp>
        <p:nvSpPr>
          <p:cNvPr id="39941" name="Google Shape;515;p51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39942" name="Google Shape;516;p51"/>
          <p:cNvSpPr txBox="1">
            <a:spLocks noChangeArrowheads="1"/>
          </p:cNvSpPr>
          <p:nvPr/>
        </p:nvSpPr>
        <p:spPr bwMode="auto">
          <a:xfrm>
            <a:off x="188913" y="1271588"/>
            <a:ext cx="9239250" cy="11366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 dirty="0">
                <a:solidFill>
                  <a:srgbClr val="0000FF"/>
                </a:solidFill>
              </a:rPr>
              <a:t>Adaptor de container							</a:t>
            </a:r>
          </a:p>
          <a:p>
            <a:endParaRPr lang="en-US" sz="2000" b="1" dirty="0"/>
          </a:p>
          <a:p>
            <a:r>
              <a:rPr lang="en-US" sz="2000" b="1" dirty="0" err="1"/>
              <a:t>Exemplu</a:t>
            </a:r>
            <a:r>
              <a:rPr lang="en-US" sz="2000" b="1" dirty="0"/>
              <a:t> </a:t>
            </a:r>
            <a:r>
              <a:rPr lang="en-US" sz="2000" b="1" dirty="0" err="1"/>
              <a:t>coada</a:t>
            </a:r>
            <a:r>
              <a:rPr lang="en-US" sz="2000" b="1" dirty="0"/>
              <a:t> cu </a:t>
            </a:r>
            <a:r>
              <a:rPr lang="en-US" sz="2000" b="1" dirty="0" err="1"/>
              <a:t>prioritate</a:t>
            </a:r>
            <a:endParaRPr lang="en-US" sz="2000" b="1" dirty="0"/>
          </a:p>
        </p:txBody>
      </p:sp>
      <p:sp>
        <p:nvSpPr>
          <p:cNvPr id="39943" name="Rectangle 6"/>
          <p:cNvSpPr>
            <a:spLocks noChangeArrowheads="1"/>
          </p:cNvSpPr>
          <p:nvPr/>
        </p:nvSpPr>
        <p:spPr bwMode="auto">
          <a:xfrm>
            <a:off x="3973513" y="1646238"/>
            <a:ext cx="5562600" cy="507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 dirty="0">
                <a:solidFill>
                  <a:srgbClr val="004A43"/>
                </a:solidFill>
                <a:latin typeface="Courier New" pitchFamily="49" charset="0"/>
              </a:rPr>
              <a:t>#include </a:t>
            </a:r>
            <a:r>
              <a:rPr lang="en-US" sz="1800" dirty="0">
                <a:solidFill>
                  <a:srgbClr val="800000"/>
                </a:solidFill>
                <a:latin typeface="Courier New" pitchFamily="49" charset="0"/>
              </a:rPr>
              <a:t>&lt;</a:t>
            </a:r>
            <a:r>
              <a:rPr lang="en-US" sz="1800" dirty="0">
                <a:solidFill>
                  <a:srgbClr val="40015A"/>
                </a:solidFill>
                <a:latin typeface="Courier New" pitchFamily="49" charset="0"/>
              </a:rPr>
              <a:t>queue</a:t>
            </a:r>
            <a:r>
              <a:rPr lang="en-US" sz="1800" dirty="0">
                <a:solidFill>
                  <a:srgbClr val="800000"/>
                </a:solidFill>
                <a:latin typeface="Courier New" pitchFamily="49" charset="0"/>
              </a:rPr>
              <a:t>&gt;</a:t>
            </a:r>
            <a:endParaRPr lang="en-US" sz="1800" dirty="0">
              <a:latin typeface="Courier New" pitchFamily="49" charset="0"/>
            </a:endParaRPr>
          </a:p>
          <a:p>
            <a:r>
              <a:rPr lang="en-US" sz="1800" dirty="0">
                <a:solidFill>
                  <a:srgbClr val="004A43"/>
                </a:solidFill>
                <a:latin typeface="Courier New" pitchFamily="49" charset="0"/>
              </a:rPr>
              <a:t>#include</a:t>
            </a:r>
            <a:r>
              <a:rPr lang="en-US" sz="1800" dirty="0">
                <a:solidFill>
                  <a:srgbClr val="800000"/>
                </a:solidFill>
                <a:latin typeface="Courier New" pitchFamily="49" charset="0"/>
              </a:rPr>
              <a:t>&lt;</a:t>
            </a:r>
            <a:r>
              <a:rPr lang="en-US" sz="1800" dirty="0" err="1">
                <a:solidFill>
                  <a:srgbClr val="40015A"/>
                </a:solidFill>
                <a:latin typeface="Courier New" pitchFamily="49" charset="0"/>
              </a:rPr>
              <a:t>iostream</a:t>
            </a:r>
            <a:r>
              <a:rPr lang="en-US" sz="1800" dirty="0">
                <a:solidFill>
                  <a:srgbClr val="800000"/>
                </a:solidFill>
                <a:latin typeface="Courier New" pitchFamily="49" charset="0"/>
              </a:rPr>
              <a:t>&gt;</a:t>
            </a:r>
            <a:endParaRPr lang="en-US" sz="1800" dirty="0">
              <a:latin typeface="Courier New" pitchFamily="49" charset="0"/>
            </a:endParaRPr>
          </a:p>
          <a:p>
            <a:r>
              <a:rPr lang="en-US" sz="1800" b="1" dirty="0">
                <a:solidFill>
                  <a:srgbClr val="800000"/>
                </a:solidFill>
                <a:latin typeface="Courier New" pitchFamily="49" charset="0"/>
              </a:rPr>
              <a:t>using</a:t>
            </a:r>
            <a:r>
              <a:rPr lang="en-US" sz="1800" b="1" dirty="0">
                <a:latin typeface="Courier New" pitchFamily="49" charset="0"/>
              </a:rPr>
              <a:t> </a:t>
            </a:r>
            <a:r>
              <a:rPr lang="en-US" sz="1800" b="1" dirty="0">
                <a:solidFill>
                  <a:srgbClr val="800000"/>
                </a:solidFill>
                <a:latin typeface="Courier New" pitchFamily="49" charset="0"/>
              </a:rPr>
              <a:t>namespace</a:t>
            </a:r>
            <a:r>
              <a:rPr lang="en-US" sz="1800" b="1" dirty="0">
                <a:latin typeface="Courier New" pitchFamily="49" charset="0"/>
              </a:rPr>
              <a:t> </a:t>
            </a:r>
            <a:r>
              <a:rPr lang="en-US" sz="1800" b="1" dirty="0" err="1">
                <a:solidFill>
                  <a:srgbClr val="666616"/>
                </a:solidFill>
                <a:latin typeface="Courier New" pitchFamily="49" charset="0"/>
              </a:rPr>
              <a:t>std</a:t>
            </a:r>
            <a:r>
              <a:rPr lang="en-US" sz="1800" b="1" dirty="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 b="1" dirty="0">
              <a:latin typeface="Courier New" pitchFamily="49" charset="0"/>
            </a:endParaRPr>
          </a:p>
          <a:p>
            <a:r>
              <a:rPr lang="en-US" sz="1800" b="1" dirty="0">
                <a:solidFill>
                  <a:srgbClr val="800000"/>
                </a:solidFill>
                <a:latin typeface="Courier New" pitchFamily="49" charset="0"/>
              </a:rPr>
              <a:t>void</a:t>
            </a:r>
            <a:r>
              <a:rPr lang="en-US" sz="1800" b="1" dirty="0">
                <a:latin typeface="Courier New" pitchFamily="49" charset="0"/>
              </a:rPr>
              <a:t> </a:t>
            </a:r>
            <a:r>
              <a:rPr lang="en-US" sz="1800" b="1" dirty="0" err="1">
                <a:latin typeface="Courier New" pitchFamily="49" charset="0"/>
              </a:rPr>
              <a:t>samplePriorQueue</a:t>
            </a:r>
            <a:r>
              <a:rPr lang="en-US" sz="1800" b="1" dirty="0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800" b="1" dirty="0">
                <a:latin typeface="Courier New" pitchFamily="49" charset="0"/>
              </a:rPr>
              <a:t> </a:t>
            </a:r>
            <a:r>
              <a:rPr lang="en-US" sz="1800" b="1" dirty="0">
                <a:solidFill>
                  <a:srgbClr val="800080"/>
                </a:solidFill>
                <a:latin typeface="Courier New" pitchFamily="49" charset="0"/>
              </a:rPr>
              <a:t>{</a:t>
            </a:r>
            <a:endParaRPr lang="en-US" sz="1800" b="1" dirty="0">
              <a:latin typeface="Courier New" pitchFamily="49" charset="0"/>
            </a:endParaRPr>
          </a:p>
          <a:p>
            <a:r>
              <a:rPr lang="en-US" sz="1800" dirty="0">
                <a:latin typeface="Courier New" pitchFamily="49" charset="0"/>
              </a:rPr>
              <a:t>    </a:t>
            </a:r>
            <a:r>
              <a:rPr lang="en-US" sz="1800" dirty="0" err="1">
                <a:solidFill>
                  <a:srgbClr val="603000"/>
                </a:solidFill>
                <a:latin typeface="Courier New" pitchFamily="49" charset="0"/>
              </a:rPr>
              <a:t>priority_queue</a:t>
            </a:r>
            <a:r>
              <a:rPr lang="en-US" sz="1800" dirty="0">
                <a:solidFill>
                  <a:srgbClr val="800080"/>
                </a:solidFill>
                <a:latin typeface="Courier New" pitchFamily="49" charset="0"/>
              </a:rPr>
              <a:t>&lt;</a:t>
            </a:r>
            <a:r>
              <a:rPr lang="en-US" sz="1800" b="1" dirty="0" err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800" b="1" dirty="0">
                <a:solidFill>
                  <a:srgbClr val="800080"/>
                </a:solidFill>
                <a:latin typeface="Courier New" pitchFamily="49" charset="0"/>
              </a:rPr>
              <a:t>&gt;</a:t>
            </a:r>
            <a:r>
              <a:rPr lang="en-US" sz="1800" b="1" dirty="0">
                <a:latin typeface="Courier New" pitchFamily="49" charset="0"/>
              </a:rPr>
              <a:t> s</a:t>
            </a:r>
            <a:r>
              <a:rPr lang="en-US" sz="1800" b="1" dirty="0">
                <a:solidFill>
                  <a:srgbClr val="800080"/>
                </a:solidFill>
                <a:latin typeface="Courier New" pitchFamily="49" charset="0"/>
              </a:rPr>
              <a:t>;</a:t>
            </a:r>
          </a:p>
          <a:p>
            <a:endParaRPr lang="en-US" sz="1800" b="1" dirty="0">
              <a:latin typeface="Courier New" pitchFamily="49" charset="0"/>
            </a:endParaRPr>
          </a:p>
          <a:p>
            <a:r>
              <a:rPr lang="en-US" sz="1800" dirty="0">
                <a:latin typeface="Courier New" pitchFamily="49" charset="0"/>
              </a:rPr>
              <a:t>    </a:t>
            </a:r>
            <a:r>
              <a:rPr lang="en-US" sz="1800" dirty="0" err="1">
                <a:latin typeface="Courier New" pitchFamily="49" charset="0"/>
              </a:rPr>
              <a:t>s</a:t>
            </a:r>
            <a:r>
              <a:rPr lang="en-US" sz="1800" dirty="0" err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 b="1" dirty="0" err="1">
                <a:latin typeface="Courier New" pitchFamily="49" charset="0"/>
              </a:rPr>
              <a:t>push</a:t>
            </a:r>
            <a:r>
              <a:rPr lang="en-US" sz="1800" dirty="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 dirty="0">
                <a:solidFill>
                  <a:srgbClr val="008C00"/>
                </a:solidFill>
                <a:latin typeface="Courier New" pitchFamily="49" charset="0"/>
              </a:rPr>
              <a:t>3</a:t>
            </a:r>
            <a:r>
              <a:rPr lang="en-US" sz="1800" dirty="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 dirty="0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 dirty="0">
                <a:latin typeface="Courier New" pitchFamily="49" charset="0"/>
              </a:rPr>
              <a:t>     </a:t>
            </a:r>
          </a:p>
          <a:p>
            <a:r>
              <a:rPr lang="en-US" sz="1800" dirty="0">
                <a:latin typeface="Courier New" pitchFamily="49" charset="0"/>
              </a:rPr>
              <a:t>    </a:t>
            </a:r>
            <a:r>
              <a:rPr lang="en-US" sz="1800" dirty="0" err="1">
                <a:latin typeface="Courier New" pitchFamily="49" charset="0"/>
              </a:rPr>
              <a:t>s</a:t>
            </a:r>
            <a:r>
              <a:rPr lang="en-US" sz="1800" dirty="0" err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 b="1" dirty="0" err="1">
                <a:latin typeface="Courier New" pitchFamily="49" charset="0"/>
              </a:rPr>
              <a:t>push</a:t>
            </a:r>
            <a:r>
              <a:rPr lang="en-US" sz="1800" dirty="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 dirty="0">
                <a:solidFill>
                  <a:srgbClr val="008C00"/>
                </a:solidFill>
                <a:latin typeface="Courier New" pitchFamily="49" charset="0"/>
              </a:rPr>
              <a:t>4</a:t>
            </a:r>
            <a:r>
              <a:rPr lang="en-US" sz="1800" dirty="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 dirty="0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 dirty="0">
                <a:latin typeface="Courier New" pitchFamily="49" charset="0"/>
              </a:rPr>
              <a:t>     </a:t>
            </a:r>
          </a:p>
          <a:p>
            <a:r>
              <a:rPr lang="en-US" sz="1800" dirty="0">
                <a:latin typeface="Courier New" pitchFamily="49" charset="0"/>
              </a:rPr>
              <a:t>    </a:t>
            </a:r>
            <a:r>
              <a:rPr lang="en-US" sz="1800" dirty="0" err="1">
                <a:latin typeface="Courier New" pitchFamily="49" charset="0"/>
              </a:rPr>
              <a:t>s</a:t>
            </a:r>
            <a:r>
              <a:rPr lang="en-US" sz="1800" dirty="0" err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 b="1" dirty="0" err="1">
                <a:latin typeface="Courier New" pitchFamily="49" charset="0"/>
              </a:rPr>
              <a:t>push</a:t>
            </a:r>
            <a:r>
              <a:rPr lang="en-US" sz="1800" dirty="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 dirty="0">
                <a:solidFill>
                  <a:srgbClr val="008C00"/>
                </a:solidFill>
                <a:latin typeface="Courier New" pitchFamily="49" charset="0"/>
              </a:rPr>
              <a:t>1</a:t>
            </a:r>
            <a:r>
              <a:rPr lang="en-US" sz="1800" dirty="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 dirty="0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 dirty="0">
                <a:latin typeface="Courier New" pitchFamily="49" charset="0"/>
              </a:rPr>
              <a:t>     </a:t>
            </a:r>
          </a:p>
          <a:p>
            <a:r>
              <a:rPr lang="en-US" sz="1800" dirty="0">
                <a:latin typeface="Courier New" pitchFamily="49" charset="0"/>
              </a:rPr>
              <a:t>    </a:t>
            </a:r>
            <a:r>
              <a:rPr lang="en-US" sz="1800" dirty="0" err="1">
                <a:latin typeface="Courier New" pitchFamily="49" charset="0"/>
              </a:rPr>
              <a:t>s</a:t>
            </a:r>
            <a:r>
              <a:rPr lang="en-US" sz="1800" dirty="0" err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 b="1" dirty="0" err="1">
                <a:latin typeface="Courier New" pitchFamily="49" charset="0"/>
              </a:rPr>
              <a:t>push</a:t>
            </a:r>
            <a:r>
              <a:rPr lang="en-US" sz="1800" dirty="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 dirty="0">
                <a:solidFill>
                  <a:srgbClr val="008C00"/>
                </a:solidFill>
                <a:latin typeface="Courier New" pitchFamily="49" charset="0"/>
              </a:rPr>
              <a:t>2</a:t>
            </a:r>
            <a:r>
              <a:rPr lang="en-US" sz="1800" dirty="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 dirty="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 dirty="0">
              <a:latin typeface="Courier New" pitchFamily="49" charset="0"/>
            </a:endParaRPr>
          </a:p>
          <a:p>
            <a:r>
              <a:rPr lang="en-US" sz="1800" dirty="0">
                <a:latin typeface="Courier New" pitchFamily="49" charset="0"/>
              </a:rPr>
              <a:t>    </a:t>
            </a:r>
          </a:p>
          <a:p>
            <a:r>
              <a:rPr lang="en-US" sz="1800" b="1" dirty="0">
                <a:solidFill>
                  <a:srgbClr val="800000"/>
                </a:solidFill>
                <a:latin typeface="Courier New" pitchFamily="49" charset="0"/>
              </a:rPr>
              <a:t>     while</a:t>
            </a:r>
            <a:r>
              <a:rPr lang="en-US" sz="1800" b="1" dirty="0">
                <a:latin typeface="Courier New" pitchFamily="49" charset="0"/>
              </a:rPr>
              <a:t> </a:t>
            </a:r>
            <a:r>
              <a:rPr lang="en-US" sz="1800" b="1" dirty="0">
                <a:solidFill>
                  <a:srgbClr val="808030"/>
                </a:solidFill>
                <a:latin typeface="Courier New" pitchFamily="49" charset="0"/>
              </a:rPr>
              <a:t>(!</a:t>
            </a:r>
            <a:r>
              <a:rPr lang="en-US" sz="1800" b="1" dirty="0" err="1">
                <a:latin typeface="Courier New" pitchFamily="49" charset="0"/>
              </a:rPr>
              <a:t>s</a:t>
            </a:r>
            <a:r>
              <a:rPr lang="en-US" sz="1800" b="1" dirty="0" err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 b="1" dirty="0" err="1">
                <a:latin typeface="Courier New" pitchFamily="49" charset="0"/>
              </a:rPr>
              <a:t>empty</a:t>
            </a:r>
            <a:r>
              <a:rPr lang="en-US" sz="1800" b="1" dirty="0">
                <a:solidFill>
                  <a:srgbClr val="808030"/>
                </a:solidFill>
                <a:latin typeface="Courier New" pitchFamily="49" charset="0"/>
              </a:rPr>
              <a:t>())</a:t>
            </a:r>
            <a:r>
              <a:rPr lang="en-US" sz="1800" b="1" dirty="0">
                <a:latin typeface="Courier New" pitchFamily="49" charset="0"/>
              </a:rPr>
              <a:t>     </a:t>
            </a:r>
            <a:r>
              <a:rPr lang="en-US" sz="1800" b="1" dirty="0">
                <a:solidFill>
                  <a:srgbClr val="800080"/>
                </a:solidFill>
                <a:latin typeface="Courier New" pitchFamily="49" charset="0"/>
              </a:rPr>
              <a:t>{</a:t>
            </a:r>
            <a:endParaRPr lang="en-US" sz="1800" b="1" dirty="0">
              <a:latin typeface="Courier New" pitchFamily="49" charset="0"/>
            </a:endParaRPr>
          </a:p>
          <a:p>
            <a:r>
              <a:rPr lang="en-US" sz="1800" dirty="0">
                <a:latin typeface="Courier New" pitchFamily="49" charset="0"/>
              </a:rPr>
              <a:t>        </a:t>
            </a:r>
            <a:r>
              <a:rPr lang="en-US" sz="1800" dirty="0" err="1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dirty="0" err="1">
                <a:latin typeface="Courier New" pitchFamily="49" charset="0"/>
              </a:rPr>
              <a:t>s</a:t>
            </a:r>
            <a:r>
              <a:rPr lang="en-US" sz="1800" dirty="0" err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 b="1" dirty="0" err="1">
                <a:latin typeface="Courier New" pitchFamily="49" charset="0"/>
              </a:rPr>
              <a:t>top</a:t>
            </a:r>
            <a:r>
              <a:rPr lang="en-US" sz="1800" dirty="0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dirty="0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 sz="1800" dirty="0">
                <a:solidFill>
                  <a:srgbClr val="0000E6"/>
                </a:solidFill>
                <a:latin typeface="Courier New" pitchFamily="49" charset="0"/>
              </a:rPr>
              <a:t> </a:t>
            </a:r>
            <a:r>
              <a:rPr lang="en-US" sz="1800" dirty="0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 sz="1800" dirty="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 dirty="0">
              <a:latin typeface="Courier New" pitchFamily="49" charset="0"/>
            </a:endParaRPr>
          </a:p>
          <a:p>
            <a:r>
              <a:rPr lang="en-US" sz="1800" dirty="0">
                <a:latin typeface="Courier New" pitchFamily="49" charset="0"/>
              </a:rPr>
              <a:t>        </a:t>
            </a:r>
            <a:r>
              <a:rPr lang="en-US" sz="1800" dirty="0" err="1">
                <a:latin typeface="Courier New" pitchFamily="49" charset="0"/>
              </a:rPr>
              <a:t>s</a:t>
            </a:r>
            <a:r>
              <a:rPr lang="en-US" sz="1800" dirty="0" err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 b="1" dirty="0" err="1">
                <a:latin typeface="Courier New" pitchFamily="49" charset="0"/>
              </a:rPr>
              <a:t>pop</a:t>
            </a:r>
            <a:r>
              <a:rPr lang="en-US" sz="1800" dirty="0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800" dirty="0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 dirty="0">
                <a:latin typeface="Courier New" pitchFamily="49" charset="0"/>
              </a:rPr>
              <a:t>    </a:t>
            </a:r>
            <a:r>
              <a:rPr lang="en-US" sz="1800" dirty="0">
                <a:solidFill>
                  <a:srgbClr val="800080"/>
                </a:solidFill>
                <a:latin typeface="Courier New" pitchFamily="49" charset="0"/>
              </a:rPr>
              <a:t>}</a:t>
            </a:r>
            <a:endParaRPr lang="en-US" sz="1800" dirty="0">
              <a:latin typeface="Courier New" pitchFamily="49" charset="0"/>
            </a:endParaRPr>
          </a:p>
          <a:p>
            <a:r>
              <a:rPr lang="en-US" sz="1800" dirty="0">
                <a:solidFill>
                  <a:srgbClr val="800080"/>
                </a:solidFill>
                <a:latin typeface="Courier New" pitchFamily="49" charset="0"/>
              </a:rPr>
              <a:t>}</a:t>
            </a:r>
            <a:endParaRPr lang="en-US" sz="1800" dirty="0">
              <a:latin typeface="Courier New" pitchFamily="49" charset="0"/>
            </a:endParaRPr>
          </a:p>
          <a:p>
            <a:r>
              <a:rPr lang="en-US" sz="1800" b="1" dirty="0" err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 </a:t>
            </a:r>
            <a:r>
              <a:rPr lang="en-US" sz="1800" b="1" dirty="0">
                <a:solidFill>
                  <a:srgbClr val="400000"/>
                </a:solidFill>
                <a:latin typeface="Courier New" pitchFamily="49" charset="0"/>
              </a:rPr>
              <a:t>main</a:t>
            </a:r>
            <a:r>
              <a:rPr lang="en-US" sz="1800" b="1" dirty="0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800" b="1" dirty="0">
                <a:latin typeface="Courier New" pitchFamily="49" charset="0"/>
              </a:rPr>
              <a:t> </a:t>
            </a:r>
            <a:r>
              <a:rPr lang="en-US" sz="1800" b="1" dirty="0">
                <a:solidFill>
                  <a:srgbClr val="800080"/>
                </a:solidFill>
                <a:latin typeface="Courier New" pitchFamily="49" charset="0"/>
              </a:rPr>
              <a:t>{</a:t>
            </a:r>
            <a:endParaRPr lang="en-US" sz="1800" b="1" dirty="0">
              <a:latin typeface="Courier New" pitchFamily="49" charset="0"/>
            </a:endParaRPr>
          </a:p>
          <a:p>
            <a:r>
              <a:rPr lang="en-US" sz="1800" dirty="0" err="1">
                <a:latin typeface="Courier New" pitchFamily="49" charset="0"/>
              </a:rPr>
              <a:t>samplePriorQueue</a:t>
            </a:r>
            <a:r>
              <a:rPr lang="en-US" sz="1800" dirty="0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800" dirty="0">
                <a:solidFill>
                  <a:srgbClr val="800080"/>
                </a:solidFill>
                <a:latin typeface="Courier New" pitchFamily="49" charset="0"/>
              </a:rPr>
              <a:t>; // 4, 3, 2, 1</a:t>
            </a:r>
            <a:endParaRPr lang="en-US" sz="1800" dirty="0">
              <a:latin typeface="Courier New" pitchFamily="49" charset="0"/>
            </a:endParaRPr>
          </a:p>
          <a:p>
            <a:r>
              <a:rPr lang="en-US" sz="1800" dirty="0">
                <a:solidFill>
                  <a:srgbClr val="800080"/>
                </a:solidFill>
                <a:latin typeface="Courier New" pitchFamily="49" charset="0"/>
              </a:rPr>
              <a:t>}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63481" y="2787750"/>
            <a:ext cx="279881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/>
              <a:t>Alocator</a:t>
            </a:r>
            <a:r>
              <a:rPr lang="en-US" sz="2000" dirty="0"/>
              <a:t> default  = </a:t>
            </a:r>
            <a:r>
              <a:rPr lang="en-US" sz="2000" b="1" dirty="0"/>
              <a:t>max-heap</a:t>
            </a:r>
          </a:p>
          <a:p>
            <a:r>
              <a:rPr lang="en-US" sz="2000" dirty="0" err="1">
                <a:solidFill>
                  <a:srgbClr val="FF0000"/>
                </a:solidFill>
              </a:rPr>
              <a:t>Pentru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utilizare</a:t>
            </a:r>
            <a:r>
              <a:rPr lang="en-US" sz="2000" dirty="0">
                <a:solidFill>
                  <a:srgbClr val="FF0000"/>
                </a:solidFill>
              </a:rPr>
              <a:t> cu </a:t>
            </a:r>
            <a:r>
              <a:rPr lang="en-US" sz="2000" dirty="0" err="1">
                <a:solidFill>
                  <a:srgbClr val="FF0000"/>
                </a:solidFill>
              </a:rPr>
              <a:t>tipuri</a:t>
            </a:r>
            <a:r>
              <a:rPr lang="en-US" sz="2000" dirty="0">
                <a:solidFill>
                  <a:srgbClr val="FF0000"/>
                </a:solidFill>
              </a:rPr>
              <a:t> de date definite de </a:t>
            </a:r>
            <a:r>
              <a:rPr lang="en-US" sz="2000" dirty="0" err="1">
                <a:solidFill>
                  <a:srgbClr val="FF0000"/>
                </a:solidFill>
              </a:rPr>
              <a:t>utilizator</a:t>
            </a:r>
            <a:r>
              <a:rPr lang="en-US" sz="2000" dirty="0">
                <a:solidFill>
                  <a:srgbClr val="FF0000"/>
                </a:solidFill>
              </a:rPr>
              <a:t>, </a:t>
            </a:r>
            <a:r>
              <a:rPr lang="en-US" sz="2000" dirty="0" err="1">
                <a:solidFill>
                  <a:srgbClr val="FF0000"/>
                </a:solidFill>
              </a:rPr>
              <a:t>trebuie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supraincarcat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operatorul</a:t>
            </a:r>
            <a:r>
              <a:rPr lang="en-US" sz="2000" dirty="0">
                <a:solidFill>
                  <a:srgbClr val="FF0000"/>
                </a:solidFill>
              </a:rPr>
              <a:t> &lt;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Google Shape;596;p58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B287E072-8ADF-45C5-8CB0-14E4BF29C7B3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39</a:t>
            </a:fld>
            <a:endParaRPr lang="en-US" sz="1800"/>
          </a:p>
        </p:txBody>
      </p:sp>
      <p:sp>
        <p:nvSpPr>
          <p:cNvPr id="40965" name="Google Shape;599;p58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600" name="Google Shape;600;p58"/>
          <p:cNvSpPr txBox="1"/>
          <p:nvPr/>
        </p:nvSpPr>
        <p:spPr>
          <a:xfrm>
            <a:off x="188913" y="1271588"/>
            <a:ext cx="9239250" cy="4984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err="1">
                <a:solidFill>
                  <a:srgbClr val="0000FF"/>
                </a:solidFill>
              </a:rPr>
              <a:t>Containere</a:t>
            </a:r>
            <a:r>
              <a:rPr lang="en-US" sz="2000" b="1">
                <a:solidFill>
                  <a:srgbClr val="0000FF"/>
                </a:solidFill>
              </a:rPr>
              <a:t> </a:t>
            </a:r>
            <a:r>
              <a:rPr lang="en-US" sz="2000" b="1" err="1">
                <a:solidFill>
                  <a:srgbClr val="0000FF"/>
                </a:solidFill>
              </a:rPr>
              <a:t>asociative</a:t>
            </a:r>
            <a:r>
              <a:rPr lang="en-US" sz="2000" b="1">
                <a:solidFill>
                  <a:srgbClr val="0000FF"/>
                </a:solidFill>
              </a:rPr>
              <a:t>						</a:t>
            </a:r>
            <a:endParaRPr sz="2000" b="1">
              <a:solidFill>
                <a:srgbClr val="0000FF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 b="1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err="1"/>
              <a:t>eficiente</a:t>
            </a:r>
            <a:r>
              <a:rPr lang="en-US" sz="2000"/>
              <a:t> </a:t>
            </a:r>
            <a:r>
              <a:rPr lang="en-US" sz="2000" err="1"/>
              <a:t>în</a:t>
            </a:r>
            <a:r>
              <a:rPr lang="en-US" sz="2000"/>
              <a:t> </a:t>
            </a:r>
            <a:r>
              <a:rPr lang="en-US" sz="2000" err="1"/>
              <a:t>accesare</a:t>
            </a:r>
            <a:r>
              <a:rPr lang="en-US" sz="2000"/>
              <a:t> </a:t>
            </a:r>
            <a:r>
              <a:rPr lang="en-US" sz="2000" err="1"/>
              <a:t>elementelor</a:t>
            </a:r>
            <a:r>
              <a:rPr lang="en-US" sz="2000"/>
              <a:t> </a:t>
            </a:r>
            <a:r>
              <a:rPr lang="en-US" sz="2000" err="1"/>
              <a:t>folosind</a:t>
            </a:r>
            <a:r>
              <a:rPr lang="en-US" sz="2000"/>
              <a:t> </a:t>
            </a:r>
            <a:r>
              <a:rPr lang="en-US" sz="2000" err="1"/>
              <a:t>chei</a:t>
            </a:r>
            <a:r>
              <a:rPr lang="en-US" sz="2000"/>
              <a:t> (nu </a:t>
            </a:r>
            <a:r>
              <a:rPr lang="en-US" sz="2000" err="1"/>
              <a:t>folosind</a:t>
            </a:r>
            <a:r>
              <a:rPr lang="en-US" sz="2000"/>
              <a:t> </a:t>
            </a:r>
            <a:r>
              <a:rPr lang="en-US" sz="2000" err="1"/>
              <a:t>poziții</a:t>
            </a:r>
            <a:r>
              <a:rPr lang="en-US" sz="2000"/>
              <a:t> ca </a:t>
            </a:r>
            <a:r>
              <a:rPr lang="en-US" sz="2000" err="1"/>
              <a:t>și</a:t>
            </a:r>
            <a:r>
              <a:rPr lang="en-US" sz="2000"/>
              <a:t> </a:t>
            </a:r>
            <a:r>
              <a:rPr lang="en-US" sz="2000" err="1"/>
              <a:t>în</a:t>
            </a:r>
            <a:r>
              <a:rPr lang="en-US" sz="2000"/>
              <a:t> </a:t>
            </a:r>
            <a:r>
              <a:rPr lang="en-US" sz="2000" err="1"/>
              <a:t>cazul</a:t>
            </a:r>
            <a:r>
              <a:rPr lang="en-US" sz="2000"/>
              <a:t> </a:t>
            </a:r>
            <a:r>
              <a:rPr lang="en-US" sz="2000" err="1"/>
              <a:t>containerelor</a:t>
            </a:r>
            <a:r>
              <a:rPr lang="en-US" sz="2000"/>
              <a:t> de tip </a:t>
            </a:r>
            <a:r>
              <a:rPr lang="en-US" sz="2000" err="1"/>
              <a:t>secvență</a:t>
            </a:r>
            <a:r>
              <a:rPr lang="en-US" sz="2000"/>
              <a:t>).</a:t>
            </a: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/>
              <a:t>• </a:t>
            </a:r>
            <a:r>
              <a:rPr lang="en-US" sz="2000" b="1">
                <a:solidFill>
                  <a:srgbClr val="0000FF"/>
                </a:solidFill>
              </a:rPr>
              <a:t>Set</a:t>
            </a:r>
            <a:endParaRPr sz="2000" b="1">
              <a:solidFill>
                <a:srgbClr val="0000FF"/>
              </a:solidFill>
            </a:endParaRPr>
          </a:p>
          <a:p>
            <a:pPr marL="457200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 err="1"/>
              <a:t>mulțime</a:t>
            </a:r>
            <a:r>
              <a:rPr lang="en-US" sz="2000"/>
              <a:t> - </a:t>
            </a:r>
            <a:r>
              <a:rPr lang="en-US" sz="2000" err="1"/>
              <a:t>stochează</a:t>
            </a:r>
            <a:r>
              <a:rPr lang="en-US" sz="2000"/>
              <a:t> </a:t>
            </a:r>
            <a:r>
              <a:rPr lang="en-US" sz="2000" err="1"/>
              <a:t>elemente</a:t>
            </a:r>
            <a:r>
              <a:rPr lang="en-US" sz="2000"/>
              <a:t> </a:t>
            </a:r>
            <a:r>
              <a:rPr lang="en-US" sz="2000" err="1"/>
              <a:t>distincte</a:t>
            </a:r>
            <a:r>
              <a:rPr lang="en-US" sz="2000"/>
              <a:t>. </a:t>
            </a:r>
            <a:endParaRPr sz="2000"/>
          </a:p>
          <a:p>
            <a:pPr marL="457200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/>
              <a:t>se </a:t>
            </a:r>
            <a:r>
              <a:rPr lang="en-US" sz="2000" err="1"/>
              <a:t>folosește</a:t>
            </a:r>
            <a:r>
              <a:rPr lang="en-US" sz="2000"/>
              <a:t> </a:t>
            </a:r>
            <a:r>
              <a:rPr lang="en-US" sz="2000" err="1"/>
              <a:t>arbore</a:t>
            </a:r>
            <a:r>
              <a:rPr lang="en-US" sz="2000"/>
              <a:t> </a:t>
            </a:r>
            <a:r>
              <a:rPr lang="en-US" sz="2000" err="1"/>
              <a:t>binar</a:t>
            </a:r>
            <a:r>
              <a:rPr lang="en-US" sz="2000"/>
              <a:t> de </a:t>
            </a:r>
            <a:r>
              <a:rPr lang="en-US" sz="2000" err="1"/>
              <a:t>căutare</a:t>
            </a:r>
            <a:r>
              <a:rPr lang="en-US" sz="2000"/>
              <a:t> ca </a:t>
            </a:r>
            <a:r>
              <a:rPr lang="en-US" sz="2000" err="1"/>
              <a:t>și</a:t>
            </a:r>
            <a:r>
              <a:rPr lang="en-US" sz="2000"/>
              <a:t> </a:t>
            </a:r>
            <a:r>
              <a:rPr lang="en-US" sz="2000" err="1"/>
              <a:t>reprezentare</a:t>
            </a:r>
            <a:r>
              <a:rPr lang="en-US" sz="2000"/>
              <a:t> </a:t>
            </a:r>
            <a:r>
              <a:rPr lang="en-US" sz="2000" err="1"/>
              <a:t>internă</a:t>
            </a:r>
            <a:endParaRPr sz="2000"/>
          </a:p>
          <a:p>
            <a:pPr marL="457200"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/>
              <a:t>• </a:t>
            </a:r>
            <a:r>
              <a:rPr lang="en-US" sz="2000" b="1">
                <a:solidFill>
                  <a:srgbClr val="0000FF"/>
                </a:solidFill>
              </a:rPr>
              <a:t>Map</a:t>
            </a:r>
            <a:endParaRPr sz="2000" b="1">
              <a:solidFill>
                <a:srgbClr val="0000FF"/>
              </a:solidFill>
            </a:endParaRPr>
          </a:p>
          <a:p>
            <a:pPr marL="457200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 err="1"/>
              <a:t>dictionar</a:t>
            </a:r>
            <a:r>
              <a:rPr lang="en-US" sz="2000"/>
              <a:t> - </a:t>
            </a:r>
            <a:r>
              <a:rPr lang="en-US" sz="2000" err="1"/>
              <a:t>stochează</a:t>
            </a:r>
            <a:r>
              <a:rPr lang="en-US" sz="2000"/>
              <a:t> </a:t>
            </a:r>
            <a:r>
              <a:rPr lang="en-US" sz="2000" err="1"/>
              <a:t>elemente</a:t>
            </a:r>
            <a:r>
              <a:rPr lang="en-US" sz="2000"/>
              <a:t> </a:t>
            </a:r>
            <a:r>
              <a:rPr lang="en-US" sz="2000" err="1"/>
              <a:t>formate</a:t>
            </a:r>
            <a:r>
              <a:rPr lang="en-US" sz="2000"/>
              <a:t> din </a:t>
            </a:r>
            <a:r>
              <a:rPr lang="en-US" sz="2000" err="1"/>
              <a:t>cheie</a:t>
            </a:r>
            <a:r>
              <a:rPr lang="en-US" sz="2000"/>
              <a:t> </a:t>
            </a:r>
            <a:r>
              <a:rPr lang="en-US" sz="2000" err="1"/>
              <a:t>și</a:t>
            </a:r>
            <a:r>
              <a:rPr lang="en-US" sz="2000"/>
              <a:t> </a:t>
            </a:r>
            <a:r>
              <a:rPr lang="en-US" sz="2000" err="1"/>
              <a:t>valoare</a:t>
            </a:r>
            <a:endParaRPr sz="2000"/>
          </a:p>
          <a:p>
            <a:pPr marL="457200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/>
              <a:t>nu </a:t>
            </a:r>
            <a:r>
              <a:rPr lang="en-US" sz="2000" err="1"/>
              <a:t>putem</a:t>
            </a:r>
            <a:r>
              <a:rPr lang="en-US" sz="2000"/>
              <a:t> </a:t>
            </a:r>
            <a:r>
              <a:rPr lang="en-US" sz="2000" err="1"/>
              <a:t>avea</a:t>
            </a:r>
            <a:r>
              <a:rPr lang="en-US" sz="2000"/>
              <a:t> </a:t>
            </a:r>
            <a:r>
              <a:rPr lang="en-US" sz="2000" err="1"/>
              <a:t>chei</a:t>
            </a:r>
            <a:r>
              <a:rPr lang="en-US" sz="2000"/>
              <a:t> duplicate</a:t>
            </a:r>
            <a:endParaRPr sz="2000"/>
          </a:p>
          <a:p>
            <a:pPr marL="457200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 b="1" err="1"/>
              <a:t>multimap</a:t>
            </a:r>
            <a:r>
              <a:rPr lang="en-US" sz="2000"/>
              <a:t> </a:t>
            </a:r>
            <a:r>
              <a:rPr lang="en-US" sz="2000" err="1"/>
              <a:t>poate</a:t>
            </a:r>
            <a:r>
              <a:rPr lang="en-US" sz="2000"/>
              <a:t> </a:t>
            </a:r>
            <a:r>
              <a:rPr lang="en-US" sz="2000" err="1"/>
              <a:t>avea</a:t>
            </a:r>
            <a:r>
              <a:rPr lang="en-US" sz="2000"/>
              <a:t> </a:t>
            </a:r>
            <a:r>
              <a:rPr lang="en-US" sz="2000" err="1"/>
              <a:t>chei</a:t>
            </a:r>
            <a:r>
              <a:rPr lang="en-US" sz="2000"/>
              <a:t> duplicate</a:t>
            </a:r>
            <a:endParaRPr sz="2000"/>
          </a:p>
          <a:p>
            <a:pPr marL="457200"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/>
              <a:t>• </a:t>
            </a:r>
            <a:r>
              <a:rPr lang="en-US" sz="2000" b="1" err="1">
                <a:solidFill>
                  <a:srgbClr val="0000FF"/>
                </a:solidFill>
              </a:rPr>
              <a:t>Bitset</a:t>
            </a:r>
            <a:endParaRPr sz="2000" b="1">
              <a:solidFill>
                <a:srgbClr val="0000FF"/>
              </a:solidFill>
            </a:endParaRPr>
          </a:p>
          <a:p>
            <a:pPr marL="457200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/>
              <a:t>container special </a:t>
            </a:r>
            <a:r>
              <a:rPr lang="en-US" sz="2000" err="1"/>
              <a:t>pentru</a:t>
            </a:r>
            <a:r>
              <a:rPr lang="en-US" sz="2000"/>
              <a:t> a </a:t>
            </a:r>
            <a:r>
              <a:rPr lang="en-US" sz="2000" err="1"/>
              <a:t>stoca</a:t>
            </a:r>
            <a:r>
              <a:rPr lang="en-US" sz="2000"/>
              <a:t> </a:t>
            </a:r>
            <a:r>
              <a:rPr lang="en-US" sz="2000" err="1"/>
              <a:t>biti</a:t>
            </a:r>
            <a:r>
              <a:rPr lang="en-US" sz="2000"/>
              <a:t>.</a:t>
            </a: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 b="1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 b="1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Google Shape;608;p59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E5ABE47C-708E-40A9-8D45-AE32B2260F3E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40</a:t>
            </a:fld>
            <a:endParaRPr lang="en-US" sz="1800"/>
          </a:p>
        </p:txBody>
      </p:sp>
      <p:sp>
        <p:nvSpPr>
          <p:cNvPr id="41989" name="Google Shape;611;p59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612" name="Google Shape;612;p59"/>
          <p:cNvSpPr txBox="1"/>
          <p:nvPr/>
        </p:nvSpPr>
        <p:spPr>
          <a:xfrm>
            <a:off x="274638" y="1271588"/>
            <a:ext cx="9531350" cy="49164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err="1">
                <a:solidFill>
                  <a:srgbClr val="0000FF"/>
                </a:solidFill>
              </a:rPr>
              <a:t>Containere</a:t>
            </a:r>
            <a:r>
              <a:rPr lang="en-US" sz="2000" b="1">
                <a:solidFill>
                  <a:srgbClr val="0000FF"/>
                </a:solidFill>
              </a:rPr>
              <a:t> </a:t>
            </a:r>
            <a:r>
              <a:rPr lang="en-US" sz="2000" b="1" err="1">
                <a:solidFill>
                  <a:srgbClr val="0000FF"/>
                </a:solidFill>
              </a:rPr>
              <a:t>asociative</a:t>
            </a:r>
            <a:r>
              <a:rPr lang="en-US" sz="2000" b="1">
                <a:solidFill>
                  <a:srgbClr val="0000FF"/>
                </a:solidFill>
              </a:rPr>
              <a:t>										Map	</a:t>
            </a:r>
            <a:endParaRPr sz="2000" b="1">
              <a:solidFill>
                <a:srgbClr val="0000FF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 b="1"/>
          </a:p>
          <a:p>
            <a:pPr marL="457200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/>
              <a:t>in </a:t>
            </a:r>
            <a:r>
              <a:rPr lang="en-US" sz="2000" err="1"/>
              <a:t>sens</a:t>
            </a:r>
            <a:r>
              <a:rPr lang="en-US" sz="2000"/>
              <a:t> general, map = </a:t>
            </a:r>
            <a:r>
              <a:rPr lang="en-US" sz="2000" err="1"/>
              <a:t>lista</a:t>
            </a:r>
            <a:r>
              <a:rPr lang="en-US" sz="2000"/>
              <a:t> de </a:t>
            </a:r>
            <a:r>
              <a:rPr lang="en-US" sz="2000" err="1"/>
              <a:t>perechi</a:t>
            </a:r>
            <a:r>
              <a:rPr lang="en-US" sz="2000"/>
              <a:t> </a:t>
            </a:r>
            <a:r>
              <a:rPr lang="en-US" sz="2000" err="1"/>
              <a:t>cheie</a:t>
            </a:r>
            <a:r>
              <a:rPr lang="en-US" sz="2000"/>
              <a:t> - </a:t>
            </a:r>
            <a:r>
              <a:rPr lang="en-US" sz="2000" err="1"/>
              <a:t>valoare</a:t>
            </a: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1">
                <a:solidFill>
                  <a:srgbClr val="FF0000"/>
                </a:solidFill>
              </a:rPr>
              <a:t>template &lt;class Key, class T, class Comp = less&lt;Key&gt;, class Allocator =  allocator &lt;pair&lt;const </a:t>
            </a:r>
            <a:r>
              <a:rPr lang="en-US" sz="2000" b="1" i="1" err="1">
                <a:solidFill>
                  <a:srgbClr val="FF0000"/>
                </a:solidFill>
              </a:rPr>
              <a:t>Key,T</a:t>
            </a:r>
            <a:r>
              <a:rPr lang="en-US" sz="2000" b="1" i="1">
                <a:solidFill>
                  <a:srgbClr val="FF0000"/>
                </a:solidFill>
              </a:rPr>
              <a:t>&gt; &gt; class map</a:t>
            </a:r>
            <a:endParaRPr sz="2000" b="1" i="1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 b="1" i="1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/>
              <a:t>Key = </a:t>
            </a:r>
            <a:r>
              <a:rPr lang="en-US" sz="2000" err="1"/>
              <a:t>tipul</a:t>
            </a:r>
            <a:r>
              <a:rPr lang="en-US" sz="2000"/>
              <a:t> </a:t>
            </a:r>
            <a:r>
              <a:rPr lang="en-US" sz="2000" err="1"/>
              <a:t>cheilor</a:t>
            </a: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/>
              <a:t>T = </a:t>
            </a:r>
            <a:r>
              <a:rPr lang="en-US" sz="2000" err="1"/>
              <a:t>tipul</a:t>
            </a:r>
            <a:r>
              <a:rPr lang="en-US" sz="2000"/>
              <a:t> </a:t>
            </a:r>
            <a:r>
              <a:rPr lang="en-US" sz="2000" err="1"/>
              <a:t>valorilor</a:t>
            </a: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/>
              <a:t>Comp = </a:t>
            </a:r>
            <a:r>
              <a:rPr lang="en-US" sz="2000" err="1"/>
              <a:t>functie</a:t>
            </a:r>
            <a:r>
              <a:rPr lang="en-US" sz="2000"/>
              <a:t> care </a:t>
            </a:r>
            <a:r>
              <a:rPr lang="en-US" sz="2000" err="1"/>
              <a:t>compara</a:t>
            </a:r>
            <a:r>
              <a:rPr lang="en-US" sz="2000"/>
              <a:t> 2 </a:t>
            </a:r>
            <a:r>
              <a:rPr lang="en-US" sz="2000" err="1"/>
              <a:t>chei</a:t>
            </a: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/>
              <a:t>Allocator = </a:t>
            </a:r>
            <a:r>
              <a:rPr lang="en-US" sz="2000" err="1"/>
              <a:t>tipul</a:t>
            </a:r>
            <a:r>
              <a:rPr lang="en-US" sz="2000"/>
              <a:t> de </a:t>
            </a:r>
            <a:r>
              <a:rPr lang="en-US" sz="2000" err="1"/>
              <a:t>alocator</a:t>
            </a:r>
            <a:r>
              <a:rPr lang="en-US" sz="2000"/>
              <a:t> </a:t>
            </a:r>
            <a:r>
              <a:rPr lang="en-US" sz="2000" err="1"/>
              <a:t>utilizat</a:t>
            </a:r>
            <a:r>
              <a:rPr lang="en-US" sz="2000"/>
              <a:t> (in general </a:t>
            </a:r>
            <a:r>
              <a:rPr lang="en-US" sz="2000" err="1"/>
              <a:t>cel</a:t>
            </a:r>
            <a:r>
              <a:rPr lang="en-US" sz="2000"/>
              <a:t> standard).</a:t>
            </a: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 b="1" i="1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1" err="1">
                <a:solidFill>
                  <a:srgbClr val="FF0000"/>
                </a:solidFill>
              </a:rPr>
              <a:t>Inserarea</a:t>
            </a:r>
            <a:r>
              <a:rPr lang="en-US" sz="2000" b="1" i="1">
                <a:solidFill>
                  <a:srgbClr val="FF0000"/>
                </a:solidFill>
              </a:rPr>
              <a:t> se face </a:t>
            </a:r>
            <a:r>
              <a:rPr lang="en-US" sz="2000" b="1" i="1" err="1">
                <a:solidFill>
                  <a:srgbClr val="FF0000"/>
                </a:solidFill>
              </a:rPr>
              <a:t>ordonat</a:t>
            </a:r>
            <a:r>
              <a:rPr lang="en-US" sz="2000" b="1" i="1">
                <a:solidFill>
                  <a:srgbClr val="FF0000"/>
                </a:solidFill>
              </a:rPr>
              <a:t> </a:t>
            </a:r>
            <a:r>
              <a:rPr lang="en-US" sz="2000" b="1" i="1" err="1">
                <a:solidFill>
                  <a:srgbClr val="FF0000"/>
                </a:solidFill>
              </a:rPr>
              <a:t>dupa</a:t>
            </a:r>
            <a:r>
              <a:rPr lang="en-US" sz="2000" b="1" i="1">
                <a:solidFill>
                  <a:srgbClr val="FF0000"/>
                </a:solidFill>
              </a:rPr>
              <a:t> </a:t>
            </a:r>
            <a:r>
              <a:rPr lang="en-US" sz="2000" b="1" i="1" err="1">
                <a:solidFill>
                  <a:srgbClr val="FF0000"/>
                </a:solidFill>
              </a:rPr>
              <a:t>chei</a:t>
            </a:r>
            <a:r>
              <a:rPr lang="en-US" sz="2000" b="1" i="1">
                <a:solidFill>
                  <a:srgbClr val="FF0000"/>
                </a:solidFill>
              </a:rPr>
              <a:t>.</a:t>
            </a:r>
            <a:endParaRPr sz="2000" b="1" i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Google Shape;620;p60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52A8BB7D-6D70-4408-B917-EE246D65ACA4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41</a:t>
            </a:fld>
            <a:endParaRPr lang="en-US" sz="1800"/>
          </a:p>
        </p:txBody>
      </p:sp>
      <p:sp>
        <p:nvSpPr>
          <p:cNvPr id="43013" name="Google Shape;623;p60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43014" name="Google Shape;624;p60"/>
          <p:cNvSpPr txBox="1">
            <a:spLocks noChangeArrowheads="1"/>
          </p:cNvSpPr>
          <p:nvPr/>
        </p:nvSpPr>
        <p:spPr bwMode="auto">
          <a:xfrm>
            <a:off x="171450" y="1271588"/>
            <a:ext cx="9761538" cy="491648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>
                <a:solidFill>
                  <a:srgbClr val="0000FF"/>
                </a:solidFill>
              </a:rPr>
              <a:t>Containere asociative										Map	</a:t>
            </a:r>
          </a:p>
          <a:p>
            <a:endParaRPr lang="en-US" sz="2000" b="1"/>
          </a:p>
          <a:p>
            <a:r>
              <a:rPr lang="en-US" sz="2000"/>
              <a:t>Constructori:</a:t>
            </a:r>
          </a:p>
          <a:p>
            <a:endParaRPr lang="en-US" sz="2000"/>
          </a:p>
          <a:p>
            <a:r>
              <a:rPr lang="en-US" sz="2000" b="1" i="1"/>
              <a:t>explicit map(const Comp &amp;cmpfn = Comp( ), const Allocator &amp;a = Allocator( ) ); </a:t>
            </a:r>
          </a:p>
          <a:p>
            <a:endParaRPr lang="en-US" sz="2000" i="1"/>
          </a:p>
          <a:p>
            <a:r>
              <a:rPr lang="en-US" sz="2000" b="1" i="1">
                <a:solidFill>
                  <a:srgbClr val="FF0000"/>
                </a:solidFill>
              </a:rPr>
              <a:t>// expl. map&lt;char,int&gt; m;</a:t>
            </a:r>
            <a:r>
              <a:rPr lang="en-US" sz="2000" i="1">
                <a:solidFill>
                  <a:srgbClr val="FF0000"/>
                </a:solidFill>
              </a:rPr>
              <a:t> </a:t>
            </a:r>
            <a:r>
              <a:rPr lang="en-US" sz="2000" i="1"/>
              <a:t>- map cu zero elemente;</a:t>
            </a:r>
          </a:p>
          <a:p>
            <a:endParaRPr lang="en-US" sz="2000" b="1" i="1"/>
          </a:p>
          <a:p>
            <a:r>
              <a:rPr lang="en-US" sz="2000" b="1" i="1"/>
              <a:t>map(const map&lt;Key,T,Comp,Allocator&gt; &amp;ob);</a:t>
            </a:r>
          </a:p>
          <a:p>
            <a:endParaRPr lang="en-US" sz="2000" b="1" i="1"/>
          </a:p>
          <a:p>
            <a:r>
              <a:rPr lang="en-US" sz="2000" b="1" i="1"/>
              <a:t>template &lt;class InIter&gt;</a:t>
            </a:r>
          </a:p>
          <a:p>
            <a:r>
              <a:rPr lang="en-US" sz="2000" b="1" i="1"/>
              <a:t>map(InIter start, InIter end, const Comp &amp;cmpfn = Comp( ), const Allocator &amp;a = Allocator( ));</a:t>
            </a:r>
          </a:p>
          <a:p>
            <a:endParaRPr lang="en-US" sz="20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Google Shape;632;p61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62C0685A-3658-44A7-9FC7-3FE271371BD9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42</a:t>
            </a:fld>
            <a:endParaRPr lang="en-US" sz="1800"/>
          </a:p>
        </p:txBody>
      </p:sp>
      <p:sp>
        <p:nvSpPr>
          <p:cNvPr id="44037" name="Google Shape;635;p61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44038" name="Google Shape;636;p61"/>
          <p:cNvSpPr txBox="1">
            <a:spLocks noChangeArrowheads="1"/>
          </p:cNvSpPr>
          <p:nvPr/>
        </p:nvSpPr>
        <p:spPr bwMode="auto">
          <a:xfrm>
            <a:off x="274638" y="1271588"/>
            <a:ext cx="9636125" cy="545306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 anchor="t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 dirty="0" err="1">
                <a:solidFill>
                  <a:srgbClr val="0000FF"/>
                </a:solidFill>
                <a:latin typeface="Arial"/>
                <a:cs typeface="Arial"/>
              </a:rPr>
              <a:t>Containere</a:t>
            </a:r>
            <a:r>
              <a:rPr lang="en-US" sz="2000" b="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Arial"/>
                <a:cs typeface="Arial"/>
              </a:rPr>
              <a:t>asociative</a:t>
            </a:r>
            <a:r>
              <a:rPr lang="en-US" sz="2000" b="1" dirty="0">
                <a:solidFill>
                  <a:srgbClr val="0000FF"/>
                </a:solidFill>
                <a:latin typeface="Arial"/>
                <a:cs typeface="Arial"/>
              </a:rPr>
              <a:t>										Map	</a:t>
            </a:r>
          </a:p>
          <a:p>
            <a:endParaRPr lang="en-US" sz="2000" b="1"/>
          </a:p>
          <a:p>
            <a:r>
              <a:rPr lang="en-US" sz="2000" b="1" dirty="0" err="1">
                <a:latin typeface="Arial"/>
                <a:cs typeface="Arial"/>
              </a:rPr>
              <a:t>Functii</a:t>
            </a:r>
            <a:r>
              <a:rPr lang="en-US" sz="2000" b="1" dirty="0">
                <a:latin typeface="Arial"/>
                <a:cs typeface="Arial"/>
              </a:rPr>
              <a:t> </a:t>
            </a:r>
            <a:r>
              <a:rPr lang="en-US" sz="2000" b="1" dirty="0" err="1">
                <a:latin typeface="Arial"/>
                <a:cs typeface="Arial"/>
              </a:rPr>
              <a:t>membre</a:t>
            </a:r>
            <a:r>
              <a:rPr lang="en-US" sz="2000" b="1" dirty="0">
                <a:latin typeface="Arial"/>
                <a:cs typeface="Arial"/>
              </a:rPr>
              <a:t> </a:t>
            </a:r>
            <a:r>
              <a:rPr lang="en-US" sz="2000" b="1" dirty="0" err="1">
                <a:latin typeface="Arial"/>
                <a:cs typeface="Arial"/>
              </a:rPr>
              <a:t>uzuale</a:t>
            </a:r>
            <a:r>
              <a:rPr lang="en-US" sz="2000" b="1" dirty="0">
                <a:latin typeface="Arial"/>
                <a:cs typeface="Arial"/>
              </a:rPr>
              <a:t> (</a:t>
            </a:r>
            <a:r>
              <a:rPr lang="en-US" sz="2000" b="1" dirty="0" err="1">
                <a:latin typeface="Arial"/>
                <a:cs typeface="Arial"/>
              </a:rPr>
              <a:t>sursa</a:t>
            </a:r>
            <a:r>
              <a:rPr lang="en-US" sz="2000" b="1" dirty="0">
                <a:latin typeface="Arial"/>
                <a:cs typeface="Arial"/>
              </a:rPr>
              <a:t> H. Schildt)</a:t>
            </a:r>
          </a:p>
          <a:p>
            <a:endParaRPr lang="en-US" sz="2000"/>
          </a:p>
          <a:p>
            <a:r>
              <a:rPr lang="en-US" sz="2000" b="1" dirty="0">
                <a:latin typeface="Arial"/>
                <a:cs typeface="Arial"/>
              </a:rPr>
              <a:t>Member 						Description </a:t>
            </a:r>
          </a:p>
          <a:p>
            <a:endParaRPr lang="en-US" sz="2000"/>
          </a:p>
          <a:p>
            <a:r>
              <a:rPr lang="en-US" sz="2000" dirty="0">
                <a:latin typeface="Arial"/>
                <a:cs typeface="Arial"/>
              </a:rPr>
              <a:t>iterator begin( ); </a:t>
            </a:r>
          </a:p>
          <a:p>
            <a:r>
              <a:rPr lang="en-US" sz="2000" dirty="0" err="1">
                <a:latin typeface="Arial"/>
                <a:cs typeface="Arial"/>
              </a:rPr>
              <a:t>const_iterator</a:t>
            </a:r>
            <a:r>
              <a:rPr lang="en-US" sz="2000" dirty="0">
                <a:latin typeface="Arial"/>
                <a:cs typeface="Arial"/>
              </a:rPr>
              <a:t> begin( ) const; 	</a:t>
            </a:r>
            <a:r>
              <a:rPr lang="en-US" sz="2000" dirty="0" err="1">
                <a:latin typeface="Arial"/>
                <a:cs typeface="Arial"/>
              </a:rPr>
              <a:t>returneaza</a:t>
            </a:r>
            <a:r>
              <a:rPr lang="en-US" sz="2000" dirty="0">
                <a:latin typeface="Arial"/>
                <a:cs typeface="Arial"/>
              </a:rPr>
              <a:t> un iterator </a:t>
            </a:r>
            <a:r>
              <a:rPr lang="en-US" sz="2000" dirty="0" err="1">
                <a:latin typeface="Arial"/>
                <a:cs typeface="Arial"/>
              </a:rPr>
              <a:t>catre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primul</a:t>
            </a:r>
            <a:r>
              <a:rPr lang="en-US" sz="2000" dirty="0">
                <a:latin typeface="Arial"/>
                <a:cs typeface="Arial"/>
              </a:rPr>
              <a:t> element;</a:t>
            </a:r>
          </a:p>
          <a:p>
            <a:endParaRPr lang="en-US" sz="2000"/>
          </a:p>
          <a:p>
            <a:r>
              <a:rPr lang="en-US" sz="2000" dirty="0">
                <a:latin typeface="Arial"/>
                <a:cs typeface="Arial"/>
              </a:rPr>
              <a:t>iterator end( ); </a:t>
            </a:r>
          </a:p>
          <a:p>
            <a:r>
              <a:rPr lang="en-US" sz="2000" dirty="0" err="1">
                <a:latin typeface="Arial"/>
                <a:cs typeface="Arial"/>
              </a:rPr>
              <a:t>const_iterator</a:t>
            </a:r>
            <a:r>
              <a:rPr lang="en-US" sz="2000" dirty="0">
                <a:latin typeface="Arial"/>
                <a:cs typeface="Arial"/>
              </a:rPr>
              <a:t> end( ) const; 		</a:t>
            </a:r>
            <a:r>
              <a:rPr lang="en-US" sz="2000" dirty="0" err="1">
                <a:latin typeface="Arial"/>
                <a:cs typeface="Arial"/>
              </a:rPr>
              <a:t>returneaza</a:t>
            </a:r>
            <a:r>
              <a:rPr lang="en-US" sz="2000" dirty="0">
                <a:latin typeface="Arial"/>
                <a:cs typeface="Arial"/>
              </a:rPr>
              <a:t> un iterator </a:t>
            </a:r>
            <a:r>
              <a:rPr lang="en-US" sz="2000" dirty="0" err="1">
                <a:latin typeface="Arial"/>
                <a:cs typeface="Arial"/>
              </a:rPr>
              <a:t>catre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ultimul</a:t>
            </a:r>
            <a:r>
              <a:rPr lang="en-US" sz="2000" dirty="0">
                <a:latin typeface="Arial"/>
                <a:cs typeface="Arial"/>
              </a:rPr>
              <a:t> element; </a:t>
            </a:r>
          </a:p>
          <a:p>
            <a:endParaRPr lang="en-US" sz="2000"/>
          </a:p>
          <a:p>
            <a:r>
              <a:rPr lang="en-US" sz="2000" dirty="0">
                <a:latin typeface="Arial"/>
                <a:cs typeface="Arial"/>
              </a:rPr>
              <a:t>void clear( ); 					</a:t>
            </a:r>
            <a:r>
              <a:rPr lang="en-US" sz="2000" dirty="0" err="1">
                <a:latin typeface="Arial"/>
                <a:cs typeface="Arial"/>
              </a:rPr>
              <a:t>elimina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toate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elementele</a:t>
            </a:r>
            <a:r>
              <a:rPr lang="en-US" sz="2000" dirty="0">
                <a:latin typeface="Arial"/>
                <a:cs typeface="Arial"/>
              </a:rPr>
              <a:t> din map.</a:t>
            </a:r>
          </a:p>
          <a:p>
            <a:endParaRPr lang="en-US" sz="2000"/>
          </a:p>
          <a:p>
            <a:r>
              <a:rPr lang="en-US" sz="2000" dirty="0" err="1">
                <a:latin typeface="Arial"/>
                <a:cs typeface="Arial"/>
              </a:rPr>
              <a:t>size_type</a:t>
            </a:r>
            <a:r>
              <a:rPr lang="en-US" sz="2000" dirty="0">
                <a:latin typeface="Arial"/>
                <a:cs typeface="Arial"/>
              </a:rPr>
              <a:t> count(const </a:t>
            </a:r>
            <a:r>
              <a:rPr lang="en-US" sz="2000" dirty="0" err="1">
                <a:latin typeface="Arial"/>
                <a:cs typeface="Arial"/>
              </a:rPr>
              <a:t>key_type</a:t>
            </a:r>
            <a:r>
              <a:rPr lang="en-US" sz="2000" dirty="0">
                <a:latin typeface="Arial"/>
                <a:cs typeface="Arial"/>
              </a:rPr>
              <a:t> &amp;k) const;       - </a:t>
            </a:r>
            <a:r>
              <a:rPr lang="en-US" sz="2000" dirty="0" err="1">
                <a:latin typeface="Arial"/>
                <a:cs typeface="Arial"/>
              </a:rPr>
              <a:t>numarul</a:t>
            </a:r>
            <a:r>
              <a:rPr lang="en-US" sz="2000" dirty="0">
                <a:latin typeface="Arial"/>
                <a:cs typeface="Arial"/>
              </a:rPr>
              <a:t> de </a:t>
            </a:r>
            <a:r>
              <a:rPr lang="en-US" sz="2000" dirty="0" err="1">
                <a:latin typeface="Arial"/>
                <a:cs typeface="Arial"/>
              </a:rPr>
              <a:t>aparitii</a:t>
            </a:r>
            <a:r>
              <a:rPr lang="en-US" sz="2000" dirty="0">
                <a:latin typeface="Arial"/>
                <a:cs typeface="Arial"/>
              </a:rPr>
              <a:t> ale </a:t>
            </a:r>
            <a:r>
              <a:rPr lang="en-US" sz="2000" dirty="0" err="1">
                <a:latin typeface="Arial"/>
                <a:cs typeface="Arial"/>
              </a:rPr>
              <a:t>lui</a:t>
            </a:r>
            <a:r>
              <a:rPr lang="en-US" sz="2000" dirty="0">
                <a:latin typeface="Arial"/>
                <a:cs typeface="Arial"/>
              </a:rPr>
              <a:t> k</a:t>
            </a:r>
          </a:p>
          <a:p>
            <a:endParaRPr lang="en-US" sz="2000"/>
          </a:p>
          <a:p>
            <a:r>
              <a:rPr lang="en-US" sz="2000" dirty="0">
                <a:latin typeface="Arial"/>
                <a:cs typeface="Arial"/>
              </a:rPr>
              <a:t>bool empty( ) const; 			“true(false)” </a:t>
            </a:r>
            <a:r>
              <a:rPr lang="en-US" sz="2000" dirty="0" err="1">
                <a:latin typeface="Arial"/>
                <a:cs typeface="Arial"/>
              </a:rPr>
              <a:t>daca</a:t>
            </a:r>
            <a:r>
              <a:rPr lang="en-US" sz="2000" dirty="0">
                <a:latin typeface="Arial"/>
                <a:cs typeface="Arial"/>
              </a:rPr>
              <a:t> map e (</a:t>
            </a:r>
            <a:r>
              <a:rPr lang="en-US" sz="2000" dirty="0" err="1">
                <a:latin typeface="Arial"/>
                <a:cs typeface="Arial"/>
              </a:rPr>
              <a:t>sau</a:t>
            </a:r>
            <a:r>
              <a:rPr lang="en-US" sz="2000" dirty="0">
                <a:latin typeface="Arial"/>
                <a:cs typeface="Arial"/>
              </a:rPr>
              <a:t> nu) </a:t>
            </a:r>
            <a:r>
              <a:rPr lang="en-US" sz="2000" dirty="0" err="1">
                <a:latin typeface="Arial"/>
                <a:cs typeface="Arial"/>
              </a:rPr>
              <a:t>gol</a:t>
            </a:r>
            <a:r>
              <a:rPr lang="en-US" sz="2000" dirty="0">
                <a:latin typeface="Arial"/>
                <a:cs typeface="Arial"/>
              </a:rPr>
              <a:t>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Google Shape;644;p62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CD243365-0AA0-4E1A-B0BA-595621A41AE2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43</a:t>
            </a:fld>
            <a:endParaRPr lang="en-US" sz="1800"/>
          </a:p>
        </p:txBody>
      </p:sp>
      <p:sp>
        <p:nvSpPr>
          <p:cNvPr id="45061" name="Google Shape;647;p62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45062" name="Google Shape;648;p62"/>
          <p:cNvSpPr txBox="1">
            <a:spLocks noChangeArrowheads="1"/>
          </p:cNvSpPr>
          <p:nvPr/>
        </p:nvSpPr>
        <p:spPr bwMode="auto">
          <a:xfrm>
            <a:off x="188913" y="1271588"/>
            <a:ext cx="9721850" cy="521811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>
                <a:solidFill>
                  <a:srgbClr val="0000FF"/>
                </a:solidFill>
              </a:rPr>
              <a:t>Containere asociative										Map	</a:t>
            </a:r>
          </a:p>
          <a:p>
            <a:endParaRPr lang="en-US" sz="2000" b="1"/>
          </a:p>
          <a:p>
            <a:r>
              <a:rPr lang="en-US" sz="2000" b="1"/>
              <a:t>Functii membre uzuale (sursa H. Schildt)</a:t>
            </a:r>
          </a:p>
          <a:p>
            <a:endParaRPr lang="en-US" sz="2000"/>
          </a:p>
          <a:p>
            <a:r>
              <a:rPr lang="en-US" sz="2000" b="1"/>
              <a:t>Member 						Description </a:t>
            </a:r>
          </a:p>
          <a:p>
            <a:endParaRPr lang="en-US" sz="2000"/>
          </a:p>
          <a:p>
            <a:r>
              <a:rPr lang="en-US" sz="2000"/>
              <a:t>iterator erase(iterator i); 		stergerea elementului pointat de i; returneaza un iterator catre elementul de dupa cel sters.</a:t>
            </a:r>
          </a:p>
          <a:p>
            <a:endParaRPr lang="en-US" sz="2000"/>
          </a:p>
          <a:p>
            <a:r>
              <a:rPr lang="en-US" sz="2000"/>
              <a:t>iterator erase(iterator start, iterator end); stergerea elementelor intre start si end.</a:t>
            </a:r>
          </a:p>
          <a:p>
            <a:endParaRPr lang="en-US" sz="2000"/>
          </a:p>
          <a:p>
            <a:r>
              <a:rPr lang="en-US" sz="2000"/>
              <a:t>size_type erase(const key_type &amp;k)   - stergerea tuturor valorilor k</a:t>
            </a:r>
          </a:p>
          <a:p>
            <a:endParaRPr lang="en-US" sz="2000"/>
          </a:p>
          <a:p>
            <a:r>
              <a:rPr lang="en-US" sz="2000"/>
              <a:t>iterator find(const key_type &amp;k); </a:t>
            </a:r>
          </a:p>
          <a:p>
            <a:r>
              <a:rPr lang="en-US" sz="2000"/>
              <a:t>const_iterator find(const key_type &amp;k) const; 	- returneaza un iterator catre valoarea cautata k sau catre sfarsitul map daca nu exista.</a:t>
            </a:r>
          </a:p>
          <a:p>
            <a:endParaRPr lang="en-US" sz="20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Google Shape;656;p63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6AF5B9E2-0E33-42F0-90C9-3F27ABB0458D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44</a:t>
            </a:fld>
            <a:endParaRPr lang="en-US" sz="1800"/>
          </a:p>
        </p:txBody>
      </p:sp>
      <p:sp>
        <p:nvSpPr>
          <p:cNvPr id="46085" name="Google Shape;659;p63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46086" name="Google Shape;660;p63"/>
          <p:cNvSpPr txBox="1">
            <a:spLocks noChangeArrowheads="1"/>
          </p:cNvSpPr>
          <p:nvPr/>
        </p:nvSpPr>
        <p:spPr bwMode="auto">
          <a:xfrm>
            <a:off x="188913" y="1271588"/>
            <a:ext cx="9721850" cy="56705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>
                <a:solidFill>
                  <a:srgbClr val="0000FF"/>
                </a:solidFill>
              </a:rPr>
              <a:t>Containere asociative										Map	</a:t>
            </a:r>
          </a:p>
          <a:p>
            <a:endParaRPr lang="en-US" sz="2000" b="1"/>
          </a:p>
          <a:p>
            <a:r>
              <a:rPr lang="en-US" sz="2000" b="1"/>
              <a:t>Functii membre uzuale (sursa H. Schildt)</a:t>
            </a:r>
          </a:p>
          <a:p>
            <a:endParaRPr lang="en-US" sz="2000"/>
          </a:p>
          <a:p>
            <a:r>
              <a:rPr lang="en-US" sz="2000" b="1"/>
              <a:t>Member 						Description </a:t>
            </a:r>
          </a:p>
          <a:p>
            <a:r>
              <a:rPr lang="en-US" sz="2000"/>
              <a:t>size_type size( ) const;</a:t>
            </a:r>
          </a:p>
          <a:p>
            <a:endParaRPr lang="en-US" sz="2000"/>
          </a:p>
          <a:p>
            <a:r>
              <a:rPr lang="en-US" sz="2000"/>
              <a:t>iterator insert(iterator i, const value_type &amp;val); - insereaza val pe pozitia pointata de i sau dupa; </a:t>
            </a:r>
          </a:p>
          <a:p>
            <a:endParaRPr lang="en-US" sz="2000"/>
          </a:p>
          <a:p>
            <a:r>
              <a:rPr lang="en-US" sz="2000"/>
              <a:t>template &lt;class InIter&gt;</a:t>
            </a:r>
          </a:p>
          <a:p>
            <a:r>
              <a:rPr lang="en-US" sz="2000"/>
              <a:t>void insert(InIter start, InIter end); - insereaza o secventa start-end.</a:t>
            </a:r>
          </a:p>
          <a:p>
            <a:endParaRPr lang="en-US" sz="2000"/>
          </a:p>
          <a:p>
            <a:r>
              <a:rPr lang="en-US" sz="2000"/>
              <a:t>pair &lt;iterator,bool&gt;</a:t>
            </a:r>
          </a:p>
          <a:p>
            <a:r>
              <a:rPr lang="en-US" sz="2000"/>
              <a:t>insert(const value_type &amp;val);		</a:t>
            </a:r>
          </a:p>
          <a:p>
            <a:endParaRPr lang="en-US" sz="2000"/>
          </a:p>
          <a:p>
            <a:r>
              <a:rPr lang="en-US" sz="2000"/>
              <a:t>mapped_type &amp; operator[ ](const key_type &amp;i)  - returneaza o referinta la elementul cheie i, daca nu exista, atunci se insereaza.</a:t>
            </a:r>
          </a:p>
          <a:p>
            <a:endParaRPr lang="en-US" sz="20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Google Shape;668;p64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96C015A4-2FC5-4585-A82A-CF02E5800EF8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45</a:t>
            </a:fld>
            <a:endParaRPr lang="en-US" sz="1800"/>
          </a:p>
        </p:txBody>
      </p:sp>
      <p:sp>
        <p:nvSpPr>
          <p:cNvPr id="47109" name="Google Shape;671;p64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47110" name="Google Shape;672;p64"/>
          <p:cNvSpPr txBox="1">
            <a:spLocks noChangeArrowheads="1"/>
          </p:cNvSpPr>
          <p:nvPr/>
        </p:nvSpPr>
        <p:spPr bwMode="auto">
          <a:xfrm>
            <a:off x="188913" y="1271588"/>
            <a:ext cx="9017000" cy="14414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>
                <a:solidFill>
                  <a:srgbClr val="0000FF"/>
                </a:solidFill>
              </a:rPr>
              <a:t>Containere asociative										Map	</a:t>
            </a:r>
          </a:p>
          <a:p>
            <a:endParaRPr lang="en-US" sz="2000" b="1"/>
          </a:p>
          <a:p>
            <a:r>
              <a:rPr lang="en-US" sz="2000" b="1"/>
              <a:t>Exemplu</a:t>
            </a:r>
          </a:p>
        </p:txBody>
      </p:sp>
      <p:grpSp>
        <p:nvGrpSpPr>
          <p:cNvPr id="47111" name="Group 9"/>
          <p:cNvGrpSpPr>
            <a:grpSpLocks/>
          </p:cNvGrpSpPr>
          <p:nvPr/>
        </p:nvGrpSpPr>
        <p:grpSpPr bwMode="auto">
          <a:xfrm>
            <a:off x="1763713" y="2103438"/>
            <a:ext cx="7696200" cy="5078412"/>
            <a:chOff x="1763712" y="2103437"/>
            <a:chExt cx="7696200" cy="5078313"/>
          </a:xfrm>
        </p:grpSpPr>
        <p:sp>
          <p:nvSpPr>
            <p:cNvPr id="47112" name="Rectangle 6"/>
            <p:cNvSpPr>
              <a:spLocks noChangeArrowheads="1"/>
            </p:cNvSpPr>
            <p:nvPr/>
          </p:nvSpPr>
          <p:spPr bwMode="auto">
            <a:xfrm>
              <a:off x="1763712" y="2103437"/>
              <a:ext cx="7696200" cy="50783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800">
                  <a:solidFill>
                    <a:srgbClr val="004A43"/>
                  </a:solidFill>
                  <a:latin typeface="Courier New" pitchFamily="49" charset="0"/>
                </a:rPr>
                <a:t>#include 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&lt;</a:t>
              </a:r>
              <a:r>
                <a:rPr lang="en-US" sz="1800">
                  <a:solidFill>
                    <a:srgbClr val="40015A"/>
                  </a:solidFill>
                  <a:latin typeface="Courier New" pitchFamily="49" charset="0"/>
                </a:rPr>
                <a:t>iostream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&gt;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solidFill>
                    <a:srgbClr val="004A43"/>
                  </a:solidFill>
                  <a:latin typeface="Courier New" pitchFamily="49" charset="0"/>
                </a:rPr>
                <a:t>#include 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&lt;</a:t>
              </a:r>
              <a:r>
                <a:rPr lang="en-US" sz="1800">
                  <a:solidFill>
                    <a:srgbClr val="40015A"/>
                  </a:solidFill>
                  <a:latin typeface="Courier New" pitchFamily="49" charset="0"/>
                </a:rPr>
                <a:t>map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&gt;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using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namespace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666616"/>
                  </a:solidFill>
                  <a:latin typeface="Courier New" pitchFamily="49" charset="0"/>
                </a:rPr>
                <a:t>std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400000"/>
                  </a:solidFill>
                  <a:latin typeface="Courier New" pitchFamily="49" charset="0"/>
                </a:rPr>
                <a:t>main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{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map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&lt;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,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&gt;</a:t>
              </a:r>
              <a:r>
                <a:rPr lang="en-US" sz="1800" b="1">
                  <a:latin typeface="Courier New" pitchFamily="49" charset="0"/>
                </a:rPr>
                <a:t> m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fr-FR" sz="1800">
                  <a:latin typeface="Courier New" pitchFamily="49" charset="0"/>
                </a:rPr>
                <a:t>    m</a:t>
              </a:r>
              <a:r>
                <a:rPr lang="fr-FR" sz="1800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fr-FR" sz="1800">
                  <a:latin typeface="Courier New" pitchFamily="49" charset="0"/>
                </a:rPr>
                <a:t>insert</a:t>
              </a:r>
              <a:r>
                <a:rPr lang="fr-FR" sz="1800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fr-FR" sz="1800">
                  <a:solidFill>
                    <a:srgbClr val="603000"/>
                  </a:solidFill>
                  <a:latin typeface="Courier New" pitchFamily="49" charset="0"/>
                </a:rPr>
                <a:t>pair</a:t>
              </a:r>
              <a:r>
                <a:rPr lang="fr-FR" sz="1800">
                  <a:solidFill>
                    <a:srgbClr val="800080"/>
                  </a:solidFill>
                  <a:latin typeface="Courier New" pitchFamily="49" charset="0"/>
                </a:rPr>
                <a:t>&lt;</a:t>
              </a:r>
              <a:r>
                <a:rPr lang="fr-FR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fr-FR" sz="1800" b="1">
                  <a:solidFill>
                    <a:srgbClr val="808030"/>
                  </a:solidFill>
                  <a:latin typeface="Courier New" pitchFamily="49" charset="0"/>
                </a:rPr>
                <a:t>,</a:t>
              </a:r>
              <a:r>
                <a:rPr lang="fr-FR" sz="1800" b="1">
                  <a:latin typeface="Courier New" pitchFamily="49" charset="0"/>
                </a:rPr>
                <a:t> </a:t>
              </a:r>
              <a:r>
                <a:rPr lang="fr-FR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fr-FR" sz="1800" b="1">
                  <a:solidFill>
                    <a:srgbClr val="800080"/>
                  </a:solidFill>
                  <a:latin typeface="Courier New" pitchFamily="49" charset="0"/>
                </a:rPr>
                <a:t>&gt;</a:t>
              </a:r>
              <a:r>
                <a:rPr lang="fr-FR" sz="1800" b="1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fr-FR" sz="1800" b="1">
                  <a:solidFill>
                    <a:srgbClr val="008C00"/>
                  </a:solidFill>
                  <a:latin typeface="Courier New" pitchFamily="49" charset="0"/>
                </a:rPr>
                <a:t>1</a:t>
              </a:r>
              <a:r>
                <a:rPr lang="fr-FR" sz="1800" b="1">
                  <a:solidFill>
                    <a:srgbClr val="808030"/>
                  </a:solidFill>
                  <a:latin typeface="Courier New" pitchFamily="49" charset="0"/>
                </a:rPr>
                <a:t>,</a:t>
              </a:r>
              <a:r>
                <a:rPr lang="fr-FR" sz="1800" b="1">
                  <a:solidFill>
                    <a:srgbClr val="008C00"/>
                  </a:solidFill>
                  <a:latin typeface="Courier New" pitchFamily="49" charset="0"/>
                </a:rPr>
                <a:t>100</a:t>
              </a:r>
              <a:r>
                <a:rPr lang="fr-FR" sz="1800" b="1">
                  <a:solidFill>
                    <a:srgbClr val="808030"/>
                  </a:solidFill>
                  <a:latin typeface="Courier New" pitchFamily="49" charset="0"/>
                </a:rPr>
                <a:t>))</a:t>
              </a:r>
              <a:r>
                <a:rPr lang="fr-FR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</a:p>
            <a:p>
              <a:r>
                <a:rPr lang="fr-FR" sz="1800" b="1">
                  <a:solidFill>
                    <a:srgbClr val="800080"/>
                  </a:solidFill>
                  <a:latin typeface="Courier New" pitchFamily="49" charset="0"/>
                </a:rPr>
                <a:t>   </a:t>
              </a:r>
              <a:r>
                <a:rPr lang="fr-FR" sz="1800" b="1">
                  <a:latin typeface="Courier New" pitchFamily="49" charset="0"/>
                </a:rPr>
                <a:t> m</a:t>
              </a:r>
              <a:r>
                <a:rPr lang="fr-FR" sz="1800" b="1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fr-FR" sz="1800" b="1">
                  <a:latin typeface="Courier New" pitchFamily="49" charset="0"/>
                </a:rPr>
                <a:t>insert</a:t>
              </a:r>
              <a:r>
                <a:rPr lang="fr-FR" sz="1800" b="1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fr-FR" sz="1800" b="1">
                  <a:solidFill>
                    <a:srgbClr val="603000"/>
                  </a:solidFill>
                  <a:latin typeface="Courier New" pitchFamily="49" charset="0"/>
                </a:rPr>
                <a:t>pair</a:t>
              </a:r>
              <a:r>
                <a:rPr lang="fr-FR" sz="1800" b="1">
                  <a:solidFill>
                    <a:srgbClr val="800080"/>
                  </a:solidFill>
                  <a:latin typeface="Courier New" pitchFamily="49" charset="0"/>
                </a:rPr>
                <a:t>&lt;</a:t>
              </a:r>
              <a:r>
                <a:rPr lang="fr-FR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fr-FR" sz="1800" b="1">
                  <a:solidFill>
                    <a:srgbClr val="808030"/>
                  </a:solidFill>
                  <a:latin typeface="Courier New" pitchFamily="49" charset="0"/>
                </a:rPr>
                <a:t>,</a:t>
              </a:r>
              <a:r>
                <a:rPr lang="fr-FR" sz="1800" b="1">
                  <a:latin typeface="Courier New" pitchFamily="49" charset="0"/>
                </a:rPr>
                <a:t> </a:t>
              </a:r>
              <a:r>
                <a:rPr lang="fr-FR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fr-FR" sz="1800" b="1">
                  <a:solidFill>
                    <a:srgbClr val="800080"/>
                  </a:solidFill>
                  <a:latin typeface="Courier New" pitchFamily="49" charset="0"/>
                </a:rPr>
                <a:t>&gt;</a:t>
              </a:r>
              <a:r>
                <a:rPr lang="fr-FR" sz="1800" b="1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fr-FR" sz="1800" b="1">
                  <a:solidFill>
                    <a:srgbClr val="008C00"/>
                  </a:solidFill>
                  <a:latin typeface="Courier New" pitchFamily="49" charset="0"/>
                </a:rPr>
                <a:t>7</a:t>
              </a:r>
              <a:r>
                <a:rPr lang="fr-FR" sz="1800" b="1">
                  <a:solidFill>
                    <a:srgbClr val="808030"/>
                  </a:solidFill>
                  <a:latin typeface="Courier New" pitchFamily="49" charset="0"/>
                </a:rPr>
                <a:t>,</a:t>
              </a:r>
              <a:r>
                <a:rPr lang="fr-FR" sz="1800" b="1">
                  <a:solidFill>
                    <a:srgbClr val="008C00"/>
                  </a:solidFill>
                  <a:latin typeface="Courier New" pitchFamily="49" charset="0"/>
                </a:rPr>
                <a:t>300</a:t>
              </a:r>
              <a:r>
                <a:rPr lang="fr-FR" sz="1800" b="1">
                  <a:solidFill>
                    <a:srgbClr val="808030"/>
                  </a:solidFill>
                  <a:latin typeface="Courier New" pitchFamily="49" charset="0"/>
                </a:rPr>
                <a:t>))</a:t>
              </a:r>
              <a:r>
                <a:rPr lang="fr-FR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fr-FR" sz="1800" b="1">
                <a:latin typeface="Courier New" pitchFamily="49" charset="0"/>
              </a:endParaRPr>
            </a:p>
            <a:p>
              <a:r>
                <a:rPr lang="fr-FR" sz="1800">
                  <a:latin typeface="Courier New" pitchFamily="49" charset="0"/>
                </a:rPr>
                <a:t>    m</a:t>
              </a:r>
              <a:r>
                <a:rPr lang="fr-FR" sz="1800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fr-FR" sz="1800">
                  <a:latin typeface="Courier New" pitchFamily="49" charset="0"/>
                </a:rPr>
                <a:t>insert</a:t>
              </a:r>
              <a:r>
                <a:rPr lang="fr-FR" sz="1800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fr-FR" sz="1800">
                  <a:solidFill>
                    <a:srgbClr val="603000"/>
                  </a:solidFill>
                  <a:latin typeface="Courier New" pitchFamily="49" charset="0"/>
                </a:rPr>
                <a:t>pair</a:t>
              </a:r>
              <a:r>
                <a:rPr lang="fr-FR" sz="1800">
                  <a:solidFill>
                    <a:srgbClr val="800080"/>
                  </a:solidFill>
                  <a:latin typeface="Courier New" pitchFamily="49" charset="0"/>
                </a:rPr>
                <a:t>&lt;</a:t>
              </a:r>
              <a:r>
                <a:rPr lang="fr-FR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fr-FR" sz="1800" b="1">
                  <a:solidFill>
                    <a:srgbClr val="808030"/>
                  </a:solidFill>
                  <a:latin typeface="Courier New" pitchFamily="49" charset="0"/>
                </a:rPr>
                <a:t>,</a:t>
              </a:r>
              <a:r>
                <a:rPr lang="fr-FR" sz="1800" b="1">
                  <a:latin typeface="Courier New" pitchFamily="49" charset="0"/>
                </a:rPr>
                <a:t> </a:t>
              </a:r>
              <a:r>
                <a:rPr lang="fr-FR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fr-FR" sz="1800" b="1">
                  <a:solidFill>
                    <a:srgbClr val="800080"/>
                  </a:solidFill>
                  <a:latin typeface="Courier New" pitchFamily="49" charset="0"/>
                </a:rPr>
                <a:t>&gt;</a:t>
              </a:r>
              <a:r>
                <a:rPr lang="fr-FR" sz="1800" b="1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fr-FR" sz="1800" b="1">
                  <a:solidFill>
                    <a:srgbClr val="008C00"/>
                  </a:solidFill>
                  <a:latin typeface="Courier New" pitchFamily="49" charset="0"/>
                </a:rPr>
                <a:t>3</a:t>
              </a:r>
              <a:r>
                <a:rPr lang="fr-FR" sz="1800" b="1">
                  <a:solidFill>
                    <a:srgbClr val="808030"/>
                  </a:solidFill>
                  <a:latin typeface="Courier New" pitchFamily="49" charset="0"/>
                </a:rPr>
                <a:t>,</a:t>
              </a:r>
              <a:r>
                <a:rPr lang="fr-FR" sz="1800" b="1">
                  <a:solidFill>
                    <a:srgbClr val="008C00"/>
                  </a:solidFill>
                  <a:latin typeface="Courier New" pitchFamily="49" charset="0"/>
                </a:rPr>
                <a:t>200</a:t>
              </a:r>
              <a:r>
                <a:rPr lang="fr-FR" sz="1800" b="1">
                  <a:solidFill>
                    <a:srgbClr val="808030"/>
                  </a:solidFill>
                  <a:latin typeface="Courier New" pitchFamily="49" charset="0"/>
                </a:rPr>
                <a:t>))</a:t>
              </a:r>
              <a:r>
                <a:rPr lang="fr-FR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fr-FR" sz="1800" b="1">
                  <a:latin typeface="Courier New" pitchFamily="49" charset="0"/>
                </a:rPr>
                <a:t> </a:t>
              </a:r>
            </a:p>
            <a:p>
              <a:r>
                <a:rPr lang="fr-FR" sz="1800" b="1">
                  <a:latin typeface="Courier New" pitchFamily="49" charset="0"/>
                </a:rPr>
                <a:t>    m</a:t>
              </a:r>
              <a:r>
                <a:rPr lang="fr-FR" sz="1800" b="1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fr-FR" sz="1800" b="1">
                  <a:latin typeface="Courier New" pitchFamily="49" charset="0"/>
                </a:rPr>
                <a:t>insert</a:t>
              </a:r>
              <a:r>
                <a:rPr lang="fr-FR" sz="1800" b="1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fr-FR" sz="1800" b="1">
                  <a:solidFill>
                    <a:srgbClr val="603000"/>
                  </a:solidFill>
                  <a:latin typeface="Courier New" pitchFamily="49" charset="0"/>
                </a:rPr>
                <a:t>pair</a:t>
              </a:r>
              <a:r>
                <a:rPr lang="fr-FR" sz="1800" b="1">
                  <a:solidFill>
                    <a:srgbClr val="800080"/>
                  </a:solidFill>
                  <a:latin typeface="Courier New" pitchFamily="49" charset="0"/>
                </a:rPr>
                <a:t>&lt;</a:t>
              </a:r>
              <a:r>
                <a:rPr lang="fr-FR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fr-FR" sz="1800" b="1">
                  <a:solidFill>
                    <a:srgbClr val="808030"/>
                  </a:solidFill>
                  <a:latin typeface="Courier New" pitchFamily="49" charset="0"/>
                </a:rPr>
                <a:t>,</a:t>
              </a:r>
              <a:r>
                <a:rPr lang="fr-FR" sz="1800" b="1">
                  <a:latin typeface="Courier New" pitchFamily="49" charset="0"/>
                </a:rPr>
                <a:t> </a:t>
              </a:r>
              <a:r>
                <a:rPr lang="fr-FR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fr-FR" sz="1800" b="1">
                  <a:solidFill>
                    <a:srgbClr val="800080"/>
                  </a:solidFill>
                  <a:latin typeface="Courier New" pitchFamily="49" charset="0"/>
                </a:rPr>
                <a:t>&gt;</a:t>
              </a:r>
              <a:r>
                <a:rPr lang="fr-FR" sz="1800" b="1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fr-FR" sz="1800" b="1">
                  <a:solidFill>
                    <a:srgbClr val="008C00"/>
                  </a:solidFill>
                  <a:latin typeface="Courier New" pitchFamily="49" charset="0"/>
                </a:rPr>
                <a:t>5</a:t>
              </a:r>
              <a:r>
                <a:rPr lang="fr-FR" sz="1800" b="1">
                  <a:solidFill>
                    <a:srgbClr val="808030"/>
                  </a:solidFill>
                  <a:latin typeface="Courier New" pitchFamily="49" charset="0"/>
                </a:rPr>
                <a:t>,</a:t>
              </a:r>
              <a:r>
                <a:rPr lang="fr-FR" sz="1800" b="1">
                  <a:solidFill>
                    <a:srgbClr val="008C00"/>
                  </a:solidFill>
                  <a:latin typeface="Courier New" pitchFamily="49" charset="0"/>
                </a:rPr>
                <a:t>400</a:t>
              </a:r>
              <a:r>
                <a:rPr lang="fr-FR" sz="1800" b="1">
                  <a:solidFill>
                    <a:srgbClr val="808030"/>
                  </a:solidFill>
                  <a:latin typeface="Courier New" pitchFamily="49" charset="0"/>
                </a:rPr>
                <a:t>))</a:t>
              </a:r>
              <a:r>
                <a:rPr lang="fr-FR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fr-FR" sz="1800" b="1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m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>
                  <a:latin typeface="Courier New" pitchFamily="49" charset="0"/>
                </a:rPr>
                <a:t>insert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pair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&lt;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,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&gt;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 b="1">
                  <a:solidFill>
                    <a:srgbClr val="008C00"/>
                  </a:solidFill>
                  <a:latin typeface="Courier New" pitchFamily="49" charset="0"/>
                </a:rPr>
                <a:t>2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,</a:t>
              </a:r>
              <a:r>
                <a:rPr lang="en-US" sz="1800" b="1">
                  <a:solidFill>
                    <a:srgbClr val="008C00"/>
                  </a:solidFill>
                  <a:latin typeface="Courier New" pitchFamily="49" charset="0"/>
                </a:rPr>
                <a:t>500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))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 b="1">
                <a:latin typeface="Courier New" pitchFamily="49" charset="0"/>
              </a:endParaRPr>
            </a:p>
            <a:p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map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&lt;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,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&gt;::</a:t>
              </a:r>
              <a:r>
                <a:rPr lang="en-US" sz="1800" b="1">
                  <a:solidFill>
                    <a:srgbClr val="603000"/>
                  </a:solidFill>
                  <a:latin typeface="Courier New" pitchFamily="49" charset="0"/>
                </a:rPr>
                <a:t>iterator</a:t>
              </a:r>
              <a:r>
                <a:rPr lang="en-US" sz="1800" b="1">
                  <a:latin typeface="Courier New" pitchFamily="49" charset="0"/>
                </a:rPr>
                <a:t> p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for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 b="1">
                  <a:latin typeface="Courier New" pitchFamily="49" charset="0"/>
                </a:rPr>
                <a:t>p 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=</a:t>
              </a:r>
              <a:r>
                <a:rPr lang="en-US" sz="1800" b="1">
                  <a:latin typeface="Courier New" pitchFamily="49" charset="0"/>
                </a:rPr>
                <a:t> m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 b="1">
                  <a:latin typeface="Courier New" pitchFamily="49" charset="0"/>
                </a:rPr>
                <a:t>begin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 b="1">
                  <a:latin typeface="Courier New" pitchFamily="49" charset="0"/>
                </a:rPr>
                <a:t> p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!=</a:t>
              </a:r>
              <a:r>
                <a:rPr lang="en-US" sz="1800" b="1">
                  <a:latin typeface="Courier New" pitchFamily="49" charset="0"/>
                </a:rPr>
                <a:t> m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 b="1">
                  <a:latin typeface="Courier New" pitchFamily="49" charset="0"/>
                </a:rPr>
                <a:t>end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 b="1">
                  <a:latin typeface="Courier New" pitchFamily="49" charset="0"/>
                </a:rPr>
                <a:t> p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++)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    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cout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>
                  <a:latin typeface="Courier New" pitchFamily="49" charset="0"/>
                </a:rPr>
                <a:t>p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-&gt;</a:t>
              </a:r>
              <a:r>
                <a:rPr lang="en-US" sz="1800">
                  <a:latin typeface="Courier New" pitchFamily="49" charset="0"/>
                </a:rPr>
                <a:t>first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>
                  <a:solidFill>
                    <a:srgbClr val="0000E6"/>
                  </a:solidFill>
                  <a:latin typeface="Courier New" pitchFamily="49" charset="0"/>
                </a:rPr>
                <a:t> 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>
                  <a:latin typeface="Courier New" pitchFamily="49" charset="0"/>
                </a:rPr>
                <a:t>p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-&gt;</a:t>
              </a:r>
              <a:r>
                <a:rPr lang="en-US" sz="1800">
                  <a:latin typeface="Courier New" pitchFamily="49" charset="0"/>
                </a:rPr>
                <a:t>second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endl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>
                <a:latin typeface="Courier New" pitchFamily="49" charset="0"/>
              </a:endParaRPr>
            </a:p>
            <a:p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solidFill>
                    <a:srgbClr val="696969"/>
                  </a:solidFill>
                  <a:latin typeface="Courier New" pitchFamily="49" charset="0"/>
                </a:rPr>
                <a:t>//copierea intr-un alt map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map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&lt;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,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&gt;</a:t>
              </a:r>
              <a:r>
                <a:rPr lang="en-US" sz="1800" b="1">
                  <a:latin typeface="Courier New" pitchFamily="49" charset="0"/>
                </a:rPr>
                <a:t>m2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 b="1">
                  <a:latin typeface="Courier New" pitchFamily="49" charset="0"/>
                </a:rPr>
                <a:t>m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 b="1">
                  <a:latin typeface="Courier New" pitchFamily="49" charset="0"/>
                </a:rPr>
                <a:t>begin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(),</a:t>
              </a:r>
              <a:r>
                <a:rPr lang="en-US" sz="1800" b="1">
                  <a:latin typeface="Courier New" pitchFamily="49" charset="0"/>
                </a:rPr>
                <a:t>m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 b="1">
                  <a:latin typeface="Courier New" pitchFamily="49" charset="0"/>
                </a:rPr>
                <a:t>end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())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}</a:t>
              </a:r>
              <a:endParaRPr lang="en-US" sz="1800">
                <a:latin typeface="Courier New" pitchFamily="49" charset="0"/>
              </a:endParaRP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830512" y="5684767"/>
              <a:ext cx="5181600" cy="380993"/>
            </a:xfrm>
            <a:prstGeom prst="roundRect">
              <a:avLst/>
            </a:prstGeom>
            <a:solidFill>
              <a:srgbClr val="FFC000">
                <a:alpha val="2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763712" y="6218157"/>
              <a:ext cx="5181600" cy="609588"/>
            </a:xfrm>
            <a:prstGeom prst="roundRect">
              <a:avLst/>
            </a:prstGeom>
            <a:solidFill>
              <a:srgbClr val="FFC000">
                <a:alpha val="2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Google Shape;680;p65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ACC96E35-F8DE-4F8C-91B4-6D1678C4F667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46</a:t>
            </a:fld>
            <a:endParaRPr lang="en-US" sz="1800"/>
          </a:p>
        </p:txBody>
      </p:sp>
      <p:sp>
        <p:nvSpPr>
          <p:cNvPr id="48133" name="Google Shape;683;p65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48134" name="Google Shape;684;p65"/>
          <p:cNvSpPr txBox="1">
            <a:spLocks noChangeArrowheads="1"/>
          </p:cNvSpPr>
          <p:nvPr/>
        </p:nvSpPr>
        <p:spPr bwMode="auto">
          <a:xfrm>
            <a:off x="188913" y="1271588"/>
            <a:ext cx="9017000" cy="13652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>
                <a:solidFill>
                  <a:srgbClr val="0000FF"/>
                </a:solidFill>
              </a:rPr>
              <a:t>Containere asociative										Map	</a:t>
            </a:r>
          </a:p>
          <a:p>
            <a:endParaRPr lang="en-US" sz="2000" b="1"/>
          </a:p>
          <a:p>
            <a:r>
              <a:rPr lang="en-US" sz="2000" b="1"/>
              <a:t>Exemplu</a:t>
            </a:r>
          </a:p>
        </p:txBody>
      </p:sp>
      <p:grpSp>
        <p:nvGrpSpPr>
          <p:cNvPr id="48135" name="Group 12"/>
          <p:cNvGrpSpPr>
            <a:grpSpLocks/>
          </p:cNvGrpSpPr>
          <p:nvPr/>
        </p:nvGrpSpPr>
        <p:grpSpPr bwMode="auto">
          <a:xfrm>
            <a:off x="1687513" y="2336800"/>
            <a:ext cx="7772400" cy="4802188"/>
            <a:chOff x="1687512" y="2337276"/>
            <a:chExt cx="7772400" cy="4801314"/>
          </a:xfrm>
        </p:grpSpPr>
        <p:sp>
          <p:nvSpPr>
            <p:cNvPr id="48136" name="Rectangle 6"/>
            <p:cNvSpPr>
              <a:spLocks noChangeArrowheads="1"/>
            </p:cNvSpPr>
            <p:nvPr/>
          </p:nvSpPr>
          <p:spPr bwMode="auto">
            <a:xfrm>
              <a:off x="1687512" y="2337276"/>
              <a:ext cx="7772400" cy="48013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800">
                  <a:solidFill>
                    <a:srgbClr val="004A43"/>
                  </a:solidFill>
                  <a:latin typeface="Courier New" pitchFamily="49" charset="0"/>
                </a:rPr>
                <a:t>#include 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&lt;</a:t>
              </a:r>
              <a:r>
                <a:rPr lang="en-US" sz="1800">
                  <a:solidFill>
                    <a:srgbClr val="40015A"/>
                  </a:solidFill>
                  <a:latin typeface="Courier New" pitchFamily="49" charset="0"/>
                </a:rPr>
                <a:t>iostream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&gt;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solidFill>
                    <a:srgbClr val="004A43"/>
                  </a:solidFill>
                  <a:latin typeface="Courier New" pitchFamily="49" charset="0"/>
                </a:rPr>
                <a:t>#include 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&lt;</a:t>
              </a:r>
              <a:r>
                <a:rPr lang="en-US" sz="1800">
                  <a:solidFill>
                    <a:srgbClr val="40015A"/>
                  </a:solidFill>
                  <a:latin typeface="Courier New" pitchFamily="49" charset="0"/>
                </a:rPr>
                <a:t>map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&gt;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using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namespace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666616"/>
                  </a:solidFill>
                  <a:latin typeface="Courier New" pitchFamily="49" charset="0"/>
                </a:rPr>
                <a:t>std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400000"/>
                  </a:solidFill>
                  <a:latin typeface="Courier New" pitchFamily="49" charset="0"/>
                </a:rPr>
                <a:t>main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{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map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&lt;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char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,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&gt;</a:t>
              </a:r>
              <a:r>
                <a:rPr lang="en-US" sz="1800" b="1">
                  <a:latin typeface="Courier New" pitchFamily="49" charset="0"/>
                </a:rPr>
                <a:t> m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for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en-US" sz="1800" b="1">
                  <a:latin typeface="Courier New" pitchFamily="49" charset="0"/>
                </a:rPr>
                <a:t> i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=</a:t>
              </a:r>
              <a:r>
                <a:rPr lang="en-US" sz="1800" b="1">
                  <a:solidFill>
                    <a:srgbClr val="008C00"/>
                  </a:solidFill>
                  <a:latin typeface="Courier New" pitchFamily="49" charset="0"/>
                </a:rPr>
                <a:t>0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 b="1">
                  <a:latin typeface="Courier New" pitchFamily="49" charset="0"/>
                </a:rPr>
                <a:t> i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&lt;</a:t>
              </a:r>
              <a:r>
                <a:rPr lang="en-US" sz="1800" b="1">
                  <a:solidFill>
                    <a:srgbClr val="008C00"/>
                  </a:solidFill>
                  <a:latin typeface="Courier New" pitchFamily="49" charset="0"/>
                </a:rPr>
                <a:t>26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 b="1">
                  <a:latin typeface="Courier New" pitchFamily="49" charset="0"/>
                </a:rPr>
                <a:t> i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++)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    m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>
                  <a:latin typeface="Courier New" pitchFamily="49" charset="0"/>
                </a:rPr>
                <a:t>insert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pair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&lt;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char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,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&gt;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 b="1">
                  <a:solidFill>
                    <a:srgbClr val="0000E6"/>
                  </a:solidFill>
                  <a:latin typeface="Courier New" pitchFamily="49" charset="0"/>
                </a:rPr>
                <a:t>'A'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+</a:t>
              </a:r>
              <a:r>
                <a:rPr lang="en-US" sz="1800" b="1">
                  <a:latin typeface="Courier New" pitchFamily="49" charset="0"/>
                </a:rPr>
                <a:t>i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,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008C00"/>
                  </a:solidFill>
                  <a:latin typeface="Courier New" pitchFamily="49" charset="0"/>
                </a:rPr>
                <a:t>65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+</a:t>
              </a:r>
              <a:r>
                <a:rPr lang="en-US" sz="1800" b="1">
                  <a:latin typeface="Courier New" pitchFamily="49" charset="0"/>
                </a:rPr>
                <a:t>i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))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 b="1">
                <a:latin typeface="Courier New" pitchFamily="49" charset="0"/>
              </a:endParaRPr>
            </a:p>
            <a:p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char</a:t>
              </a:r>
              <a:r>
                <a:rPr lang="en-US" sz="1800" b="1">
                  <a:latin typeface="Courier New" pitchFamily="49" charset="0"/>
                </a:rPr>
                <a:t> ch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 b="1">
                  <a:latin typeface="Courier New" pitchFamily="49" charset="0"/>
                </a:rPr>
                <a:t>    </a:t>
              </a:r>
              <a:r>
                <a:rPr lang="en-US" sz="1800" b="1">
                  <a:solidFill>
                    <a:srgbClr val="603000"/>
                  </a:solidFill>
                  <a:latin typeface="Courier New" pitchFamily="49" charset="0"/>
                </a:rPr>
                <a:t>cout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 b="1">
                  <a:solidFill>
                    <a:srgbClr val="0000E6"/>
                  </a:solidFill>
                  <a:latin typeface="Courier New" pitchFamily="49" charset="0"/>
                </a:rPr>
                <a:t>Enter key: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 b="1">
                  <a:latin typeface="Courier New" pitchFamily="49" charset="0"/>
                </a:rPr>
                <a:t>    </a:t>
              </a:r>
              <a:r>
                <a:rPr lang="en-US" sz="1800" b="1">
                  <a:solidFill>
                    <a:srgbClr val="603000"/>
                  </a:solidFill>
                  <a:latin typeface="Courier New" pitchFamily="49" charset="0"/>
                </a:rPr>
                <a:t>cin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&gt;&gt;</a:t>
              </a:r>
              <a:r>
                <a:rPr lang="en-US" sz="1800" b="1">
                  <a:latin typeface="Courier New" pitchFamily="49" charset="0"/>
                </a:rPr>
                <a:t> ch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map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&lt;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char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,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&gt;::</a:t>
              </a:r>
              <a:r>
                <a:rPr lang="en-US" sz="1800" b="1">
                  <a:solidFill>
                    <a:srgbClr val="603000"/>
                  </a:solidFill>
                  <a:latin typeface="Courier New" pitchFamily="49" charset="0"/>
                </a:rPr>
                <a:t>iterator</a:t>
              </a:r>
              <a:r>
                <a:rPr lang="en-US" sz="1800" b="1">
                  <a:latin typeface="Courier New" pitchFamily="49" charset="0"/>
                </a:rPr>
                <a:t> p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solidFill>
                    <a:srgbClr val="696969"/>
                  </a:solidFill>
                  <a:latin typeface="Courier New" pitchFamily="49" charset="0"/>
                </a:rPr>
                <a:t>// find value given key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p 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=</a:t>
              </a:r>
              <a:r>
                <a:rPr lang="en-US" sz="1800">
                  <a:latin typeface="Courier New" pitchFamily="49" charset="0"/>
                </a:rPr>
                <a:t> m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find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>
                  <a:latin typeface="Courier New" pitchFamily="49" charset="0"/>
                </a:rPr>
                <a:t>ch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)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if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 b="1">
                  <a:latin typeface="Courier New" pitchFamily="49" charset="0"/>
                </a:rPr>
                <a:t>p 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!=</a:t>
              </a:r>
              <a:r>
                <a:rPr lang="en-US" sz="1800" b="1">
                  <a:latin typeface="Courier New" pitchFamily="49" charset="0"/>
                </a:rPr>
                <a:t> m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 b="1">
                  <a:latin typeface="Courier New" pitchFamily="49" charset="0"/>
                </a:rPr>
                <a:t>end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())</a:t>
              </a:r>
              <a:r>
                <a:rPr lang="en-US" sz="1800" b="1">
                  <a:latin typeface="Courier New" pitchFamily="49" charset="0"/>
                </a:rPr>
                <a:t>      </a:t>
              </a:r>
            </a:p>
            <a:p>
              <a:r>
                <a:rPr lang="en-US" sz="1800" b="1">
                  <a:solidFill>
                    <a:srgbClr val="603000"/>
                  </a:solidFill>
                  <a:latin typeface="Courier New" pitchFamily="49" charset="0"/>
                </a:rPr>
                <a:t>          cout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 b="1">
                  <a:solidFill>
                    <a:srgbClr val="0000E6"/>
                  </a:solidFill>
                  <a:latin typeface="Courier New" pitchFamily="49" charset="0"/>
                </a:rPr>
                <a:t>Its ASCII value is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 b="1">
                  <a:latin typeface="Courier New" pitchFamily="49" charset="0"/>
                </a:rPr>
                <a:t> p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-&gt;</a:t>
              </a:r>
              <a:r>
                <a:rPr lang="en-US" sz="1800" b="1">
                  <a:latin typeface="Courier New" pitchFamily="49" charset="0"/>
                </a:rPr>
                <a:t>second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else</a:t>
              </a:r>
              <a:r>
                <a:rPr lang="en-US" sz="1800" b="1">
                  <a:latin typeface="Courier New" pitchFamily="49" charset="0"/>
                </a:rPr>
                <a:t>  </a:t>
              </a:r>
              <a:r>
                <a:rPr lang="en-US" sz="1800" b="1">
                  <a:solidFill>
                    <a:srgbClr val="603000"/>
                  </a:solidFill>
                  <a:latin typeface="Courier New" pitchFamily="49" charset="0"/>
                </a:rPr>
                <a:t>cout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 b="1">
                  <a:solidFill>
                    <a:srgbClr val="0000E6"/>
                  </a:solidFill>
                  <a:latin typeface="Courier New" pitchFamily="49" charset="0"/>
                </a:rPr>
                <a:t>Key not in map.</a:t>
              </a:r>
              <a:r>
                <a:rPr lang="en-US" sz="1800" b="1">
                  <a:solidFill>
                    <a:srgbClr val="0F69FF"/>
                  </a:solidFill>
                  <a:latin typeface="Courier New" pitchFamily="49" charset="0"/>
                </a:rPr>
                <a:t>\n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return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008C00"/>
                  </a:solidFill>
                  <a:latin typeface="Courier New" pitchFamily="49" charset="0"/>
                </a:rPr>
                <a:t>0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}</a:t>
              </a:r>
              <a:endParaRPr lang="en-US" sz="1800">
                <a:latin typeface="Courier New" pitchFamily="49" charset="0"/>
              </a:endParaRP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763712" y="2637259"/>
              <a:ext cx="2133600" cy="304745"/>
            </a:xfrm>
            <a:prstGeom prst="roundRect">
              <a:avLst/>
            </a:prstGeom>
            <a:solidFill>
              <a:srgbClr val="FFC000">
                <a:alpha val="2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144712" y="3475307"/>
              <a:ext cx="2514600" cy="304745"/>
            </a:xfrm>
            <a:prstGeom prst="roundRect">
              <a:avLst/>
            </a:prstGeom>
            <a:solidFill>
              <a:srgbClr val="FFC000">
                <a:alpha val="2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754312" y="4008610"/>
              <a:ext cx="5562600" cy="380931"/>
            </a:xfrm>
            <a:prstGeom prst="roundRect">
              <a:avLst/>
            </a:prstGeom>
            <a:solidFill>
              <a:srgbClr val="FFC000">
                <a:alpha val="2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754312" y="5208045"/>
              <a:ext cx="1752600" cy="380931"/>
            </a:xfrm>
            <a:prstGeom prst="roundRect">
              <a:avLst/>
            </a:prstGeom>
            <a:solidFill>
              <a:srgbClr val="FFC000">
                <a:alpha val="2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7554912" y="5913263"/>
              <a:ext cx="1752600" cy="380931"/>
            </a:xfrm>
            <a:prstGeom prst="roundRect">
              <a:avLst/>
            </a:prstGeom>
            <a:solidFill>
              <a:srgbClr val="FFC000">
                <a:alpha val="2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Google Shape;692;p66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F9CE89F4-5065-4B7C-838D-8919CB5FC59A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47</a:t>
            </a:fld>
            <a:endParaRPr lang="en-US" sz="1800"/>
          </a:p>
        </p:txBody>
      </p:sp>
      <p:sp>
        <p:nvSpPr>
          <p:cNvPr id="49157" name="Google Shape;695;p66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49158" name="Google Shape;696;p66"/>
          <p:cNvSpPr txBox="1">
            <a:spLocks noChangeArrowheads="1"/>
          </p:cNvSpPr>
          <p:nvPr/>
        </p:nvSpPr>
        <p:spPr bwMode="auto">
          <a:xfrm>
            <a:off x="188913" y="1271588"/>
            <a:ext cx="9721850" cy="14414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>
                <a:solidFill>
                  <a:srgbClr val="0000FF"/>
                </a:solidFill>
              </a:rPr>
              <a:t>Containere asociative										Multimap	</a:t>
            </a:r>
          </a:p>
          <a:p>
            <a:endParaRPr lang="en-US" sz="2000" b="1"/>
          </a:p>
          <a:p>
            <a:r>
              <a:rPr lang="en-US" sz="2000" b="1"/>
              <a:t>Exemplu - catalog studenti (cheia = nume si valoarea = numar matricol)</a:t>
            </a:r>
          </a:p>
          <a:p>
            <a:endParaRPr lang="en-US" sz="2000" b="1"/>
          </a:p>
        </p:txBody>
      </p:sp>
      <p:grpSp>
        <p:nvGrpSpPr>
          <p:cNvPr id="49159" name="Group 8"/>
          <p:cNvGrpSpPr>
            <a:grpSpLocks/>
          </p:cNvGrpSpPr>
          <p:nvPr/>
        </p:nvGrpSpPr>
        <p:grpSpPr bwMode="auto">
          <a:xfrm>
            <a:off x="773113" y="2865438"/>
            <a:ext cx="8991600" cy="3970337"/>
            <a:chOff x="773112" y="2865437"/>
            <a:chExt cx="8991600" cy="3970318"/>
          </a:xfrm>
        </p:grpSpPr>
        <p:sp>
          <p:nvSpPr>
            <p:cNvPr id="49160" name="Rectangle 6"/>
            <p:cNvSpPr>
              <a:spLocks noChangeArrowheads="1"/>
            </p:cNvSpPr>
            <p:nvPr/>
          </p:nvSpPr>
          <p:spPr bwMode="auto">
            <a:xfrm>
              <a:off x="773112" y="2865437"/>
              <a:ext cx="8991600" cy="39703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800">
                  <a:solidFill>
                    <a:srgbClr val="004A43"/>
                  </a:solidFill>
                  <a:latin typeface="Courier New" pitchFamily="49" charset="0"/>
                </a:rPr>
                <a:t>#include 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&lt;</a:t>
              </a:r>
              <a:r>
                <a:rPr lang="en-US" sz="1800">
                  <a:solidFill>
                    <a:srgbClr val="40015A"/>
                  </a:solidFill>
                  <a:latin typeface="Courier New" pitchFamily="49" charset="0"/>
                </a:rPr>
                <a:t>iostream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&gt;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solidFill>
                    <a:srgbClr val="004A43"/>
                  </a:solidFill>
                  <a:latin typeface="Courier New" pitchFamily="49" charset="0"/>
                </a:rPr>
                <a:t>#include 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&lt;</a:t>
              </a:r>
              <a:r>
                <a:rPr lang="en-US" sz="1800">
                  <a:solidFill>
                    <a:srgbClr val="40015A"/>
                  </a:solidFill>
                  <a:latin typeface="Courier New" pitchFamily="49" charset="0"/>
                </a:rPr>
                <a:t>map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&gt;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using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namespace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666616"/>
                  </a:solidFill>
                  <a:latin typeface="Courier New" pitchFamily="49" charset="0"/>
                </a:rPr>
                <a:t>std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400000"/>
                  </a:solidFill>
                  <a:latin typeface="Courier New" pitchFamily="49" charset="0"/>
                </a:rPr>
                <a:t>main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)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{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multimap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&lt;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string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,</a:t>
              </a:r>
              <a:r>
                <a:rPr lang="en-US" sz="1800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&gt;</a:t>
              </a:r>
              <a:r>
                <a:rPr lang="en-US" sz="1800" b="1">
                  <a:latin typeface="Courier New" pitchFamily="49" charset="0"/>
                </a:rPr>
                <a:t> m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m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>
                  <a:latin typeface="Courier New" pitchFamily="49" charset="0"/>
                </a:rPr>
                <a:t>insert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>
                  <a:latin typeface="Courier New" pitchFamily="49" charset="0"/>
                </a:rPr>
                <a:t>m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>
                  <a:latin typeface="Courier New" pitchFamily="49" charset="0"/>
                </a:rPr>
                <a:t>end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(),</a:t>
              </a:r>
              <a:r>
                <a:rPr lang="en-US" sz="1800">
                  <a:latin typeface="Courier New" pitchFamily="49" charset="0"/>
                </a:rPr>
                <a:t> make_pair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>
                  <a:solidFill>
                    <a:srgbClr val="0000E6"/>
                  </a:solidFill>
                  <a:latin typeface="Courier New" pitchFamily="49" charset="0"/>
                </a:rPr>
                <a:t>Ionescu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,</a:t>
              </a:r>
              <a:r>
                <a:rPr lang="en-US" sz="1800">
                  <a:solidFill>
                    <a:srgbClr val="008C00"/>
                  </a:solidFill>
                  <a:latin typeface="Courier New" pitchFamily="49" charset="0"/>
                </a:rPr>
                <a:t>100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))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</a:t>
              </a:r>
              <a:r>
                <a:rPr lang="en-US" sz="1800">
                  <a:solidFill>
                    <a:srgbClr val="696969"/>
                  </a:solidFill>
                  <a:latin typeface="Courier New" pitchFamily="49" charset="0"/>
                </a:rPr>
                <a:t>// echivalent cu m.insert(pair&lt;string,int&gt;("Ionescu",100));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</a:t>
              </a:r>
            </a:p>
            <a:p>
              <a:r>
                <a:rPr lang="en-US" sz="1800">
                  <a:latin typeface="Courier New" pitchFamily="49" charset="0"/>
                </a:rPr>
                <a:t>    m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>
                  <a:latin typeface="Courier New" pitchFamily="49" charset="0"/>
                </a:rPr>
                <a:t>insert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>
                  <a:latin typeface="Courier New" pitchFamily="49" charset="0"/>
                </a:rPr>
                <a:t>m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>
                  <a:latin typeface="Courier New" pitchFamily="49" charset="0"/>
                </a:rPr>
                <a:t>end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(),</a:t>
              </a:r>
              <a:r>
                <a:rPr lang="en-US" sz="1800">
                  <a:latin typeface="Courier New" pitchFamily="49" charset="0"/>
                </a:rPr>
                <a:t> make_pair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>
                  <a:solidFill>
                    <a:srgbClr val="0000E6"/>
                  </a:solidFill>
                  <a:latin typeface="Courier New" pitchFamily="49" charset="0"/>
                </a:rPr>
                <a:t>Popescu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,</a:t>
              </a:r>
              <a:r>
                <a:rPr lang="en-US" sz="1800">
                  <a:solidFill>
                    <a:srgbClr val="008C00"/>
                  </a:solidFill>
                  <a:latin typeface="Courier New" pitchFamily="49" charset="0"/>
                </a:rPr>
                <a:t>355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))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m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>
                  <a:latin typeface="Courier New" pitchFamily="49" charset="0"/>
                </a:rPr>
                <a:t>insert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>
                  <a:latin typeface="Courier New" pitchFamily="49" charset="0"/>
                </a:rPr>
                <a:t>m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>
                  <a:latin typeface="Courier New" pitchFamily="49" charset="0"/>
                </a:rPr>
                <a:t>end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(),</a:t>
              </a:r>
              <a:r>
                <a:rPr lang="en-US" sz="1800">
                  <a:latin typeface="Courier New" pitchFamily="49" charset="0"/>
                </a:rPr>
                <a:t> make_pair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>
                  <a:solidFill>
                    <a:srgbClr val="0000E6"/>
                  </a:solidFill>
                  <a:latin typeface="Courier New" pitchFamily="49" charset="0"/>
                </a:rPr>
                <a:t>Ionescu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,</a:t>
              </a:r>
              <a:r>
                <a:rPr lang="en-US" sz="1800">
                  <a:solidFill>
                    <a:srgbClr val="008C00"/>
                  </a:solidFill>
                  <a:latin typeface="Courier New" pitchFamily="49" charset="0"/>
                </a:rPr>
                <a:t>234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))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>
                <a:latin typeface="Courier New" pitchFamily="49" charset="0"/>
              </a:endParaRPr>
            </a:p>
            <a:p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map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&lt;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string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,</a:t>
              </a:r>
              <a:r>
                <a:rPr lang="en-US" sz="1800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&gt;::</a:t>
              </a:r>
              <a:r>
                <a:rPr lang="en-US" sz="1800" b="1">
                  <a:solidFill>
                    <a:srgbClr val="603000"/>
                  </a:solidFill>
                  <a:latin typeface="Courier New" pitchFamily="49" charset="0"/>
                </a:rPr>
                <a:t>iterator</a:t>
              </a:r>
              <a:r>
                <a:rPr lang="en-US" sz="1800" b="1">
                  <a:latin typeface="Courier New" pitchFamily="49" charset="0"/>
                </a:rPr>
                <a:t> p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for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 b="1">
                  <a:latin typeface="Courier New" pitchFamily="49" charset="0"/>
                </a:rPr>
                <a:t>p 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=</a:t>
              </a:r>
              <a:r>
                <a:rPr lang="en-US" sz="1800" b="1">
                  <a:latin typeface="Courier New" pitchFamily="49" charset="0"/>
                </a:rPr>
                <a:t> m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 b="1">
                  <a:latin typeface="Courier New" pitchFamily="49" charset="0"/>
                </a:rPr>
                <a:t>begin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 b="1">
                  <a:latin typeface="Courier New" pitchFamily="49" charset="0"/>
                </a:rPr>
                <a:t> p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!=</a:t>
              </a:r>
              <a:r>
                <a:rPr lang="en-US" sz="1800" b="1">
                  <a:latin typeface="Courier New" pitchFamily="49" charset="0"/>
                </a:rPr>
                <a:t> m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 b="1">
                  <a:latin typeface="Courier New" pitchFamily="49" charset="0"/>
                </a:rPr>
                <a:t>end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 b="1">
                  <a:latin typeface="Courier New" pitchFamily="49" charset="0"/>
                </a:rPr>
                <a:t> p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++)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    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cout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>
                  <a:latin typeface="Courier New" pitchFamily="49" charset="0"/>
                </a:rPr>
                <a:t>p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-&gt;</a:t>
              </a:r>
              <a:r>
                <a:rPr lang="en-US" sz="1800">
                  <a:latin typeface="Courier New" pitchFamily="49" charset="0"/>
                </a:rPr>
                <a:t>first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>
                  <a:solidFill>
                    <a:srgbClr val="0000E6"/>
                  </a:solidFill>
                  <a:latin typeface="Courier New" pitchFamily="49" charset="0"/>
                </a:rPr>
                <a:t> 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>
                  <a:latin typeface="Courier New" pitchFamily="49" charset="0"/>
                </a:rPr>
                <a:t>p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-&gt;</a:t>
              </a:r>
              <a:r>
                <a:rPr lang="en-US" sz="1800">
                  <a:latin typeface="Courier New" pitchFamily="49" charset="0"/>
                </a:rPr>
                <a:t>second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endl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>
                <a:latin typeface="Courier New" pitchFamily="49" charset="0"/>
              </a:endParaRP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306512" y="4008432"/>
              <a:ext cx="8229600" cy="838196"/>
            </a:xfrm>
            <a:prstGeom prst="roundRect">
              <a:avLst/>
            </a:prstGeom>
            <a:solidFill>
              <a:srgbClr val="FFC000">
                <a:alpha val="2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Google Shape;704;p67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F9A4BE65-EB0B-4D30-8691-3E87A433F2C0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48</a:t>
            </a:fld>
            <a:endParaRPr lang="en-US" sz="1800"/>
          </a:p>
        </p:txBody>
      </p:sp>
      <p:sp>
        <p:nvSpPr>
          <p:cNvPr id="50181" name="Google Shape;707;p67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50182" name="Google Shape;708;p67"/>
          <p:cNvSpPr txBox="1">
            <a:spLocks noChangeArrowheads="1"/>
          </p:cNvSpPr>
          <p:nvPr/>
        </p:nvSpPr>
        <p:spPr bwMode="auto">
          <a:xfrm>
            <a:off x="188913" y="1271588"/>
            <a:ext cx="9721850" cy="15938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>
                <a:solidFill>
                  <a:srgbClr val="0000FF"/>
                </a:solidFill>
              </a:rPr>
              <a:t>Containere asociative										Multimap	</a:t>
            </a:r>
          </a:p>
          <a:p>
            <a:endParaRPr lang="en-US" sz="2000" b="1"/>
          </a:p>
          <a:p>
            <a:r>
              <a:rPr lang="en-US" sz="2000" b="1"/>
              <a:t>Exemplu - catalog studenti (cheia = nume si valoarea = numar matricol)</a:t>
            </a:r>
          </a:p>
          <a:p>
            <a:endParaRPr lang="en-US" sz="2000" b="1"/>
          </a:p>
          <a:p>
            <a:r>
              <a:rPr lang="en-US" sz="2000"/>
              <a:t> </a:t>
            </a:r>
            <a:endParaRPr lang="en-US" sz="2000" b="1"/>
          </a:p>
        </p:txBody>
      </p:sp>
      <p:sp>
        <p:nvSpPr>
          <p:cNvPr id="50183" name="Rectangle 6"/>
          <p:cNvSpPr>
            <a:spLocks noChangeArrowheads="1"/>
          </p:cNvSpPr>
          <p:nvPr/>
        </p:nvSpPr>
        <p:spPr bwMode="auto">
          <a:xfrm>
            <a:off x="1077913" y="2865438"/>
            <a:ext cx="7167562" cy="3970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>
                <a:solidFill>
                  <a:srgbClr val="696969"/>
                </a:solidFill>
                <a:latin typeface="Courier New" pitchFamily="49" charset="0"/>
              </a:rPr>
              <a:t>//Afisarea elementelor cu un anumit nume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  </a:t>
            </a:r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string</a:t>
            </a:r>
            <a:r>
              <a:rPr lang="en-US" sz="1800">
                <a:latin typeface="Courier New" pitchFamily="49" charset="0"/>
              </a:rPr>
              <a:t> nume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  </a:t>
            </a:r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cin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&gt;&gt;</a:t>
            </a:r>
            <a:r>
              <a:rPr lang="en-US" sz="1800">
                <a:latin typeface="Courier New" pitchFamily="49" charset="0"/>
              </a:rPr>
              <a:t>nume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  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for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 b="1">
                <a:latin typeface="Courier New" pitchFamily="49" charset="0"/>
              </a:rPr>
              <a:t>p 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sz="1800" b="1">
                <a:latin typeface="Courier New" pitchFamily="49" charset="0"/>
              </a:rPr>
              <a:t> m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 b="1">
                <a:latin typeface="Courier New" pitchFamily="49" charset="0"/>
              </a:rPr>
              <a:t>begin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 b="1">
                <a:latin typeface="Courier New" pitchFamily="49" charset="0"/>
              </a:rPr>
              <a:t> p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!=</a:t>
            </a:r>
            <a:r>
              <a:rPr lang="en-US" sz="1800" b="1">
                <a:latin typeface="Courier New" pitchFamily="49" charset="0"/>
              </a:rPr>
              <a:t> m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 b="1">
                <a:latin typeface="Courier New" pitchFamily="49" charset="0"/>
              </a:rPr>
              <a:t>end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 b="1">
                <a:latin typeface="Courier New" pitchFamily="49" charset="0"/>
              </a:rPr>
              <a:t> p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++)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  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if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 b="1">
                <a:latin typeface="Courier New" pitchFamily="49" charset="0"/>
              </a:rPr>
              <a:t>p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-&gt;</a:t>
            </a:r>
            <a:r>
              <a:rPr lang="en-US" sz="1800" b="1">
                <a:latin typeface="Courier New" pitchFamily="49" charset="0"/>
              </a:rPr>
              <a:t>first 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==</a:t>
            </a:r>
            <a:r>
              <a:rPr lang="en-US" sz="1800" b="1">
                <a:latin typeface="Courier New" pitchFamily="49" charset="0"/>
              </a:rPr>
              <a:t> nume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)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      </a:t>
            </a:r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800">
                <a:latin typeface="Courier New" pitchFamily="49" charset="0"/>
              </a:rPr>
              <a:t>p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-&gt;</a:t>
            </a:r>
            <a:r>
              <a:rPr lang="en-US" sz="1800">
                <a:latin typeface="Courier New" pitchFamily="49" charset="0"/>
              </a:rPr>
              <a:t>first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800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 sz="1800">
                <a:solidFill>
                  <a:srgbClr val="0000E6"/>
                </a:solidFill>
                <a:latin typeface="Courier New" pitchFamily="49" charset="0"/>
              </a:rPr>
              <a:t> </a:t>
            </a:r>
            <a:r>
              <a:rPr lang="en-US" sz="1800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800">
                <a:latin typeface="Courier New" pitchFamily="49" charset="0"/>
              </a:rPr>
              <a:t>p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-&gt;</a:t>
            </a:r>
            <a:r>
              <a:rPr lang="en-US" sz="1800">
                <a:latin typeface="Courier New" pitchFamily="49" charset="0"/>
              </a:rPr>
              <a:t>second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endl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endParaRPr lang="en-US" sz="1800">
              <a:latin typeface="Courier New" pitchFamily="49" charset="0"/>
            </a:endParaRPr>
          </a:p>
          <a:p>
            <a:r>
              <a:rPr lang="it-IT" sz="1800">
                <a:solidFill>
                  <a:srgbClr val="696969"/>
                </a:solidFill>
                <a:latin typeface="Courier New" pitchFamily="49" charset="0"/>
              </a:rPr>
              <a:t>//stergerea primei aparitii a unui nume</a:t>
            </a:r>
            <a:endParaRPr lang="it-IT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  </a:t>
            </a:r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cin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&gt;&gt;</a:t>
            </a:r>
            <a:r>
              <a:rPr lang="en-US" sz="1800">
                <a:latin typeface="Courier New" pitchFamily="49" charset="0"/>
              </a:rPr>
              <a:t>nume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  </a:t>
            </a:r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map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&lt;</a:t>
            </a:r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string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,</a:t>
            </a:r>
            <a:r>
              <a:rPr lang="en-US" sz="1800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&gt;::</a:t>
            </a:r>
            <a:r>
              <a:rPr lang="en-US" sz="1800" b="1">
                <a:solidFill>
                  <a:srgbClr val="603000"/>
                </a:solidFill>
                <a:latin typeface="Courier New" pitchFamily="49" charset="0"/>
              </a:rPr>
              <a:t>iterator</a:t>
            </a:r>
            <a:r>
              <a:rPr lang="en-US" sz="1800" b="1">
                <a:latin typeface="Courier New" pitchFamily="49" charset="0"/>
              </a:rPr>
              <a:t> f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  f 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sz="1800">
                <a:latin typeface="Courier New" pitchFamily="49" charset="0"/>
              </a:rPr>
              <a:t> m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find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latin typeface="Courier New" pitchFamily="49" charset="0"/>
              </a:rPr>
              <a:t>nume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  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if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 b="1">
                <a:latin typeface="Courier New" pitchFamily="49" charset="0"/>
              </a:rPr>
              <a:t>f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!=</a:t>
            </a:r>
            <a:r>
              <a:rPr lang="en-US" sz="1800" b="1">
                <a:latin typeface="Courier New" pitchFamily="49" charset="0"/>
              </a:rPr>
              <a:t>m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 b="1">
                <a:latin typeface="Courier New" pitchFamily="49" charset="0"/>
              </a:rPr>
              <a:t>end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())</a:t>
            </a:r>
            <a:r>
              <a:rPr lang="en-US" sz="1800" b="1">
                <a:latin typeface="Courier New" pitchFamily="49" charset="0"/>
              </a:rPr>
              <a:t> m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 b="1">
                <a:latin typeface="Courier New" pitchFamily="49" charset="0"/>
              </a:rPr>
              <a:t>erase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 b="1">
                <a:latin typeface="Courier New" pitchFamily="49" charset="0"/>
              </a:rPr>
              <a:t>f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  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for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 b="1">
                <a:latin typeface="Courier New" pitchFamily="49" charset="0"/>
              </a:rPr>
              <a:t>p 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sz="1800" b="1">
                <a:latin typeface="Courier New" pitchFamily="49" charset="0"/>
              </a:rPr>
              <a:t> m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 b="1">
                <a:latin typeface="Courier New" pitchFamily="49" charset="0"/>
              </a:rPr>
              <a:t>begin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 b="1">
                <a:latin typeface="Courier New" pitchFamily="49" charset="0"/>
              </a:rPr>
              <a:t> p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!=</a:t>
            </a:r>
            <a:r>
              <a:rPr lang="en-US" sz="1800" b="1">
                <a:latin typeface="Courier New" pitchFamily="49" charset="0"/>
              </a:rPr>
              <a:t> m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 b="1">
                <a:latin typeface="Courier New" pitchFamily="49" charset="0"/>
              </a:rPr>
              <a:t>end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 b="1">
                <a:latin typeface="Courier New" pitchFamily="49" charset="0"/>
              </a:rPr>
              <a:t> p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++)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      </a:t>
            </a:r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800">
                <a:latin typeface="Courier New" pitchFamily="49" charset="0"/>
              </a:rPr>
              <a:t>p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-&gt;</a:t>
            </a:r>
            <a:r>
              <a:rPr lang="en-US" sz="1800">
                <a:latin typeface="Courier New" pitchFamily="49" charset="0"/>
              </a:rPr>
              <a:t>first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800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 sz="1800">
                <a:solidFill>
                  <a:srgbClr val="0000E6"/>
                </a:solidFill>
                <a:latin typeface="Courier New" pitchFamily="49" charset="0"/>
              </a:rPr>
              <a:t> </a:t>
            </a:r>
            <a:r>
              <a:rPr lang="en-US" sz="1800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800">
                <a:latin typeface="Courier New" pitchFamily="49" charset="0"/>
              </a:rPr>
              <a:t>p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-&gt;</a:t>
            </a:r>
            <a:r>
              <a:rPr lang="en-US" sz="1800">
                <a:latin typeface="Courier New" pitchFamily="49" charset="0"/>
              </a:rPr>
              <a:t>second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endl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Google Shape;716;p68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3A89FFA5-D89C-4D2D-B00A-16A711E851F7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49</a:t>
            </a:fld>
            <a:endParaRPr lang="en-US" sz="1800"/>
          </a:p>
        </p:txBody>
      </p:sp>
      <p:sp>
        <p:nvSpPr>
          <p:cNvPr id="51205" name="Google Shape;719;p68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51206" name="Google Shape;720;p68"/>
          <p:cNvSpPr txBox="1">
            <a:spLocks noChangeArrowheads="1"/>
          </p:cNvSpPr>
          <p:nvPr/>
        </p:nvSpPr>
        <p:spPr bwMode="auto">
          <a:xfrm>
            <a:off x="188913" y="1271588"/>
            <a:ext cx="9721850" cy="15176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>
                <a:solidFill>
                  <a:srgbClr val="0000FF"/>
                </a:solidFill>
              </a:rPr>
              <a:t>Containere asociative										Multimap	</a:t>
            </a:r>
          </a:p>
          <a:p>
            <a:endParaRPr lang="en-US" sz="2000" b="1"/>
          </a:p>
          <a:p>
            <a:r>
              <a:rPr lang="en-US" sz="2000" b="1"/>
              <a:t>Exemplu - catalog studenti (cheia = nume si valoarea = numar matricol)</a:t>
            </a:r>
          </a:p>
          <a:p>
            <a:endParaRPr lang="en-US" sz="2000" b="1"/>
          </a:p>
          <a:p>
            <a:endParaRPr lang="en-US" sz="2000"/>
          </a:p>
          <a:p>
            <a:endParaRPr lang="en-US" sz="2000"/>
          </a:p>
          <a:p>
            <a:endParaRPr lang="en-US" sz="2000" b="1"/>
          </a:p>
        </p:txBody>
      </p:sp>
      <p:sp>
        <p:nvSpPr>
          <p:cNvPr id="51207" name="Rectangle 6"/>
          <p:cNvSpPr>
            <a:spLocks noChangeArrowheads="1"/>
          </p:cNvSpPr>
          <p:nvPr/>
        </p:nvSpPr>
        <p:spPr bwMode="auto">
          <a:xfrm>
            <a:off x="1001713" y="3409950"/>
            <a:ext cx="7167562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it-IT" sz="2000">
                <a:solidFill>
                  <a:srgbClr val="696969"/>
                </a:solidFill>
                <a:latin typeface="Courier New" pitchFamily="49" charset="0"/>
              </a:rPr>
              <a:t>//Stergerea tuturor aparitiilor unui nume</a:t>
            </a:r>
            <a:endParaRPr lang="it-IT" sz="2000">
              <a:latin typeface="Courier New" pitchFamily="49" charset="0"/>
            </a:endParaRPr>
          </a:p>
          <a:p>
            <a:r>
              <a:rPr lang="en-US" sz="2000">
                <a:latin typeface="Courier New" pitchFamily="49" charset="0"/>
              </a:rPr>
              <a:t>    </a:t>
            </a:r>
            <a:r>
              <a:rPr lang="en-US" sz="2000">
                <a:solidFill>
                  <a:srgbClr val="603000"/>
                </a:solidFill>
                <a:latin typeface="Courier New" pitchFamily="49" charset="0"/>
              </a:rPr>
              <a:t>cin</a:t>
            </a:r>
            <a:r>
              <a:rPr lang="en-US" sz="2000">
                <a:solidFill>
                  <a:srgbClr val="808030"/>
                </a:solidFill>
                <a:latin typeface="Courier New" pitchFamily="49" charset="0"/>
              </a:rPr>
              <a:t>&gt;&gt;</a:t>
            </a:r>
            <a:r>
              <a:rPr lang="en-US" sz="2000">
                <a:latin typeface="Courier New" pitchFamily="49" charset="0"/>
              </a:rPr>
              <a:t>nume</a:t>
            </a:r>
            <a:r>
              <a:rPr lang="en-US" sz="2000">
                <a:solidFill>
                  <a:srgbClr val="800080"/>
                </a:solidFill>
                <a:latin typeface="Courier New" pitchFamily="49" charset="0"/>
              </a:rPr>
              <a:t>;</a:t>
            </a:r>
          </a:p>
          <a:p>
            <a:endParaRPr lang="en-US" sz="2000">
              <a:latin typeface="Courier New" pitchFamily="49" charset="0"/>
            </a:endParaRPr>
          </a:p>
          <a:p>
            <a:r>
              <a:rPr lang="en-US" sz="2000">
                <a:latin typeface="Courier New" pitchFamily="49" charset="0"/>
              </a:rPr>
              <a:t>m</a:t>
            </a:r>
            <a:r>
              <a:rPr lang="en-US" sz="20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2000">
                <a:latin typeface="Courier New" pitchFamily="49" charset="0"/>
              </a:rPr>
              <a:t>erase</a:t>
            </a:r>
            <a:r>
              <a:rPr lang="en-US" sz="20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2000">
                <a:latin typeface="Courier New" pitchFamily="49" charset="0"/>
              </a:rPr>
              <a:t>nume</a:t>
            </a:r>
            <a:r>
              <a:rPr lang="en-US" sz="20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20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2000">
              <a:latin typeface="Courier New" pitchFamily="49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Google Shape;716;p68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3A89FFA5-D89C-4D2D-B00A-16A711E851F7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50</a:t>
            </a:fld>
            <a:endParaRPr lang="en-US" sz="1800"/>
          </a:p>
        </p:txBody>
      </p:sp>
      <p:sp>
        <p:nvSpPr>
          <p:cNvPr id="51205" name="Google Shape;719;p68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51206" name="Google Shape;720;p68"/>
          <p:cNvSpPr txBox="1">
            <a:spLocks noChangeArrowheads="1"/>
          </p:cNvSpPr>
          <p:nvPr/>
        </p:nvSpPr>
        <p:spPr bwMode="auto">
          <a:xfrm>
            <a:off x="188913" y="1271588"/>
            <a:ext cx="9721850" cy="92551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 dirty="0" err="1">
                <a:solidFill>
                  <a:srgbClr val="0000FF"/>
                </a:solidFill>
              </a:rPr>
              <a:t>Containere</a:t>
            </a:r>
            <a:r>
              <a:rPr lang="en-US" sz="2000" b="1" dirty="0">
                <a:solidFill>
                  <a:srgbClr val="0000FF"/>
                </a:solidFill>
              </a:rPr>
              <a:t> </a:t>
            </a:r>
            <a:r>
              <a:rPr lang="en-US" sz="2000" b="1" dirty="0" err="1">
                <a:solidFill>
                  <a:srgbClr val="0000FF"/>
                </a:solidFill>
              </a:rPr>
              <a:t>asociative</a:t>
            </a:r>
            <a:r>
              <a:rPr lang="en-US" sz="2000" b="1" dirty="0">
                <a:solidFill>
                  <a:srgbClr val="0000FF"/>
                </a:solidFill>
              </a:rPr>
              <a:t>										</a:t>
            </a:r>
            <a:r>
              <a:rPr lang="en-US" sz="2000" b="1" dirty="0" err="1" smtClean="0">
                <a:solidFill>
                  <a:srgbClr val="0000FF"/>
                </a:solidFill>
              </a:rPr>
              <a:t>Unordered_</a:t>
            </a:r>
            <a:r>
              <a:rPr lang="en-US" sz="2000" b="1" dirty="0" err="1" smtClean="0">
                <a:solidFill>
                  <a:srgbClr val="0000FF"/>
                </a:solidFill>
              </a:rPr>
              <a:t>map</a:t>
            </a:r>
            <a:r>
              <a:rPr lang="en-US" sz="2000" b="1" dirty="0">
                <a:solidFill>
                  <a:srgbClr val="0000FF"/>
                </a:solidFill>
              </a:rPr>
              <a:t>	</a:t>
            </a:r>
          </a:p>
          <a:p>
            <a:endParaRPr lang="en-US" sz="2000" dirty="0"/>
          </a:p>
          <a:p>
            <a:pPr marL="342900" indent="-342900">
              <a:buFontTx/>
              <a:buChar char="-"/>
            </a:pPr>
            <a:r>
              <a:rPr lang="en-US" sz="2000" b="1" dirty="0" err="1" smtClean="0"/>
              <a:t>Bazat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pe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hash_table</a:t>
            </a:r>
            <a:r>
              <a:rPr lang="en-US" sz="2000" b="1" dirty="0" smtClean="0"/>
              <a:t>; </a:t>
            </a:r>
            <a:r>
              <a:rPr lang="vi-VN" sz="2000" dirty="0"/>
              <a:t>Principalul motiv pentru care </a:t>
            </a:r>
            <a:r>
              <a:rPr lang="en-US" sz="2000" dirty="0" smtClean="0"/>
              <a:t>se </a:t>
            </a:r>
            <a:r>
              <a:rPr lang="vi-VN" sz="2000" dirty="0" smtClean="0"/>
              <a:t>aleg</a:t>
            </a:r>
            <a:r>
              <a:rPr lang="en-US" sz="2000" dirty="0" smtClean="0"/>
              <a:t>e</a:t>
            </a:r>
            <a:r>
              <a:rPr lang="vi-VN" sz="2000" dirty="0" smtClean="0"/>
              <a:t> </a:t>
            </a:r>
            <a:r>
              <a:rPr lang="vi-VN" sz="2000" dirty="0"/>
              <a:t>unordered_map este eficiența timpului de </a:t>
            </a:r>
            <a:r>
              <a:rPr lang="vi-VN" sz="2000" dirty="0" smtClean="0"/>
              <a:t>execuție</a:t>
            </a:r>
            <a:endParaRPr lang="en-US" sz="2000" b="1" dirty="0" smtClean="0"/>
          </a:p>
          <a:p>
            <a:pPr marL="342900" indent="-342900">
              <a:buFontTx/>
              <a:buChar char="-"/>
            </a:pPr>
            <a:endParaRPr lang="en-US" sz="2000" b="1" dirty="0" smtClean="0"/>
          </a:p>
          <a:p>
            <a:r>
              <a:rPr lang="vi-VN" sz="2000" b="1" dirty="0"/>
              <a:t>Performanță (Complexitate)</a:t>
            </a:r>
          </a:p>
          <a:p>
            <a:r>
              <a:rPr lang="vi-VN" sz="2000" b="1" dirty="0"/>
              <a:t>Căutare:</a:t>
            </a:r>
            <a:r>
              <a:rPr lang="vi-VN" sz="2000" dirty="0"/>
              <a:t> O(1) în medie, O(n) în cel mai rău caz (foarte rar</a:t>
            </a:r>
            <a:r>
              <a:rPr lang="vi-VN" sz="2000" dirty="0" smtClean="0"/>
              <a:t>).</a:t>
            </a:r>
            <a:endParaRPr lang="en-US" sz="2000" dirty="0" smtClean="0"/>
          </a:p>
          <a:p>
            <a:r>
              <a:rPr lang="vi-VN" sz="2000" b="1" dirty="0" smtClean="0"/>
              <a:t>Inserare</a:t>
            </a:r>
            <a:r>
              <a:rPr lang="vi-VN" sz="2000" b="1" dirty="0"/>
              <a:t>:</a:t>
            </a:r>
            <a:r>
              <a:rPr lang="vi-VN" sz="2000" dirty="0"/>
              <a:t> O(1) în medie.</a:t>
            </a:r>
          </a:p>
          <a:p>
            <a:r>
              <a:rPr lang="vi-VN" sz="2000" b="1" dirty="0"/>
              <a:t>Ștergere:</a:t>
            </a:r>
            <a:r>
              <a:rPr lang="vi-VN" sz="2000" dirty="0"/>
              <a:t> O(1) în medie</a:t>
            </a:r>
            <a:endParaRPr lang="en-US" sz="2000" b="1" dirty="0" smtClean="0"/>
          </a:p>
          <a:p>
            <a:pPr marL="342900" indent="-342900">
              <a:buFontTx/>
              <a:buChar char="-"/>
            </a:pPr>
            <a:r>
              <a:rPr lang="en-US" sz="2000" b="1" dirty="0" smtClean="0"/>
              <a:t>Worst case – O(n): </a:t>
            </a:r>
            <a:r>
              <a:rPr lang="vi-VN" sz="2000" dirty="0"/>
              <a:t>Dacă funcția de hash este slabă, apar </a:t>
            </a:r>
            <a:r>
              <a:rPr lang="vi-VN" sz="2000" b="1" dirty="0"/>
              <a:t>coliziuni</a:t>
            </a:r>
            <a:r>
              <a:rPr lang="vi-VN" sz="2000" dirty="0"/>
              <a:t>. Toate elementele ajung în același bucket, transformând căutarea într-o listă </a:t>
            </a:r>
            <a:r>
              <a:rPr lang="vi-VN" sz="2000" dirty="0" smtClean="0"/>
              <a:t>liniară</a:t>
            </a:r>
            <a:endParaRPr lang="en-US" sz="2000" dirty="0" smtClean="0"/>
          </a:p>
          <a:p>
            <a:pPr marL="342900" indent="-342900">
              <a:buFontTx/>
              <a:buChar char="-"/>
            </a:pPr>
            <a:endParaRPr lang="en-US" sz="2000" dirty="0" smtClean="0"/>
          </a:p>
          <a:p>
            <a:pPr marL="342900" indent="-342900">
              <a:buFontTx/>
              <a:buChar char="-"/>
            </a:pPr>
            <a:r>
              <a:rPr lang="vi-VN" sz="2000" b="1" dirty="0" smtClean="0"/>
              <a:t>load_factor</a:t>
            </a:r>
            <a:r>
              <a:rPr lang="vi-VN" sz="2000" b="1" dirty="0"/>
              <a:t>() </a:t>
            </a:r>
            <a:r>
              <a:rPr lang="vi-VN" sz="2000" dirty="0"/>
              <a:t>ne ajută să monitorizăm </a:t>
            </a:r>
            <a:r>
              <a:rPr lang="en-US" sz="2000" dirty="0" smtClean="0"/>
              <a:t>“</a:t>
            </a:r>
            <a:r>
              <a:rPr lang="vi-VN" sz="2000" dirty="0" smtClean="0"/>
              <a:t>sănătatea</a:t>
            </a:r>
            <a:r>
              <a:rPr lang="en-US" sz="2000" dirty="0" smtClean="0"/>
              <a:t>”</a:t>
            </a:r>
            <a:r>
              <a:rPr lang="vi-VN" sz="2000" dirty="0" smtClean="0"/>
              <a:t> </a:t>
            </a:r>
            <a:r>
              <a:rPr lang="vi-VN" sz="2000" dirty="0"/>
              <a:t>structurii</a:t>
            </a:r>
            <a:r>
              <a:rPr lang="vi-VN" sz="2000" dirty="0" smtClean="0"/>
              <a:t>.</a:t>
            </a:r>
            <a:endParaRPr lang="en-US" sz="2000" dirty="0" smtClean="0"/>
          </a:p>
          <a:p>
            <a:pPr marL="342900" indent="-342900">
              <a:buFontTx/>
              <a:buChar char="-"/>
            </a:pPr>
            <a:endParaRPr lang="en-US" sz="2000" dirty="0"/>
          </a:p>
          <a:p>
            <a:r>
              <a:rPr lang="en-US" sz="2000" dirty="0" err="1" smtClean="0"/>
              <a:t>Obs</a:t>
            </a:r>
            <a:r>
              <a:rPr lang="en-US" sz="2000" dirty="0" smtClean="0"/>
              <a:t>: </a:t>
            </a:r>
            <a:r>
              <a:rPr lang="vi-VN" sz="2000" dirty="0" smtClean="0"/>
              <a:t>volum </a:t>
            </a:r>
            <a:r>
              <a:rPr lang="vi-VN" sz="2000" dirty="0"/>
              <a:t>mare de date </a:t>
            </a:r>
            <a:r>
              <a:rPr lang="en-US" sz="2000" dirty="0" smtClean="0"/>
              <a:t>+ </a:t>
            </a:r>
            <a:r>
              <a:rPr lang="vi-VN" sz="2000" dirty="0" smtClean="0"/>
              <a:t>nu </a:t>
            </a:r>
            <a:r>
              <a:rPr lang="vi-VN" sz="2000" dirty="0"/>
              <a:t>interesează ordinea </a:t>
            </a:r>
            <a:r>
              <a:rPr lang="vi-VN" sz="2000" dirty="0" smtClean="0"/>
              <a:t>elementelor</a:t>
            </a:r>
            <a:r>
              <a:rPr lang="en-US" sz="2000" dirty="0" smtClean="0"/>
              <a:t> -&gt;</a:t>
            </a:r>
            <a:r>
              <a:rPr lang="vi-VN" sz="2000" dirty="0" smtClean="0"/>
              <a:t> </a:t>
            </a:r>
            <a:r>
              <a:rPr lang="vi-VN" sz="2000" dirty="0"/>
              <a:t>unordered_map va fi aproape întotdeauna mai rapid decât std::map.</a:t>
            </a:r>
          </a:p>
          <a:p>
            <a:pPr marL="342900" indent="-342900">
              <a:buFontTx/>
              <a:buChar char="-"/>
            </a:pPr>
            <a:endParaRPr lang="vi-VN" sz="2000" dirty="0"/>
          </a:p>
          <a:p>
            <a:pPr marL="342900" indent="-342900">
              <a:buFontTx/>
              <a:buChar char="-"/>
            </a:pPr>
            <a:endParaRPr lang="vi-VN" sz="2000" dirty="0"/>
          </a:p>
          <a:p>
            <a:pPr marL="342900" indent="-342900">
              <a:buFontTx/>
              <a:buChar char="-"/>
            </a:pPr>
            <a:endParaRPr lang="en-US" sz="2000" b="1" dirty="0"/>
          </a:p>
        </p:txBody>
      </p:sp>
      <p:sp>
        <p:nvSpPr>
          <p:cNvPr id="2" name="AutoShape 5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5393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Google Shape;716;p68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3A89FFA5-D89C-4D2D-B00A-16A711E851F7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51</a:t>
            </a:fld>
            <a:endParaRPr lang="en-US" sz="1800"/>
          </a:p>
        </p:txBody>
      </p:sp>
      <p:sp>
        <p:nvSpPr>
          <p:cNvPr id="51205" name="Google Shape;719;p68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51206" name="Google Shape;720;p68"/>
          <p:cNvSpPr txBox="1">
            <a:spLocks noChangeArrowheads="1"/>
          </p:cNvSpPr>
          <p:nvPr/>
        </p:nvSpPr>
        <p:spPr bwMode="auto">
          <a:xfrm>
            <a:off x="188913" y="1271588"/>
            <a:ext cx="9721850" cy="92551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 dirty="0" err="1">
                <a:solidFill>
                  <a:srgbClr val="0000FF"/>
                </a:solidFill>
              </a:rPr>
              <a:t>Containere</a:t>
            </a:r>
            <a:r>
              <a:rPr lang="en-US" sz="2000" b="1" dirty="0">
                <a:solidFill>
                  <a:srgbClr val="0000FF"/>
                </a:solidFill>
              </a:rPr>
              <a:t> </a:t>
            </a:r>
            <a:r>
              <a:rPr lang="en-US" sz="2000" b="1" dirty="0" err="1">
                <a:solidFill>
                  <a:srgbClr val="0000FF"/>
                </a:solidFill>
              </a:rPr>
              <a:t>asociative</a:t>
            </a:r>
            <a:r>
              <a:rPr lang="en-US" sz="2000" b="1" dirty="0">
                <a:solidFill>
                  <a:srgbClr val="0000FF"/>
                </a:solidFill>
              </a:rPr>
              <a:t>										</a:t>
            </a:r>
            <a:r>
              <a:rPr lang="en-US" sz="2000" b="1" dirty="0" err="1" smtClean="0">
                <a:solidFill>
                  <a:srgbClr val="0000FF"/>
                </a:solidFill>
              </a:rPr>
              <a:t>Unordered_</a:t>
            </a:r>
            <a:r>
              <a:rPr lang="en-US" sz="2000" b="1" dirty="0" err="1" smtClean="0">
                <a:solidFill>
                  <a:srgbClr val="0000FF"/>
                </a:solidFill>
              </a:rPr>
              <a:t>map</a:t>
            </a:r>
            <a:r>
              <a:rPr lang="en-US" sz="2000" b="1" dirty="0">
                <a:solidFill>
                  <a:srgbClr val="0000FF"/>
                </a:solidFill>
              </a:rPr>
              <a:t>	</a:t>
            </a:r>
          </a:p>
          <a:p>
            <a:endParaRPr lang="en-US" sz="2000" dirty="0"/>
          </a:p>
          <a:p>
            <a:r>
              <a:rPr lang="vi-VN" sz="2000" b="1" dirty="0"/>
              <a:t>Caracteristici </a:t>
            </a:r>
            <a:r>
              <a:rPr lang="vi-VN" sz="2000" b="1" dirty="0" smtClean="0"/>
              <a:t>cheie</a:t>
            </a:r>
            <a:endParaRPr lang="en-US" sz="2000" b="1" dirty="0" smtClean="0"/>
          </a:p>
          <a:p>
            <a:endParaRPr lang="vi-VN" sz="2000" b="1" dirty="0"/>
          </a:p>
          <a:p>
            <a:r>
              <a:rPr lang="vi-VN" sz="2000" b="1" dirty="0"/>
              <a:t>Nu menține ordinea:</a:t>
            </a:r>
            <a:r>
              <a:rPr lang="vi-VN" sz="2000" dirty="0"/>
              <a:t> Elementele sunt stocate în "bucket-uri" bazate pe hash-ul cheii. Dacă parcurgi harta, ordinea va părea aleatorie și se poate schimba la inserări noi</a:t>
            </a:r>
            <a:r>
              <a:rPr lang="vi-VN" sz="2000" dirty="0" smtClean="0"/>
              <a:t>.</a:t>
            </a:r>
            <a:endParaRPr lang="en-US" sz="2000" dirty="0" smtClean="0"/>
          </a:p>
          <a:p>
            <a:endParaRPr lang="vi-VN" sz="2000" dirty="0"/>
          </a:p>
          <a:p>
            <a:r>
              <a:rPr lang="vi-VN" sz="2000" b="1" dirty="0"/>
              <a:t>Chei unice:</a:t>
            </a:r>
            <a:r>
              <a:rPr lang="vi-VN" sz="2000" dirty="0"/>
              <a:t> Nu poți avea două elemente cu aceeași cheie (pentru asta există std::unordered_multimap</a:t>
            </a:r>
            <a:r>
              <a:rPr lang="vi-VN" sz="2000" dirty="0" smtClean="0"/>
              <a:t>).</a:t>
            </a:r>
            <a:endParaRPr lang="en-US" sz="2000" dirty="0" smtClean="0"/>
          </a:p>
          <a:p>
            <a:endParaRPr lang="vi-VN" sz="2000" dirty="0"/>
          </a:p>
          <a:p>
            <a:r>
              <a:rPr lang="vi-VN" sz="2000" b="1" dirty="0"/>
              <a:t>Consum de memorie:</a:t>
            </a:r>
            <a:r>
              <a:rPr lang="vi-VN" sz="2000" dirty="0"/>
              <a:t> De obicei, consumă mai multă memorie decât std::map din cauza structurii tabelei de hash și a necesității de a evita coliziunile</a:t>
            </a:r>
            <a:r>
              <a:rPr lang="vi-VN" sz="2000" dirty="0" smtClean="0"/>
              <a:t>.</a:t>
            </a:r>
            <a:endParaRPr lang="en-US" sz="2000" dirty="0" smtClean="0"/>
          </a:p>
          <a:p>
            <a:endParaRPr lang="en-US" sz="2000" dirty="0" smtClean="0"/>
          </a:p>
          <a:p>
            <a:r>
              <a:rPr lang="vi-VN" sz="2000" b="1" dirty="0"/>
              <a:t>Tipuri de date complexe ca chei:</a:t>
            </a:r>
            <a:r>
              <a:rPr lang="vi-VN" sz="2000" dirty="0"/>
              <a:t> </a:t>
            </a:r>
            <a:r>
              <a:rPr lang="vi-VN" sz="2000" u="sng" dirty="0"/>
              <a:t>unordered_map știe să facă hash implicit doar pentru tipuri de bază (int, string, double</a:t>
            </a:r>
            <a:r>
              <a:rPr lang="vi-VN" sz="2000" dirty="0"/>
              <a:t>). Dacă vrei să folosești un std::pair sau un struct propriu drept cheie, va trebui să îți scrii propria funcție de hash.</a:t>
            </a:r>
          </a:p>
        </p:txBody>
      </p:sp>
      <p:sp>
        <p:nvSpPr>
          <p:cNvPr id="2" name="AutoShape 5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8053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Google Shape;716;p68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3A89FFA5-D89C-4D2D-B00A-16A711E851F7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52</a:t>
            </a:fld>
            <a:endParaRPr lang="en-US" sz="1800"/>
          </a:p>
        </p:txBody>
      </p:sp>
      <p:sp>
        <p:nvSpPr>
          <p:cNvPr id="51205" name="Google Shape;719;p68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51206" name="Google Shape;720;p68"/>
          <p:cNvSpPr txBox="1">
            <a:spLocks noChangeArrowheads="1"/>
          </p:cNvSpPr>
          <p:nvPr/>
        </p:nvSpPr>
        <p:spPr bwMode="auto">
          <a:xfrm>
            <a:off x="188913" y="1271588"/>
            <a:ext cx="9721850" cy="92551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 dirty="0" err="1">
                <a:solidFill>
                  <a:srgbClr val="0000FF"/>
                </a:solidFill>
              </a:rPr>
              <a:t>Containere</a:t>
            </a:r>
            <a:r>
              <a:rPr lang="en-US" sz="2000" b="1" dirty="0">
                <a:solidFill>
                  <a:srgbClr val="0000FF"/>
                </a:solidFill>
              </a:rPr>
              <a:t> </a:t>
            </a:r>
            <a:r>
              <a:rPr lang="en-US" sz="2000" b="1" dirty="0" err="1">
                <a:solidFill>
                  <a:srgbClr val="0000FF"/>
                </a:solidFill>
              </a:rPr>
              <a:t>asociative</a:t>
            </a:r>
            <a:r>
              <a:rPr lang="en-US" sz="2000" b="1" dirty="0">
                <a:solidFill>
                  <a:srgbClr val="0000FF"/>
                </a:solidFill>
              </a:rPr>
              <a:t>										</a:t>
            </a:r>
            <a:r>
              <a:rPr lang="en-US" sz="2000" b="1" dirty="0" err="1" smtClean="0">
                <a:solidFill>
                  <a:srgbClr val="0000FF"/>
                </a:solidFill>
              </a:rPr>
              <a:t>Unordered_</a:t>
            </a:r>
            <a:r>
              <a:rPr lang="en-US" sz="2000" b="1" dirty="0" err="1" smtClean="0">
                <a:solidFill>
                  <a:srgbClr val="0000FF"/>
                </a:solidFill>
              </a:rPr>
              <a:t>map</a:t>
            </a:r>
            <a:r>
              <a:rPr lang="en-US" sz="2000" b="1" dirty="0">
                <a:solidFill>
                  <a:srgbClr val="0000FF"/>
                </a:solidFill>
              </a:rPr>
              <a:t>	</a:t>
            </a:r>
          </a:p>
          <a:p>
            <a:endParaRPr lang="en-US" sz="2000" dirty="0"/>
          </a:p>
          <a:p>
            <a:r>
              <a:rPr lang="en-US" sz="2000" b="1" dirty="0" err="1" smtClean="0"/>
              <a:t>Reprezentarea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datelor</a:t>
            </a:r>
            <a:r>
              <a:rPr lang="en-US" sz="2000" b="1" dirty="0" smtClean="0"/>
              <a:t> in </a:t>
            </a:r>
            <a:r>
              <a:rPr lang="en-US" sz="2000" b="1" dirty="0" err="1" smtClean="0"/>
              <a:t>memorie</a:t>
            </a:r>
            <a:endParaRPr lang="en-US" sz="2000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853" y="2578100"/>
            <a:ext cx="8099072" cy="214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1389" y="4863306"/>
            <a:ext cx="3695700" cy="240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53282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Google Shape;716;p68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3A89FFA5-D89C-4D2D-B00A-16A711E851F7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53</a:t>
            </a:fld>
            <a:endParaRPr lang="en-US" sz="1800"/>
          </a:p>
        </p:txBody>
      </p:sp>
      <p:sp>
        <p:nvSpPr>
          <p:cNvPr id="51205" name="Google Shape;719;p68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51206" name="Google Shape;720;p68"/>
          <p:cNvSpPr txBox="1">
            <a:spLocks noChangeArrowheads="1"/>
          </p:cNvSpPr>
          <p:nvPr/>
        </p:nvSpPr>
        <p:spPr bwMode="auto">
          <a:xfrm>
            <a:off x="188913" y="1271588"/>
            <a:ext cx="9721850" cy="92551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 dirty="0" err="1">
                <a:solidFill>
                  <a:srgbClr val="0000FF"/>
                </a:solidFill>
              </a:rPr>
              <a:t>Containere</a:t>
            </a:r>
            <a:r>
              <a:rPr lang="en-US" sz="2000" b="1" dirty="0">
                <a:solidFill>
                  <a:srgbClr val="0000FF"/>
                </a:solidFill>
              </a:rPr>
              <a:t> </a:t>
            </a:r>
            <a:r>
              <a:rPr lang="en-US" sz="2000" b="1" dirty="0" err="1">
                <a:solidFill>
                  <a:srgbClr val="0000FF"/>
                </a:solidFill>
              </a:rPr>
              <a:t>asociative</a:t>
            </a:r>
            <a:r>
              <a:rPr lang="en-US" sz="2000" b="1" dirty="0">
                <a:solidFill>
                  <a:srgbClr val="0000FF"/>
                </a:solidFill>
              </a:rPr>
              <a:t>										</a:t>
            </a:r>
            <a:r>
              <a:rPr lang="en-US" sz="2000" b="1" dirty="0" err="1" smtClean="0">
                <a:solidFill>
                  <a:srgbClr val="0000FF"/>
                </a:solidFill>
              </a:rPr>
              <a:t>Unordered_</a:t>
            </a:r>
            <a:r>
              <a:rPr lang="en-US" sz="2000" b="1" dirty="0" err="1" smtClean="0">
                <a:solidFill>
                  <a:srgbClr val="0000FF"/>
                </a:solidFill>
              </a:rPr>
              <a:t>map</a:t>
            </a:r>
            <a:r>
              <a:rPr lang="en-US" sz="2000" b="1" dirty="0">
                <a:solidFill>
                  <a:srgbClr val="0000FF"/>
                </a:solidFill>
              </a:rPr>
              <a:t>	</a:t>
            </a:r>
          </a:p>
          <a:p>
            <a:endParaRPr lang="en-US" sz="2000" dirty="0"/>
          </a:p>
          <a:p>
            <a:r>
              <a:rPr lang="en-US" sz="2000" b="1" dirty="0" err="1" smtClean="0"/>
              <a:t>Exemplu</a:t>
            </a:r>
            <a:r>
              <a:rPr lang="en-US" sz="2000" b="1" dirty="0" smtClean="0"/>
              <a:t>:</a:t>
            </a:r>
            <a:endParaRPr lang="en-US" sz="2000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884" y="2898774"/>
            <a:ext cx="8750754" cy="318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75085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Google Shape;716;p68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3A89FFA5-D89C-4D2D-B00A-16A711E851F7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54</a:t>
            </a:fld>
            <a:endParaRPr lang="en-US" sz="1800"/>
          </a:p>
        </p:txBody>
      </p:sp>
      <p:sp>
        <p:nvSpPr>
          <p:cNvPr id="51205" name="Google Shape;719;p68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51206" name="Google Shape;720;p68"/>
          <p:cNvSpPr txBox="1">
            <a:spLocks noChangeArrowheads="1"/>
          </p:cNvSpPr>
          <p:nvPr/>
        </p:nvSpPr>
        <p:spPr bwMode="auto">
          <a:xfrm>
            <a:off x="188913" y="1271588"/>
            <a:ext cx="9721850" cy="92551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 dirty="0" err="1">
                <a:solidFill>
                  <a:srgbClr val="0000FF"/>
                </a:solidFill>
              </a:rPr>
              <a:t>Containere</a:t>
            </a:r>
            <a:r>
              <a:rPr lang="en-US" sz="2000" b="1" dirty="0">
                <a:solidFill>
                  <a:srgbClr val="0000FF"/>
                </a:solidFill>
              </a:rPr>
              <a:t> </a:t>
            </a:r>
            <a:r>
              <a:rPr lang="en-US" sz="2000" b="1" dirty="0" err="1">
                <a:solidFill>
                  <a:srgbClr val="0000FF"/>
                </a:solidFill>
              </a:rPr>
              <a:t>asociative</a:t>
            </a:r>
            <a:r>
              <a:rPr lang="en-US" sz="2000" b="1" dirty="0">
                <a:solidFill>
                  <a:srgbClr val="0000FF"/>
                </a:solidFill>
              </a:rPr>
              <a:t>										</a:t>
            </a:r>
            <a:r>
              <a:rPr lang="en-US" sz="2000" b="1" dirty="0" smtClean="0">
                <a:solidFill>
                  <a:srgbClr val="0000FF"/>
                </a:solidFill>
              </a:rPr>
              <a:t>Map vs </a:t>
            </a:r>
            <a:r>
              <a:rPr lang="en-US" sz="2000" b="1" dirty="0" err="1" smtClean="0">
                <a:solidFill>
                  <a:srgbClr val="0000FF"/>
                </a:solidFill>
              </a:rPr>
              <a:t>Unordered_</a:t>
            </a:r>
            <a:r>
              <a:rPr lang="en-US" sz="2000" b="1" dirty="0" err="1" smtClean="0">
                <a:solidFill>
                  <a:srgbClr val="0000FF"/>
                </a:solidFill>
              </a:rPr>
              <a:t>map</a:t>
            </a:r>
            <a:r>
              <a:rPr lang="en-US" sz="2000" b="1" dirty="0">
                <a:solidFill>
                  <a:srgbClr val="0000FF"/>
                </a:solidFill>
              </a:rPr>
              <a:t>	</a:t>
            </a:r>
          </a:p>
          <a:p>
            <a:endParaRPr lang="en-US" sz="20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339" y="2479674"/>
            <a:ext cx="7992997" cy="314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7411473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Google Shape;728;p69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501FC15F-523C-4ECD-87CC-BEFD36240874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55</a:t>
            </a:fld>
            <a:endParaRPr lang="en-US" sz="1800"/>
          </a:p>
        </p:txBody>
      </p:sp>
      <p:sp>
        <p:nvSpPr>
          <p:cNvPr id="52229" name="Google Shape;731;p69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732" name="Google Shape;732;p69"/>
          <p:cNvSpPr txBox="1"/>
          <p:nvPr/>
        </p:nvSpPr>
        <p:spPr>
          <a:xfrm>
            <a:off x="274638" y="1271588"/>
            <a:ext cx="9531350" cy="5276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err="1">
                <a:solidFill>
                  <a:srgbClr val="0000FF"/>
                </a:solidFill>
              </a:rPr>
              <a:t>Iterator</a:t>
            </a:r>
            <a:endParaRPr sz="2000" b="1">
              <a:solidFill>
                <a:srgbClr val="0000FF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 b="1"/>
          </a:p>
          <a:p>
            <a:pPr marL="457200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/>
              <a:t>un concept fundamental in STL, </a:t>
            </a:r>
            <a:r>
              <a:rPr lang="en-US" sz="2000" err="1"/>
              <a:t>este</a:t>
            </a:r>
            <a:r>
              <a:rPr lang="en-US" sz="2000"/>
              <a:t> </a:t>
            </a:r>
            <a:r>
              <a:rPr lang="en-US" sz="2000" err="1"/>
              <a:t>elementul</a:t>
            </a:r>
            <a:r>
              <a:rPr lang="en-US" sz="2000"/>
              <a:t> central </a:t>
            </a:r>
            <a:r>
              <a:rPr lang="en-US" sz="2000" err="1"/>
              <a:t>pentru</a:t>
            </a:r>
            <a:r>
              <a:rPr lang="en-US" sz="2000"/>
              <a:t> </a:t>
            </a:r>
            <a:r>
              <a:rPr lang="en-US" sz="2000" err="1"/>
              <a:t>algoritmi</a:t>
            </a:r>
            <a:r>
              <a:rPr lang="en-US" sz="2000"/>
              <a:t> </a:t>
            </a:r>
            <a:r>
              <a:rPr lang="en-US" sz="2000" err="1"/>
              <a:t>oferiţi</a:t>
            </a:r>
            <a:r>
              <a:rPr lang="en-US" sz="2000"/>
              <a:t> de STL;</a:t>
            </a:r>
            <a:endParaRPr sz="2000"/>
          </a:p>
          <a:p>
            <a:pPr marL="457200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 err="1"/>
              <a:t>obiect</a:t>
            </a:r>
            <a:r>
              <a:rPr lang="en-US" sz="2000"/>
              <a:t> care </a:t>
            </a:r>
            <a:r>
              <a:rPr lang="en-US" sz="2000" err="1"/>
              <a:t>gestionează</a:t>
            </a:r>
            <a:r>
              <a:rPr lang="en-US" sz="2000"/>
              <a:t> o </a:t>
            </a:r>
            <a:r>
              <a:rPr lang="en-US" sz="2000" err="1"/>
              <a:t>poziție</a:t>
            </a:r>
            <a:r>
              <a:rPr lang="en-US" sz="2000"/>
              <a:t> (</a:t>
            </a:r>
            <a:r>
              <a:rPr lang="en-US" sz="2000" err="1"/>
              <a:t>curentă</a:t>
            </a:r>
            <a:r>
              <a:rPr lang="en-US" sz="2000"/>
              <a:t>) din </a:t>
            </a:r>
            <a:r>
              <a:rPr lang="en-US" sz="2000" err="1"/>
              <a:t>containerul</a:t>
            </a:r>
            <a:r>
              <a:rPr lang="en-US" sz="2000"/>
              <a:t> </a:t>
            </a:r>
            <a:r>
              <a:rPr lang="en-US" sz="2000" err="1"/>
              <a:t>asociat</a:t>
            </a:r>
            <a:r>
              <a:rPr lang="en-US" sz="2000"/>
              <a:t>;</a:t>
            </a:r>
            <a:endParaRPr sz="2000"/>
          </a:p>
          <a:p>
            <a:pPr marL="457200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 err="1"/>
              <a:t>suport</a:t>
            </a:r>
            <a:r>
              <a:rPr lang="en-US" sz="2000"/>
              <a:t> </a:t>
            </a:r>
            <a:r>
              <a:rPr lang="en-US" sz="2000" err="1"/>
              <a:t>pentru</a:t>
            </a:r>
            <a:r>
              <a:rPr lang="en-US" sz="2000"/>
              <a:t> </a:t>
            </a:r>
            <a:r>
              <a:rPr lang="en-US" sz="2000" err="1"/>
              <a:t>traversare</a:t>
            </a:r>
            <a:r>
              <a:rPr lang="en-US" sz="2000"/>
              <a:t> (++,--), </a:t>
            </a:r>
            <a:r>
              <a:rPr lang="en-US" sz="2000" err="1"/>
              <a:t>dereferențiere</a:t>
            </a:r>
            <a:r>
              <a:rPr lang="en-US" sz="2000"/>
              <a:t> (*it);</a:t>
            </a:r>
            <a:endParaRPr sz="2000"/>
          </a:p>
          <a:p>
            <a:pPr marL="457200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 err="1"/>
              <a:t>permite</a:t>
            </a:r>
            <a:r>
              <a:rPr lang="en-US" sz="2000"/>
              <a:t> </a:t>
            </a:r>
            <a:r>
              <a:rPr lang="en-US" sz="2000" err="1"/>
              <a:t>decuplarea</a:t>
            </a:r>
            <a:r>
              <a:rPr lang="en-US" sz="2000"/>
              <a:t> </a:t>
            </a:r>
            <a:r>
              <a:rPr lang="en-US" sz="2000" err="1"/>
              <a:t>intre</a:t>
            </a:r>
            <a:r>
              <a:rPr lang="en-US" sz="2000"/>
              <a:t> </a:t>
            </a:r>
            <a:r>
              <a:rPr lang="en-US" sz="2000" err="1"/>
              <a:t>algoritmi</a:t>
            </a:r>
            <a:r>
              <a:rPr lang="en-US" sz="2000"/>
              <a:t> </a:t>
            </a:r>
            <a:r>
              <a:rPr lang="en-US" sz="2000" err="1"/>
              <a:t>si</a:t>
            </a:r>
            <a:r>
              <a:rPr lang="en-US" sz="2000"/>
              <a:t> </a:t>
            </a:r>
            <a:r>
              <a:rPr lang="en-US" sz="2000" err="1"/>
              <a:t>containere</a:t>
            </a:r>
            <a:r>
              <a:rPr lang="en-US" sz="2000"/>
              <a:t>.</a:t>
            </a:r>
            <a:endParaRPr sz="2000"/>
          </a:p>
          <a:p>
            <a:pPr marL="457200"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1" err="1"/>
              <a:t>Tipuri</a:t>
            </a:r>
            <a:r>
              <a:rPr lang="en-US" sz="2000" b="1" i="1"/>
              <a:t> de </a:t>
            </a:r>
            <a:r>
              <a:rPr lang="en-US" sz="2000" b="1" i="1" err="1"/>
              <a:t>iteratori</a:t>
            </a:r>
            <a:r>
              <a:rPr lang="en-US" sz="2000" b="1" i="1"/>
              <a:t>:</a:t>
            </a:r>
            <a:endParaRPr sz="2000" b="1" i="1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 b="1" i="1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/>
              <a:t>• </a:t>
            </a:r>
            <a:r>
              <a:rPr lang="en-US" sz="2000" err="1"/>
              <a:t>iterator</a:t>
            </a:r>
            <a:r>
              <a:rPr lang="en-US" sz="2000"/>
              <a:t> input/output (</a:t>
            </a:r>
            <a:r>
              <a:rPr lang="en-US" sz="2000" err="1"/>
              <a:t>istream_iterator</a:t>
            </a:r>
            <a:r>
              <a:rPr lang="en-US" sz="2000"/>
              <a:t>, </a:t>
            </a:r>
            <a:r>
              <a:rPr lang="en-US" sz="2000" err="1"/>
              <a:t>ostream_iterator</a:t>
            </a:r>
            <a:r>
              <a:rPr lang="en-US" sz="2000"/>
              <a:t>)</a:t>
            </a: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/>
              <a:t>• forward </a:t>
            </a:r>
            <a:r>
              <a:rPr lang="en-US" sz="2000" err="1"/>
              <a:t>iterators</a:t>
            </a:r>
            <a:r>
              <a:rPr lang="en-US" sz="2000"/>
              <a:t>, </a:t>
            </a:r>
            <a:r>
              <a:rPr lang="en-US" sz="2000" err="1"/>
              <a:t>iterator</a:t>
            </a:r>
            <a:r>
              <a:rPr lang="en-US" sz="2000"/>
              <a:t> bidirectional, </a:t>
            </a:r>
            <a:r>
              <a:rPr lang="en-US" sz="2000" err="1"/>
              <a:t>iterator</a:t>
            </a:r>
            <a:r>
              <a:rPr lang="en-US" sz="2000"/>
              <a:t> random access</a:t>
            </a: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/>
              <a:t>• reverse </a:t>
            </a:r>
            <a:r>
              <a:rPr lang="en-US" sz="2000" err="1"/>
              <a:t>iterators</a:t>
            </a:r>
            <a:r>
              <a:rPr lang="en-US" sz="2000"/>
              <a:t>.</a:t>
            </a: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err="1">
                <a:solidFill>
                  <a:srgbClr val="FF0000"/>
                </a:solidFill>
              </a:rPr>
              <a:t>Adaptoarele</a:t>
            </a:r>
            <a:r>
              <a:rPr lang="en-US" sz="2000" b="1">
                <a:solidFill>
                  <a:srgbClr val="FF0000"/>
                </a:solidFill>
              </a:rPr>
              <a:t> de </a:t>
            </a:r>
            <a:r>
              <a:rPr lang="en-US" sz="2000" b="1" err="1">
                <a:solidFill>
                  <a:srgbClr val="FF0000"/>
                </a:solidFill>
              </a:rPr>
              <a:t>containere</a:t>
            </a:r>
            <a:r>
              <a:rPr lang="en-US" sz="2000" b="1">
                <a:solidFill>
                  <a:srgbClr val="FF0000"/>
                </a:solidFill>
              </a:rPr>
              <a:t> (container adaptors) - stack, queue, </a:t>
            </a:r>
            <a:r>
              <a:rPr lang="en-US" sz="2000" b="1" err="1">
                <a:solidFill>
                  <a:srgbClr val="FF0000"/>
                </a:solidFill>
              </a:rPr>
              <a:t>priority_queue</a:t>
            </a:r>
            <a:r>
              <a:rPr lang="en-US" sz="2000" b="1">
                <a:solidFill>
                  <a:srgbClr val="FF0000"/>
                </a:solidFill>
              </a:rPr>
              <a:t> - nu </a:t>
            </a:r>
            <a:r>
              <a:rPr lang="en-US" sz="2000" b="1" err="1">
                <a:solidFill>
                  <a:srgbClr val="FF0000"/>
                </a:solidFill>
              </a:rPr>
              <a:t>oferă</a:t>
            </a:r>
            <a:r>
              <a:rPr lang="en-US" sz="2000" b="1">
                <a:solidFill>
                  <a:srgbClr val="FF0000"/>
                </a:solidFill>
              </a:rPr>
              <a:t> </a:t>
            </a:r>
            <a:r>
              <a:rPr lang="en-US" sz="2000" b="1" err="1">
                <a:solidFill>
                  <a:srgbClr val="FF0000"/>
                </a:solidFill>
              </a:rPr>
              <a:t>iterator</a:t>
            </a:r>
            <a:r>
              <a:rPr lang="en-US" sz="2000" b="1">
                <a:solidFill>
                  <a:srgbClr val="FF0000"/>
                </a:solidFill>
              </a:rPr>
              <a:t>!</a:t>
            </a:r>
            <a:endParaRPr sz="2000" b="1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Google Shape;740;p70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2CBCE7F8-CAF0-4077-B26E-B9C647A54813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56</a:t>
            </a:fld>
            <a:endParaRPr lang="en-US" sz="1800"/>
          </a:p>
        </p:txBody>
      </p:sp>
      <p:sp>
        <p:nvSpPr>
          <p:cNvPr id="53253" name="Google Shape;743;p70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53254" name="Rectangle 6"/>
          <p:cNvSpPr>
            <a:spLocks noChangeArrowheads="1"/>
          </p:cNvSpPr>
          <p:nvPr/>
        </p:nvSpPr>
        <p:spPr bwMode="auto">
          <a:xfrm>
            <a:off x="544513" y="1646238"/>
            <a:ext cx="8915400" cy="424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n-US" sz="2000" b="1">
                <a:solidFill>
                  <a:srgbClr val="0000FF"/>
                </a:solidFill>
              </a:rPr>
              <a:t>Iterator</a:t>
            </a:r>
          </a:p>
          <a:p>
            <a:endParaRPr lang="en-US" sz="2000" b="1"/>
          </a:p>
          <a:p>
            <a:r>
              <a:rPr lang="en-US" sz="2000"/>
              <a:t>Functii uzuale:</a:t>
            </a:r>
          </a:p>
          <a:p>
            <a:pPr>
              <a:lnSpc>
                <a:spcPct val="150000"/>
              </a:lnSpc>
            </a:pPr>
            <a:endParaRPr lang="en-US" sz="2000"/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sz="2000"/>
              <a:t> </a:t>
            </a:r>
            <a:r>
              <a:rPr lang="en-US" sz="2000" b="1"/>
              <a:t>begin()</a:t>
            </a:r>
            <a:r>
              <a:rPr lang="en-US" sz="2000"/>
              <a:t> - returneaza pozitia de inceput a containerului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sz="2000"/>
              <a:t> </a:t>
            </a:r>
            <a:r>
              <a:rPr lang="en-US" sz="2000" b="1"/>
              <a:t>end()</a:t>
            </a:r>
            <a:r>
              <a:rPr lang="en-US" sz="2000"/>
              <a:t> - returneaza pozitia de dupa terminarea containerului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sz="2000"/>
              <a:t> </a:t>
            </a:r>
            <a:r>
              <a:rPr lang="en-US" sz="2000" b="1"/>
              <a:t>advance()</a:t>
            </a:r>
            <a:r>
              <a:rPr lang="en-US" sz="2000"/>
              <a:t> - incrementeaza pozitia iteratorului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sz="2000"/>
              <a:t> </a:t>
            </a:r>
            <a:r>
              <a:rPr lang="en-US" sz="2000" b="1"/>
              <a:t>next()</a:t>
            </a:r>
            <a:r>
              <a:rPr lang="en-US" sz="2000"/>
              <a:t> - returneaza noul iterator dupa avansarea cu o pozitie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sz="2000"/>
              <a:t> </a:t>
            </a:r>
            <a:r>
              <a:rPr lang="en-US" sz="2000" b="1"/>
              <a:t>prev()</a:t>
            </a:r>
            <a:r>
              <a:rPr lang="en-US" sz="2000"/>
              <a:t> - returneaza noul iterator dupa decrementarea cu o pozitie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sz="2000"/>
              <a:t> </a:t>
            </a:r>
            <a:r>
              <a:rPr lang="en-US" sz="2000" b="1"/>
              <a:t>inserter()</a:t>
            </a:r>
            <a:r>
              <a:rPr lang="en-US" sz="2000"/>
              <a:t> – insereaza elemente pe orice pozitie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Google Shape;752;p71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4E108E3D-5419-4C28-91BB-5C276F47FC09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57</a:t>
            </a:fld>
            <a:endParaRPr lang="en-US" sz="1800"/>
          </a:p>
        </p:txBody>
      </p:sp>
      <p:sp>
        <p:nvSpPr>
          <p:cNvPr id="54277" name="Google Shape;755;p71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54278" name="Google Shape;756;p71"/>
          <p:cNvSpPr txBox="1">
            <a:spLocks noChangeArrowheads="1"/>
          </p:cNvSpPr>
          <p:nvPr/>
        </p:nvSpPr>
        <p:spPr bwMode="auto">
          <a:xfrm>
            <a:off x="274638" y="1271588"/>
            <a:ext cx="9531350" cy="12890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>
                <a:solidFill>
                  <a:srgbClr val="0000FF"/>
                </a:solidFill>
              </a:rPr>
              <a:t>Iterator</a:t>
            </a:r>
          </a:p>
          <a:p>
            <a:endParaRPr lang="en-US" sz="2000" b="1"/>
          </a:p>
          <a:p>
            <a:r>
              <a:rPr lang="en-US" sz="2000" b="1"/>
              <a:t>Exemplu - begin, end, advance, next, prev:</a:t>
            </a:r>
          </a:p>
          <a:p>
            <a:endParaRPr lang="en-US" sz="2000"/>
          </a:p>
        </p:txBody>
      </p:sp>
      <p:sp>
        <p:nvSpPr>
          <p:cNvPr id="54279" name="Rectangle 6"/>
          <p:cNvSpPr>
            <a:spLocks noChangeArrowheads="1"/>
          </p:cNvSpPr>
          <p:nvPr/>
        </p:nvSpPr>
        <p:spPr bwMode="auto">
          <a:xfrm>
            <a:off x="1001713" y="2403475"/>
            <a:ext cx="6481762" cy="5046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004A43"/>
                </a:solidFill>
                <a:latin typeface="Courier New" pitchFamily="49" charset="0"/>
              </a:rPr>
              <a:t>#include</a:t>
            </a:r>
            <a:r>
              <a:rPr lang="en-US">
                <a:solidFill>
                  <a:srgbClr val="800000"/>
                </a:solidFill>
                <a:latin typeface="Courier New" pitchFamily="49" charset="0"/>
              </a:rPr>
              <a:t>&lt;</a:t>
            </a:r>
            <a:r>
              <a:rPr lang="en-US">
                <a:solidFill>
                  <a:srgbClr val="40015A"/>
                </a:solidFill>
                <a:latin typeface="Courier New" pitchFamily="49" charset="0"/>
              </a:rPr>
              <a:t>iostream</a:t>
            </a:r>
            <a:r>
              <a:rPr lang="en-US">
                <a:solidFill>
                  <a:srgbClr val="800000"/>
                </a:solidFill>
                <a:latin typeface="Courier New" pitchFamily="49" charset="0"/>
              </a:rPr>
              <a:t>&gt;</a:t>
            </a:r>
            <a:endParaRPr lang="en-US">
              <a:latin typeface="Courier New" pitchFamily="49" charset="0"/>
            </a:endParaRPr>
          </a:p>
          <a:p>
            <a:r>
              <a:rPr lang="en-US">
                <a:solidFill>
                  <a:srgbClr val="004A43"/>
                </a:solidFill>
                <a:latin typeface="Courier New" pitchFamily="49" charset="0"/>
              </a:rPr>
              <a:t>#include</a:t>
            </a:r>
            <a:r>
              <a:rPr lang="en-US">
                <a:solidFill>
                  <a:srgbClr val="800000"/>
                </a:solidFill>
                <a:latin typeface="Courier New" pitchFamily="49" charset="0"/>
              </a:rPr>
              <a:t>&lt;</a:t>
            </a:r>
            <a:r>
              <a:rPr lang="en-US">
                <a:solidFill>
                  <a:srgbClr val="40015A"/>
                </a:solidFill>
                <a:latin typeface="Courier New" pitchFamily="49" charset="0"/>
              </a:rPr>
              <a:t>iterator</a:t>
            </a:r>
            <a:r>
              <a:rPr lang="en-US">
                <a:solidFill>
                  <a:srgbClr val="800000"/>
                </a:solidFill>
                <a:latin typeface="Courier New" pitchFamily="49" charset="0"/>
              </a:rPr>
              <a:t>&gt;</a:t>
            </a:r>
            <a:endParaRPr lang="en-US">
              <a:latin typeface="Courier New" pitchFamily="49" charset="0"/>
            </a:endParaRPr>
          </a:p>
          <a:p>
            <a:r>
              <a:rPr lang="en-US">
                <a:solidFill>
                  <a:srgbClr val="004A43"/>
                </a:solidFill>
                <a:latin typeface="Courier New" pitchFamily="49" charset="0"/>
              </a:rPr>
              <a:t>#include </a:t>
            </a:r>
            <a:r>
              <a:rPr lang="en-US">
                <a:solidFill>
                  <a:srgbClr val="800000"/>
                </a:solidFill>
                <a:latin typeface="Courier New" pitchFamily="49" charset="0"/>
              </a:rPr>
              <a:t>&lt;</a:t>
            </a:r>
            <a:r>
              <a:rPr lang="en-US">
                <a:solidFill>
                  <a:srgbClr val="40015A"/>
                </a:solidFill>
                <a:latin typeface="Courier New" pitchFamily="49" charset="0"/>
              </a:rPr>
              <a:t>vector</a:t>
            </a:r>
            <a:r>
              <a:rPr lang="en-US">
                <a:solidFill>
                  <a:srgbClr val="800000"/>
                </a:solidFill>
                <a:latin typeface="Courier New" pitchFamily="49" charset="0"/>
              </a:rPr>
              <a:t>&gt;</a:t>
            </a:r>
            <a:endParaRPr lang="en-US">
              <a:latin typeface="Courier New" pitchFamily="49" charset="0"/>
            </a:endParaRPr>
          </a:p>
          <a:p>
            <a:endParaRPr lang="en-US">
              <a:latin typeface="Courier New" pitchFamily="49" charset="0"/>
            </a:endParaRPr>
          </a:p>
          <a:p>
            <a:r>
              <a:rPr lang="en-US" b="1">
                <a:solidFill>
                  <a:srgbClr val="800000"/>
                </a:solidFill>
                <a:latin typeface="Courier New" pitchFamily="49" charset="0"/>
              </a:rPr>
              <a:t>using</a:t>
            </a:r>
            <a:r>
              <a:rPr lang="en-US" b="1">
                <a:latin typeface="Courier New" pitchFamily="49" charset="0"/>
              </a:rPr>
              <a:t> </a:t>
            </a:r>
            <a:r>
              <a:rPr lang="en-US" b="1">
                <a:solidFill>
                  <a:srgbClr val="800000"/>
                </a:solidFill>
                <a:latin typeface="Courier New" pitchFamily="49" charset="0"/>
              </a:rPr>
              <a:t>namespace</a:t>
            </a:r>
            <a:r>
              <a:rPr lang="en-US" b="1">
                <a:latin typeface="Courier New" pitchFamily="49" charset="0"/>
              </a:rPr>
              <a:t> </a:t>
            </a:r>
            <a:r>
              <a:rPr lang="en-US" b="1">
                <a:solidFill>
                  <a:srgbClr val="666616"/>
                </a:solidFill>
                <a:latin typeface="Courier New" pitchFamily="49" charset="0"/>
              </a:rPr>
              <a:t>std</a:t>
            </a:r>
            <a:r>
              <a:rPr 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>
              <a:latin typeface="Courier New" pitchFamily="49" charset="0"/>
            </a:endParaRPr>
          </a:p>
          <a:p>
            <a:r>
              <a:rPr lang="en-US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b="1">
                <a:latin typeface="Courier New" pitchFamily="49" charset="0"/>
              </a:rPr>
              <a:t> </a:t>
            </a:r>
            <a:r>
              <a:rPr lang="en-US" b="1">
                <a:solidFill>
                  <a:srgbClr val="400000"/>
                </a:solidFill>
                <a:latin typeface="Courier New" pitchFamily="49" charset="0"/>
              </a:rPr>
              <a:t>main</a:t>
            </a:r>
            <a:r>
              <a:rPr lang="en-US" b="1">
                <a:solidFill>
                  <a:srgbClr val="808030"/>
                </a:solidFill>
                <a:latin typeface="Courier New" pitchFamily="49" charset="0"/>
              </a:rPr>
              <a:t>()</a:t>
            </a:r>
            <a:endParaRPr lang="en-US" b="1">
              <a:latin typeface="Courier New" pitchFamily="49" charset="0"/>
            </a:endParaRPr>
          </a:p>
          <a:p>
            <a:r>
              <a:rPr lang="en-US">
                <a:solidFill>
                  <a:srgbClr val="800080"/>
                </a:solidFill>
                <a:latin typeface="Courier New" pitchFamily="49" charset="0"/>
              </a:rPr>
              <a:t>{</a:t>
            </a:r>
            <a:endParaRPr lang="en-US">
              <a:latin typeface="Courier New" pitchFamily="49" charset="0"/>
            </a:endParaRPr>
          </a:p>
          <a:p>
            <a:r>
              <a:rPr lang="en-US">
                <a:latin typeface="Courier New" pitchFamily="49" charset="0"/>
              </a:rPr>
              <a:t>    </a:t>
            </a:r>
            <a:r>
              <a:rPr lang="en-US">
                <a:solidFill>
                  <a:srgbClr val="603000"/>
                </a:solidFill>
                <a:latin typeface="Courier New" pitchFamily="49" charset="0"/>
              </a:rPr>
              <a:t>vector</a:t>
            </a:r>
            <a:r>
              <a:rPr lang="en-US">
                <a:solidFill>
                  <a:srgbClr val="800080"/>
                </a:solidFill>
                <a:latin typeface="Courier New" pitchFamily="49" charset="0"/>
              </a:rPr>
              <a:t>&lt;</a:t>
            </a:r>
            <a:r>
              <a:rPr lang="en-US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b="1">
                <a:solidFill>
                  <a:srgbClr val="800080"/>
                </a:solidFill>
                <a:latin typeface="Courier New" pitchFamily="49" charset="0"/>
              </a:rPr>
              <a:t>&gt;</a:t>
            </a:r>
            <a:r>
              <a:rPr lang="en-US" b="1">
                <a:latin typeface="Courier New" pitchFamily="49" charset="0"/>
              </a:rPr>
              <a:t> v</a:t>
            </a:r>
            <a:r>
              <a:rPr lang="en-US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b="1">
                <a:solidFill>
                  <a:srgbClr val="008C00"/>
                </a:solidFill>
                <a:latin typeface="Courier New" pitchFamily="49" charset="0"/>
              </a:rPr>
              <a:t>5</a:t>
            </a:r>
            <a:r>
              <a:rPr lang="en-US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b="1">
              <a:latin typeface="Courier New" pitchFamily="49" charset="0"/>
            </a:endParaRPr>
          </a:p>
          <a:p>
            <a:r>
              <a:rPr lang="nn-NO">
                <a:latin typeface="Courier New" pitchFamily="49" charset="0"/>
              </a:rPr>
              <a:t>    </a:t>
            </a:r>
            <a:r>
              <a:rPr lang="nn-NO" b="1">
                <a:solidFill>
                  <a:srgbClr val="800000"/>
                </a:solidFill>
                <a:latin typeface="Courier New" pitchFamily="49" charset="0"/>
              </a:rPr>
              <a:t>for</a:t>
            </a:r>
            <a:r>
              <a:rPr lang="nn-NO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nn-NO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nn-NO" b="1">
                <a:latin typeface="Courier New" pitchFamily="49" charset="0"/>
              </a:rPr>
              <a:t> i </a:t>
            </a:r>
            <a:r>
              <a:rPr lang="nn-NO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nn-NO" b="1">
                <a:latin typeface="Courier New" pitchFamily="49" charset="0"/>
              </a:rPr>
              <a:t> </a:t>
            </a:r>
            <a:r>
              <a:rPr lang="nn-NO" b="1">
                <a:solidFill>
                  <a:srgbClr val="008C00"/>
                </a:solidFill>
                <a:latin typeface="Courier New" pitchFamily="49" charset="0"/>
              </a:rPr>
              <a:t>0</a:t>
            </a:r>
            <a:r>
              <a:rPr lang="nn-NO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nn-NO" b="1">
                <a:latin typeface="Courier New" pitchFamily="49" charset="0"/>
              </a:rPr>
              <a:t> i</a:t>
            </a:r>
            <a:r>
              <a:rPr lang="nn-NO" b="1">
                <a:solidFill>
                  <a:srgbClr val="808030"/>
                </a:solidFill>
                <a:latin typeface="Courier New" pitchFamily="49" charset="0"/>
              </a:rPr>
              <a:t>&lt;</a:t>
            </a:r>
            <a:r>
              <a:rPr lang="nn-NO" b="1">
                <a:solidFill>
                  <a:srgbClr val="008C00"/>
                </a:solidFill>
                <a:latin typeface="Courier New" pitchFamily="49" charset="0"/>
              </a:rPr>
              <a:t>5</a:t>
            </a:r>
            <a:r>
              <a:rPr lang="nn-NO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nn-NO" b="1">
                <a:latin typeface="Courier New" pitchFamily="49" charset="0"/>
              </a:rPr>
              <a:t> i</a:t>
            </a:r>
            <a:r>
              <a:rPr lang="nn-NO" b="1">
                <a:solidFill>
                  <a:srgbClr val="808030"/>
                </a:solidFill>
                <a:latin typeface="Courier New" pitchFamily="49" charset="0"/>
              </a:rPr>
              <a:t>++)</a:t>
            </a:r>
            <a:r>
              <a:rPr lang="nn-NO" b="1">
                <a:latin typeface="Courier New" pitchFamily="49" charset="0"/>
              </a:rPr>
              <a:t> v</a:t>
            </a:r>
            <a:r>
              <a:rPr lang="nn-NO" b="1">
                <a:solidFill>
                  <a:srgbClr val="808030"/>
                </a:solidFill>
                <a:latin typeface="Courier New" pitchFamily="49" charset="0"/>
              </a:rPr>
              <a:t>[</a:t>
            </a:r>
            <a:r>
              <a:rPr lang="nn-NO" b="1">
                <a:latin typeface="Courier New" pitchFamily="49" charset="0"/>
              </a:rPr>
              <a:t>i</a:t>
            </a:r>
            <a:r>
              <a:rPr lang="nn-NO" b="1">
                <a:solidFill>
                  <a:srgbClr val="808030"/>
                </a:solidFill>
                <a:latin typeface="Courier New" pitchFamily="49" charset="0"/>
              </a:rPr>
              <a:t>]</a:t>
            </a:r>
            <a:r>
              <a:rPr lang="nn-NO" b="1">
                <a:latin typeface="Courier New" pitchFamily="49" charset="0"/>
              </a:rPr>
              <a:t> </a:t>
            </a:r>
            <a:r>
              <a:rPr lang="nn-NO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nn-NO" b="1">
                <a:latin typeface="Courier New" pitchFamily="49" charset="0"/>
              </a:rPr>
              <a:t> </a:t>
            </a:r>
            <a:r>
              <a:rPr lang="nn-NO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nn-NO" b="1">
                <a:latin typeface="Courier New" pitchFamily="49" charset="0"/>
              </a:rPr>
              <a:t>i</a:t>
            </a:r>
            <a:r>
              <a:rPr lang="nn-NO" b="1">
                <a:solidFill>
                  <a:srgbClr val="808030"/>
                </a:solidFill>
                <a:latin typeface="Courier New" pitchFamily="49" charset="0"/>
              </a:rPr>
              <a:t>+</a:t>
            </a:r>
            <a:r>
              <a:rPr lang="nn-NO" b="1">
                <a:solidFill>
                  <a:srgbClr val="008C00"/>
                </a:solidFill>
                <a:latin typeface="Courier New" pitchFamily="49" charset="0"/>
              </a:rPr>
              <a:t>1</a:t>
            </a:r>
            <a:r>
              <a:rPr lang="nn-NO" b="1">
                <a:solidFill>
                  <a:srgbClr val="808030"/>
                </a:solidFill>
                <a:latin typeface="Courier New" pitchFamily="49" charset="0"/>
              </a:rPr>
              <a:t>)*</a:t>
            </a:r>
            <a:r>
              <a:rPr lang="nn-NO" b="1">
                <a:solidFill>
                  <a:srgbClr val="008C00"/>
                </a:solidFill>
                <a:latin typeface="Courier New" pitchFamily="49" charset="0"/>
              </a:rPr>
              <a:t>10</a:t>
            </a:r>
            <a:r>
              <a:rPr lang="nn-NO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nn-NO" b="1">
              <a:latin typeface="Courier New" pitchFamily="49" charset="0"/>
            </a:endParaRPr>
          </a:p>
          <a:p>
            <a:endParaRPr lang="en-US">
              <a:latin typeface="Courier New" pitchFamily="49" charset="0"/>
            </a:endParaRPr>
          </a:p>
          <a:p>
            <a:r>
              <a:rPr lang="en-US">
                <a:latin typeface="Courier New" pitchFamily="49" charset="0"/>
              </a:rPr>
              <a:t>    </a:t>
            </a:r>
            <a:r>
              <a:rPr lang="en-US">
                <a:solidFill>
                  <a:srgbClr val="603000"/>
                </a:solidFill>
                <a:latin typeface="Courier New" pitchFamily="49" charset="0"/>
              </a:rPr>
              <a:t>vector</a:t>
            </a:r>
            <a:r>
              <a:rPr lang="en-US">
                <a:solidFill>
                  <a:srgbClr val="800080"/>
                </a:solidFill>
                <a:latin typeface="Courier New" pitchFamily="49" charset="0"/>
              </a:rPr>
              <a:t>&lt;</a:t>
            </a:r>
            <a:r>
              <a:rPr lang="en-US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b="1">
                <a:solidFill>
                  <a:srgbClr val="800080"/>
                </a:solidFill>
                <a:latin typeface="Courier New" pitchFamily="49" charset="0"/>
              </a:rPr>
              <a:t>&gt;::</a:t>
            </a:r>
            <a:r>
              <a:rPr lang="en-US" b="1">
                <a:solidFill>
                  <a:srgbClr val="603000"/>
                </a:solidFill>
                <a:latin typeface="Courier New" pitchFamily="49" charset="0"/>
              </a:rPr>
              <a:t>iterator</a:t>
            </a:r>
            <a:r>
              <a:rPr lang="en-US" b="1">
                <a:latin typeface="Courier New" pitchFamily="49" charset="0"/>
              </a:rPr>
              <a:t> p</a:t>
            </a:r>
            <a:r>
              <a:rPr 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b="1">
              <a:latin typeface="Courier New" pitchFamily="49" charset="0"/>
            </a:endParaRPr>
          </a:p>
          <a:p>
            <a:r>
              <a:rPr lang="en-US">
                <a:latin typeface="Courier New" pitchFamily="49" charset="0"/>
              </a:rPr>
              <a:t>    </a:t>
            </a:r>
            <a:r>
              <a:rPr lang="en-US" b="1">
                <a:solidFill>
                  <a:srgbClr val="800000"/>
                </a:solidFill>
                <a:latin typeface="Courier New" pitchFamily="49" charset="0"/>
              </a:rPr>
              <a:t>for</a:t>
            </a:r>
            <a:r>
              <a:rPr lang="en-US" b="1">
                <a:latin typeface="Courier New" pitchFamily="49" charset="0"/>
              </a:rPr>
              <a:t> </a:t>
            </a:r>
            <a:r>
              <a:rPr lang="en-US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b="1">
                <a:latin typeface="Courier New" pitchFamily="49" charset="0"/>
              </a:rPr>
              <a:t>p </a:t>
            </a:r>
            <a:r>
              <a:rPr lang="en-US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b="1">
                <a:latin typeface="Courier New" pitchFamily="49" charset="0"/>
              </a:rPr>
              <a:t> v</a:t>
            </a:r>
            <a:r>
              <a:rPr lang="en-US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b="1">
                <a:latin typeface="Courier New" pitchFamily="49" charset="0"/>
              </a:rPr>
              <a:t>begin</a:t>
            </a:r>
            <a:r>
              <a:rPr lang="en-US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b="1">
                <a:latin typeface="Courier New" pitchFamily="49" charset="0"/>
              </a:rPr>
              <a:t> p </a:t>
            </a:r>
            <a:r>
              <a:rPr lang="en-US" b="1">
                <a:solidFill>
                  <a:srgbClr val="808030"/>
                </a:solidFill>
                <a:latin typeface="Courier New" pitchFamily="49" charset="0"/>
              </a:rPr>
              <a:t>&lt;</a:t>
            </a:r>
            <a:r>
              <a:rPr lang="en-US" b="1">
                <a:latin typeface="Courier New" pitchFamily="49" charset="0"/>
              </a:rPr>
              <a:t> v</a:t>
            </a:r>
            <a:r>
              <a:rPr lang="en-US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b="1">
                <a:latin typeface="Courier New" pitchFamily="49" charset="0"/>
              </a:rPr>
              <a:t>end</a:t>
            </a:r>
            <a:r>
              <a:rPr lang="en-US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b="1">
                <a:latin typeface="Courier New" pitchFamily="49" charset="0"/>
              </a:rPr>
              <a:t> p</a:t>
            </a:r>
            <a:r>
              <a:rPr lang="en-US" b="1">
                <a:solidFill>
                  <a:srgbClr val="808030"/>
                </a:solidFill>
                <a:latin typeface="Courier New" pitchFamily="49" charset="0"/>
              </a:rPr>
              <a:t>++)</a:t>
            </a:r>
            <a:endParaRPr lang="en-US" b="1">
              <a:latin typeface="Courier New" pitchFamily="49" charset="0"/>
            </a:endParaRPr>
          </a:p>
          <a:p>
            <a:r>
              <a:rPr lang="en-US">
                <a:latin typeface="Courier New" pitchFamily="49" charset="0"/>
              </a:rPr>
              <a:t>        </a:t>
            </a:r>
            <a:r>
              <a:rPr lang="en-US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en-US">
                <a:latin typeface="Courier New" pitchFamily="49" charset="0"/>
              </a:rPr>
              <a:t> </a:t>
            </a:r>
            <a:r>
              <a:rPr lang="en-US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>
                <a:latin typeface="Courier New" pitchFamily="49" charset="0"/>
              </a:rPr>
              <a:t> </a:t>
            </a:r>
            <a:r>
              <a:rPr lang="en-US">
                <a:solidFill>
                  <a:srgbClr val="808030"/>
                </a:solidFill>
                <a:latin typeface="Courier New" pitchFamily="49" charset="0"/>
              </a:rPr>
              <a:t>*</a:t>
            </a:r>
            <a:r>
              <a:rPr lang="en-US">
                <a:latin typeface="Courier New" pitchFamily="49" charset="0"/>
              </a:rPr>
              <a:t>p </a:t>
            </a:r>
            <a:r>
              <a:rPr lang="en-US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>
                <a:latin typeface="Courier New" pitchFamily="49" charset="0"/>
              </a:rPr>
              <a:t> </a:t>
            </a:r>
            <a:r>
              <a:rPr lang="en-US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>
                <a:solidFill>
                  <a:srgbClr val="0000E6"/>
                </a:solidFill>
                <a:latin typeface="Courier New" pitchFamily="49" charset="0"/>
              </a:rPr>
              <a:t> </a:t>
            </a:r>
            <a:r>
              <a:rPr lang="en-US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>
              <a:latin typeface="Courier New" pitchFamily="49" charset="0"/>
            </a:endParaRPr>
          </a:p>
          <a:p>
            <a:r>
              <a:rPr lang="en-US">
                <a:latin typeface="Courier New" pitchFamily="49" charset="0"/>
              </a:rPr>
              <a:t>    </a:t>
            </a:r>
            <a:r>
              <a:rPr lang="en-US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en-US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>
                <a:solidFill>
                  <a:srgbClr val="603000"/>
                </a:solidFill>
                <a:latin typeface="Courier New" pitchFamily="49" charset="0"/>
              </a:rPr>
              <a:t>endl</a:t>
            </a:r>
            <a:r>
              <a:rPr lang="en-US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>
              <a:latin typeface="Courier New" pitchFamily="49" charset="0"/>
            </a:endParaRPr>
          </a:p>
          <a:p>
            <a:r>
              <a:rPr lang="en-US">
                <a:latin typeface="Courier New" pitchFamily="49" charset="0"/>
              </a:rPr>
              <a:t>    p </a:t>
            </a:r>
            <a:r>
              <a:rPr lang="en-US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>
                <a:latin typeface="Courier New" pitchFamily="49" charset="0"/>
              </a:rPr>
              <a:t> v</a:t>
            </a:r>
            <a:r>
              <a:rPr lang="en-US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>
                <a:latin typeface="Courier New" pitchFamily="49" charset="0"/>
              </a:rPr>
              <a:t>begin</a:t>
            </a:r>
            <a:r>
              <a:rPr lang="en-US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>
              <a:latin typeface="Courier New" pitchFamily="49" charset="0"/>
            </a:endParaRPr>
          </a:p>
          <a:p>
            <a:r>
              <a:rPr lang="en-US">
                <a:latin typeface="Courier New" pitchFamily="49" charset="0"/>
              </a:rPr>
              <a:t>    advance</a:t>
            </a:r>
            <a:r>
              <a:rPr lang="en-US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>
                <a:latin typeface="Courier New" pitchFamily="49" charset="0"/>
              </a:rPr>
              <a:t>p</a:t>
            </a:r>
            <a:r>
              <a:rPr lang="en-US">
                <a:solidFill>
                  <a:srgbClr val="808030"/>
                </a:solidFill>
                <a:latin typeface="Courier New" pitchFamily="49" charset="0"/>
              </a:rPr>
              <a:t>,</a:t>
            </a:r>
            <a:r>
              <a:rPr lang="en-US">
                <a:latin typeface="Courier New" pitchFamily="49" charset="0"/>
              </a:rPr>
              <a:t> </a:t>
            </a:r>
            <a:r>
              <a:rPr lang="en-US">
                <a:solidFill>
                  <a:srgbClr val="008C00"/>
                </a:solidFill>
                <a:latin typeface="Courier New" pitchFamily="49" charset="0"/>
              </a:rPr>
              <a:t>2</a:t>
            </a:r>
            <a:r>
              <a:rPr lang="en-US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>
              <a:latin typeface="Courier New" pitchFamily="49" charset="0"/>
            </a:endParaRPr>
          </a:p>
          <a:p>
            <a:r>
              <a:rPr lang="en-US">
                <a:latin typeface="Courier New" pitchFamily="49" charset="0"/>
              </a:rPr>
              <a:t>    </a:t>
            </a:r>
            <a:r>
              <a:rPr lang="en-US">
                <a:solidFill>
                  <a:srgbClr val="603000"/>
                </a:solidFill>
                <a:latin typeface="Courier New" pitchFamily="49" charset="0"/>
              </a:rPr>
              <a:t>vector</a:t>
            </a:r>
            <a:r>
              <a:rPr lang="en-US">
                <a:solidFill>
                  <a:srgbClr val="800080"/>
                </a:solidFill>
                <a:latin typeface="Courier New" pitchFamily="49" charset="0"/>
              </a:rPr>
              <a:t>&lt;</a:t>
            </a:r>
            <a:r>
              <a:rPr lang="en-US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b="1">
                <a:solidFill>
                  <a:srgbClr val="800080"/>
                </a:solidFill>
                <a:latin typeface="Courier New" pitchFamily="49" charset="0"/>
              </a:rPr>
              <a:t>&gt;::</a:t>
            </a:r>
            <a:r>
              <a:rPr lang="en-US" b="1">
                <a:solidFill>
                  <a:srgbClr val="603000"/>
                </a:solidFill>
                <a:latin typeface="Courier New" pitchFamily="49" charset="0"/>
              </a:rPr>
              <a:t>iterator</a:t>
            </a:r>
            <a:r>
              <a:rPr lang="en-US" b="1">
                <a:latin typeface="Courier New" pitchFamily="49" charset="0"/>
              </a:rPr>
              <a:t> n </a:t>
            </a:r>
            <a:r>
              <a:rPr lang="en-US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b="1">
                <a:latin typeface="Courier New" pitchFamily="49" charset="0"/>
              </a:rPr>
              <a:t> next</a:t>
            </a:r>
            <a:r>
              <a:rPr lang="en-US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b="1">
                <a:latin typeface="Courier New" pitchFamily="49" charset="0"/>
              </a:rPr>
              <a:t>p</a:t>
            </a:r>
            <a:r>
              <a:rPr lang="en-US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b="1">
              <a:latin typeface="Courier New" pitchFamily="49" charset="0"/>
            </a:endParaRPr>
          </a:p>
          <a:p>
            <a:r>
              <a:rPr lang="en-US">
                <a:latin typeface="Courier New" pitchFamily="49" charset="0"/>
              </a:rPr>
              <a:t>    </a:t>
            </a:r>
            <a:r>
              <a:rPr lang="en-US">
                <a:solidFill>
                  <a:srgbClr val="603000"/>
                </a:solidFill>
                <a:latin typeface="Courier New" pitchFamily="49" charset="0"/>
              </a:rPr>
              <a:t>vector</a:t>
            </a:r>
            <a:r>
              <a:rPr lang="en-US">
                <a:solidFill>
                  <a:srgbClr val="800080"/>
                </a:solidFill>
                <a:latin typeface="Courier New" pitchFamily="49" charset="0"/>
              </a:rPr>
              <a:t>&lt;</a:t>
            </a:r>
            <a:r>
              <a:rPr lang="en-US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b="1">
                <a:solidFill>
                  <a:srgbClr val="800080"/>
                </a:solidFill>
                <a:latin typeface="Courier New" pitchFamily="49" charset="0"/>
              </a:rPr>
              <a:t>&gt;::</a:t>
            </a:r>
            <a:r>
              <a:rPr lang="en-US" b="1">
                <a:solidFill>
                  <a:srgbClr val="603000"/>
                </a:solidFill>
                <a:latin typeface="Courier New" pitchFamily="49" charset="0"/>
              </a:rPr>
              <a:t>iterator</a:t>
            </a:r>
            <a:r>
              <a:rPr lang="en-US" b="1">
                <a:latin typeface="Courier New" pitchFamily="49" charset="0"/>
              </a:rPr>
              <a:t> d </a:t>
            </a:r>
            <a:r>
              <a:rPr lang="en-US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b="1">
                <a:latin typeface="Courier New" pitchFamily="49" charset="0"/>
              </a:rPr>
              <a:t> prev</a:t>
            </a:r>
            <a:r>
              <a:rPr lang="en-US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b="1">
                <a:latin typeface="Courier New" pitchFamily="49" charset="0"/>
              </a:rPr>
              <a:t>p</a:t>
            </a:r>
            <a:r>
              <a:rPr lang="en-US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b="1">
              <a:latin typeface="Courier New" pitchFamily="49" charset="0"/>
            </a:endParaRPr>
          </a:p>
          <a:p>
            <a:r>
              <a:rPr lang="en-US">
                <a:latin typeface="Courier New" pitchFamily="49" charset="0"/>
              </a:rPr>
              <a:t>    </a:t>
            </a:r>
            <a:r>
              <a:rPr lang="en-US" b="1">
                <a:solidFill>
                  <a:srgbClr val="800000"/>
                </a:solidFill>
                <a:latin typeface="Courier New" pitchFamily="49" charset="0"/>
              </a:rPr>
              <a:t>for</a:t>
            </a:r>
            <a:r>
              <a:rPr lang="en-US" b="1">
                <a:latin typeface="Courier New" pitchFamily="49" charset="0"/>
              </a:rPr>
              <a:t> </a:t>
            </a:r>
            <a:r>
              <a:rPr lang="en-US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b="1">
                <a:latin typeface="Courier New" pitchFamily="49" charset="0"/>
              </a:rPr>
              <a:t> p </a:t>
            </a:r>
            <a:r>
              <a:rPr lang="en-US" b="1">
                <a:solidFill>
                  <a:srgbClr val="808030"/>
                </a:solidFill>
                <a:latin typeface="Courier New" pitchFamily="49" charset="0"/>
              </a:rPr>
              <a:t>&lt;</a:t>
            </a:r>
            <a:r>
              <a:rPr lang="en-US" b="1">
                <a:latin typeface="Courier New" pitchFamily="49" charset="0"/>
              </a:rPr>
              <a:t> v</a:t>
            </a:r>
            <a:r>
              <a:rPr lang="en-US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b="1">
                <a:latin typeface="Courier New" pitchFamily="49" charset="0"/>
              </a:rPr>
              <a:t>end</a:t>
            </a:r>
            <a:r>
              <a:rPr lang="en-US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b="1">
                <a:latin typeface="Courier New" pitchFamily="49" charset="0"/>
              </a:rPr>
              <a:t> p</a:t>
            </a:r>
            <a:r>
              <a:rPr lang="en-US" b="1">
                <a:solidFill>
                  <a:srgbClr val="808030"/>
                </a:solidFill>
                <a:latin typeface="Courier New" pitchFamily="49" charset="0"/>
              </a:rPr>
              <a:t>++)</a:t>
            </a:r>
            <a:endParaRPr lang="en-US" b="1">
              <a:latin typeface="Courier New" pitchFamily="49" charset="0"/>
            </a:endParaRPr>
          </a:p>
          <a:p>
            <a:r>
              <a:rPr lang="en-US">
                <a:latin typeface="Courier New" pitchFamily="49" charset="0"/>
              </a:rPr>
              <a:t>        </a:t>
            </a:r>
            <a:r>
              <a:rPr lang="en-US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en-US">
                <a:latin typeface="Courier New" pitchFamily="49" charset="0"/>
              </a:rPr>
              <a:t> </a:t>
            </a:r>
            <a:r>
              <a:rPr lang="en-US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>
                <a:latin typeface="Courier New" pitchFamily="49" charset="0"/>
              </a:rPr>
              <a:t> </a:t>
            </a:r>
            <a:r>
              <a:rPr lang="en-US">
                <a:solidFill>
                  <a:srgbClr val="808030"/>
                </a:solidFill>
                <a:latin typeface="Courier New" pitchFamily="49" charset="0"/>
              </a:rPr>
              <a:t>*</a:t>
            </a:r>
            <a:r>
              <a:rPr lang="en-US">
                <a:latin typeface="Courier New" pitchFamily="49" charset="0"/>
              </a:rPr>
              <a:t>p </a:t>
            </a:r>
            <a:r>
              <a:rPr lang="en-US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>
                <a:latin typeface="Courier New" pitchFamily="49" charset="0"/>
              </a:rPr>
              <a:t> </a:t>
            </a:r>
            <a:r>
              <a:rPr lang="en-US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>
                <a:solidFill>
                  <a:srgbClr val="0000E6"/>
                </a:solidFill>
                <a:latin typeface="Courier New" pitchFamily="49" charset="0"/>
              </a:rPr>
              <a:t> </a:t>
            </a:r>
            <a:r>
              <a:rPr lang="en-US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>
              <a:latin typeface="Courier New" pitchFamily="49" charset="0"/>
            </a:endParaRPr>
          </a:p>
          <a:p>
            <a:r>
              <a:rPr lang="en-US">
                <a:latin typeface="Courier New" pitchFamily="49" charset="0"/>
              </a:rPr>
              <a:t>    </a:t>
            </a:r>
            <a:r>
              <a:rPr lang="en-US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en-US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>
                <a:solidFill>
                  <a:srgbClr val="603000"/>
                </a:solidFill>
                <a:latin typeface="Courier New" pitchFamily="49" charset="0"/>
              </a:rPr>
              <a:t>endl</a:t>
            </a:r>
            <a:r>
              <a:rPr lang="en-US">
                <a:solidFill>
                  <a:srgbClr val="808030"/>
                </a:solidFill>
                <a:latin typeface="Courier New" pitchFamily="49" charset="0"/>
              </a:rPr>
              <a:t>&lt;&lt;*</a:t>
            </a:r>
            <a:r>
              <a:rPr lang="en-US">
                <a:latin typeface="Courier New" pitchFamily="49" charset="0"/>
              </a:rPr>
              <a:t>n</a:t>
            </a:r>
            <a:r>
              <a:rPr lang="en-US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>
                <a:solidFill>
                  <a:srgbClr val="0000E6"/>
                </a:solidFill>
                <a:latin typeface="Courier New" pitchFamily="49" charset="0"/>
              </a:rPr>
              <a:t> </a:t>
            </a:r>
            <a:r>
              <a:rPr lang="en-US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>
                <a:solidFill>
                  <a:srgbClr val="808030"/>
                </a:solidFill>
                <a:latin typeface="Courier New" pitchFamily="49" charset="0"/>
              </a:rPr>
              <a:t>&lt;&lt;*</a:t>
            </a:r>
            <a:r>
              <a:rPr lang="en-US">
                <a:latin typeface="Courier New" pitchFamily="49" charset="0"/>
              </a:rPr>
              <a:t>d</a:t>
            </a:r>
            <a:r>
              <a:rPr lang="en-US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>
              <a:latin typeface="Courier New" pitchFamily="49" charset="0"/>
            </a:endParaRPr>
          </a:p>
          <a:p>
            <a:endParaRPr lang="en-US">
              <a:latin typeface="Courier New" pitchFamily="49" charset="0"/>
            </a:endParaRPr>
          </a:p>
          <a:p>
            <a:r>
              <a:rPr lang="en-US">
                <a:solidFill>
                  <a:srgbClr val="800080"/>
                </a:solidFill>
                <a:latin typeface="Courier New" pitchFamily="49" charset="0"/>
              </a:rPr>
              <a:t>}</a:t>
            </a:r>
            <a:endParaRPr lang="en-US">
              <a:latin typeface="Courier New" pitchFamily="49" charset="0"/>
            </a:endParaRPr>
          </a:p>
        </p:txBody>
      </p:sp>
      <p:sp>
        <p:nvSpPr>
          <p:cNvPr id="54280" name="Rectangle 7"/>
          <p:cNvSpPr>
            <a:spLocks noChangeArrowheads="1"/>
          </p:cNvSpPr>
          <p:nvPr/>
        </p:nvSpPr>
        <p:spPr bwMode="auto">
          <a:xfrm>
            <a:off x="7473950" y="4794250"/>
            <a:ext cx="1604963" cy="116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10 20 30 40 50</a:t>
            </a:r>
          </a:p>
          <a:p>
            <a:endParaRPr lang="en-US"/>
          </a:p>
          <a:p>
            <a:r>
              <a:rPr lang="en-US"/>
              <a:t>30 40 50</a:t>
            </a:r>
          </a:p>
          <a:p>
            <a:endParaRPr lang="en-US"/>
          </a:p>
          <a:p>
            <a:r>
              <a:rPr lang="en-US"/>
              <a:t>40 20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Google Shape;764;p72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FE732D4A-6ED5-4224-B43C-A31728DF93FD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58</a:t>
            </a:fld>
            <a:endParaRPr lang="en-US" sz="1800"/>
          </a:p>
        </p:txBody>
      </p:sp>
      <p:sp>
        <p:nvSpPr>
          <p:cNvPr id="55301" name="Google Shape;767;p72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55302" name="Google Shape;768;p72"/>
          <p:cNvSpPr txBox="1">
            <a:spLocks noChangeArrowheads="1"/>
          </p:cNvSpPr>
          <p:nvPr/>
        </p:nvSpPr>
        <p:spPr bwMode="auto">
          <a:xfrm>
            <a:off x="274638" y="1271588"/>
            <a:ext cx="9531350" cy="12890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>
                <a:solidFill>
                  <a:srgbClr val="0000FF"/>
                </a:solidFill>
              </a:rPr>
              <a:t>Iterator</a:t>
            </a:r>
          </a:p>
          <a:p>
            <a:endParaRPr lang="en-US" sz="2000" b="1"/>
          </a:p>
          <a:p>
            <a:r>
              <a:rPr lang="en-US" sz="2000" b="1"/>
              <a:t>Exemplu - inserter:</a:t>
            </a:r>
          </a:p>
          <a:p>
            <a:endParaRPr lang="en-US" sz="2000"/>
          </a:p>
        </p:txBody>
      </p:sp>
      <p:sp>
        <p:nvSpPr>
          <p:cNvPr id="55303" name="Rectangle 6"/>
          <p:cNvSpPr>
            <a:spLocks noChangeArrowheads="1"/>
          </p:cNvSpPr>
          <p:nvPr/>
        </p:nvSpPr>
        <p:spPr bwMode="auto">
          <a:xfrm>
            <a:off x="692150" y="2752725"/>
            <a:ext cx="6557963" cy="3694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>
                <a:solidFill>
                  <a:srgbClr val="004A43"/>
                </a:solidFill>
                <a:latin typeface="Courier New" pitchFamily="49" charset="0"/>
              </a:rPr>
              <a:t>#include </a:t>
            </a:r>
            <a:r>
              <a:rPr lang="en-US" sz="1800">
                <a:solidFill>
                  <a:srgbClr val="800000"/>
                </a:solidFill>
                <a:latin typeface="Courier New" pitchFamily="49" charset="0"/>
              </a:rPr>
              <a:t>&lt;</a:t>
            </a:r>
            <a:r>
              <a:rPr lang="en-US" sz="1800">
                <a:solidFill>
                  <a:srgbClr val="40015A"/>
                </a:solidFill>
                <a:latin typeface="Courier New" pitchFamily="49" charset="0"/>
              </a:rPr>
              <a:t>iostream</a:t>
            </a:r>
            <a:r>
              <a:rPr lang="en-US" sz="1800">
                <a:solidFill>
                  <a:srgbClr val="800000"/>
                </a:solidFill>
                <a:latin typeface="Courier New" pitchFamily="49" charset="0"/>
              </a:rPr>
              <a:t>&gt;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solidFill>
                  <a:srgbClr val="004A43"/>
                </a:solidFill>
                <a:latin typeface="Courier New" pitchFamily="49" charset="0"/>
              </a:rPr>
              <a:t>#include </a:t>
            </a:r>
            <a:r>
              <a:rPr lang="en-US" sz="1800">
                <a:solidFill>
                  <a:srgbClr val="800000"/>
                </a:solidFill>
                <a:latin typeface="Courier New" pitchFamily="49" charset="0"/>
              </a:rPr>
              <a:t>&lt;</a:t>
            </a:r>
            <a:r>
              <a:rPr lang="en-US" sz="1800">
                <a:solidFill>
                  <a:srgbClr val="40015A"/>
                </a:solidFill>
                <a:latin typeface="Courier New" pitchFamily="49" charset="0"/>
              </a:rPr>
              <a:t>vector</a:t>
            </a:r>
            <a:r>
              <a:rPr lang="en-US" sz="1800">
                <a:solidFill>
                  <a:srgbClr val="800000"/>
                </a:solidFill>
                <a:latin typeface="Courier New" pitchFamily="49" charset="0"/>
              </a:rPr>
              <a:t>&gt;</a:t>
            </a:r>
            <a:endParaRPr lang="en-US" sz="1800">
              <a:latin typeface="Courier New" pitchFamily="49" charset="0"/>
            </a:endParaRPr>
          </a:p>
          <a:p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using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namespace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666616"/>
                </a:solidFill>
                <a:latin typeface="Courier New" pitchFamily="49" charset="0"/>
              </a:rPr>
              <a:t>std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400000"/>
                </a:solidFill>
                <a:latin typeface="Courier New" pitchFamily="49" charset="0"/>
              </a:rPr>
              <a:t>main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{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  </a:t>
            </a:r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vector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&lt;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&gt;</a:t>
            </a:r>
            <a:r>
              <a:rPr lang="en-US" sz="1800" b="1">
                <a:latin typeface="Courier New" pitchFamily="49" charset="0"/>
              </a:rPr>
              <a:t> v 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{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008C00"/>
                </a:solidFill>
                <a:latin typeface="Courier New" pitchFamily="49" charset="0"/>
              </a:rPr>
              <a:t>1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,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008C00"/>
                </a:solidFill>
                <a:latin typeface="Courier New" pitchFamily="49" charset="0"/>
              </a:rPr>
              <a:t>2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,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008C00"/>
                </a:solidFill>
                <a:latin typeface="Courier New" pitchFamily="49" charset="0"/>
              </a:rPr>
              <a:t>3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,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008C00"/>
                </a:solidFill>
                <a:latin typeface="Courier New" pitchFamily="49" charset="0"/>
              </a:rPr>
              <a:t>4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,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008C00"/>
                </a:solidFill>
                <a:latin typeface="Courier New" pitchFamily="49" charset="0"/>
              </a:rPr>
              <a:t>5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};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  </a:t>
            </a:r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vector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&lt;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&gt;</a:t>
            </a:r>
            <a:r>
              <a:rPr lang="en-US" sz="1800" b="1">
                <a:latin typeface="Courier New" pitchFamily="49" charset="0"/>
              </a:rPr>
              <a:t> v2 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{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008C00"/>
                </a:solidFill>
                <a:latin typeface="Courier New" pitchFamily="49" charset="0"/>
              </a:rPr>
              <a:t>10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,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008C00"/>
                </a:solidFill>
                <a:latin typeface="Courier New" pitchFamily="49" charset="0"/>
              </a:rPr>
              <a:t>20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,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008C00"/>
                </a:solidFill>
                <a:latin typeface="Courier New" pitchFamily="49" charset="0"/>
              </a:rPr>
              <a:t>30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};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  </a:t>
            </a:r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vector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&lt;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&gt;::</a:t>
            </a:r>
            <a:r>
              <a:rPr lang="en-US" sz="1800" b="1">
                <a:solidFill>
                  <a:srgbClr val="603000"/>
                </a:solidFill>
                <a:latin typeface="Courier New" pitchFamily="49" charset="0"/>
              </a:rPr>
              <a:t>iterator</a:t>
            </a:r>
            <a:r>
              <a:rPr lang="en-US" sz="1800" b="1">
                <a:latin typeface="Courier New" pitchFamily="49" charset="0"/>
              </a:rPr>
              <a:t> p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sz="1800" b="1">
                <a:latin typeface="Courier New" pitchFamily="49" charset="0"/>
              </a:rPr>
              <a:t> v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 b="1">
                <a:latin typeface="Courier New" pitchFamily="49" charset="0"/>
              </a:rPr>
              <a:t>begin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  advance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latin typeface="Courier New" pitchFamily="49" charset="0"/>
              </a:rPr>
              <a:t>p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,</a:t>
            </a:r>
            <a:r>
              <a:rPr lang="en-US" sz="1800">
                <a:latin typeface="Courier New" pitchFamily="49" charset="0"/>
              </a:rPr>
              <a:t> </a:t>
            </a:r>
            <a:r>
              <a:rPr lang="en-US" sz="1800">
                <a:solidFill>
                  <a:srgbClr val="008C00"/>
                </a:solidFill>
                <a:latin typeface="Courier New" pitchFamily="49" charset="0"/>
              </a:rPr>
              <a:t>2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  </a:t>
            </a:r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copy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latin typeface="Courier New" pitchFamily="49" charset="0"/>
              </a:rPr>
              <a:t>v2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begin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(),</a:t>
            </a:r>
            <a:r>
              <a:rPr lang="en-US" sz="1800">
                <a:latin typeface="Courier New" pitchFamily="49" charset="0"/>
              </a:rPr>
              <a:t>v2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end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(),</a:t>
            </a:r>
            <a:r>
              <a:rPr lang="en-US" sz="1800">
                <a:latin typeface="Courier New" pitchFamily="49" charset="0"/>
              </a:rPr>
              <a:t>inserter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latin typeface="Courier New" pitchFamily="49" charset="0"/>
              </a:rPr>
              <a:t>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,</a:t>
            </a:r>
            <a:r>
              <a:rPr lang="en-US" sz="1800">
                <a:latin typeface="Courier New" pitchFamily="49" charset="0"/>
              </a:rPr>
              <a:t>p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  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for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 b="1">
                <a:latin typeface="Courier New" pitchFamily="49" charset="0"/>
              </a:rPr>
              <a:t>p 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sz="1800" b="1">
                <a:latin typeface="Courier New" pitchFamily="49" charset="0"/>
              </a:rPr>
              <a:t> v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 b="1">
                <a:latin typeface="Courier New" pitchFamily="49" charset="0"/>
              </a:rPr>
              <a:t>begin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 b="1">
                <a:latin typeface="Courier New" pitchFamily="49" charset="0"/>
              </a:rPr>
              <a:t> p 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&lt;</a:t>
            </a:r>
            <a:r>
              <a:rPr lang="en-US" sz="1800" b="1">
                <a:latin typeface="Courier New" pitchFamily="49" charset="0"/>
              </a:rPr>
              <a:t> v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 b="1">
                <a:latin typeface="Courier New" pitchFamily="49" charset="0"/>
              </a:rPr>
              <a:t>end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 b="1">
                <a:latin typeface="Courier New" pitchFamily="49" charset="0"/>
              </a:rPr>
              <a:t> p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++)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      </a:t>
            </a:r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en-US" sz="1800">
                <a:latin typeface="Courier New" pitchFamily="49" charset="0"/>
              </a:rPr>
              <a:t> 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800">
                <a:latin typeface="Courier New" pitchFamily="49" charset="0"/>
              </a:rPr>
              <a:t> 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*</a:t>
            </a:r>
            <a:r>
              <a:rPr lang="en-US" sz="1800">
                <a:latin typeface="Courier New" pitchFamily="49" charset="0"/>
              </a:rPr>
              <a:t>p 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800">
                <a:latin typeface="Courier New" pitchFamily="49" charset="0"/>
              </a:rPr>
              <a:t> </a:t>
            </a:r>
            <a:r>
              <a:rPr lang="en-US" sz="1800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 sz="1800">
                <a:solidFill>
                  <a:srgbClr val="0000E6"/>
                </a:solidFill>
                <a:latin typeface="Courier New" pitchFamily="49" charset="0"/>
              </a:rPr>
              <a:t> </a:t>
            </a:r>
            <a:r>
              <a:rPr lang="en-US" sz="1800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  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return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008C00"/>
                </a:solidFill>
                <a:latin typeface="Courier New" pitchFamily="49" charset="0"/>
              </a:rPr>
              <a:t>0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}</a:t>
            </a:r>
            <a:endParaRPr lang="en-US" sz="1800">
              <a:latin typeface="Courier New" pitchFamily="49" charset="0"/>
            </a:endParaRPr>
          </a:p>
        </p:txBody>
      </p:sp>
      <p:sp>
        <p:nvSpPr>
          <p:cNvPr id="55304" name="Rectangle 7"/>
          <p:cNvSpPr>
            <a:spLocks noChangeArrowheads="1"/>
          </p:cNvSpPr>
          <p:nvPr/>
        </p:nvSpPr>
        <p:spPr bwMode="auto">
          <a:xfrm>
            <a:off x="6843713" y="3625850"/>
            <a:ext cx="23209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1   2   10   20   30   3   4   5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Google Shape;776;p73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86E00EEC-F081-4A1C-A484-4161719691C7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59</a:t>
            </a:fld>
            <a:endParaRPr lang="en-US" sz="1800"/>
          </a:p>
        </p:txBody>
      </p:sp>
      <p:sp>
        <p:nvSpPr>
          <p:cNvPr id="56325" name="Google Shape;779;p73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56326" name="Google Shape;780;p73"/>
          <p:cNvSpPr txBox="1">
            <a:spLocks noChangeArrowheads="1"/>
          </p:cNvSpPr>
          <p:nvPr/>
        </p:nvSpPr>
        <p:spPr bwMode="auto">
          <a:xfrm>
            <a:off x="274638" y="1271588"/>
            <a:ext cx="9531350" cy="12128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>
                <a:solidFill>
                  <a:srgbClr val="0000FF"/>
                </a:solidFill>
              </a:rPr>
              <a:t>Reverse iterator</a:t>
            </a:r>
          </a:p>
          <a:p>
            <a:endParaRPr lang="en-US" sz="2000" b="1"/>
          </a:p>
          <a:p>
            <a:r>
              <a:rPr lang="en-US" sz="2000" b="1"/>
              <a:t>Exemplu</a:t>
            </a:r>
          </a:p>
        </p:txBody>
      </p:sp>
      <p:grpSp>
        <p:nvGrpSpPr>
          <p:cNvPr id="56327" name="Group 8"/>
          <p:cNvGrpSpPr>
            <a:grpSpLocks/>
          </p:cNvGrpSpPr>
          <p:nvPr/>
        </p:nvGrpSpPr>
        <p:grpSpPr bwMode="auto">
          <a:xfrm>
            <a:off x="1687513" y="2117725"/>
            <a:ext cx="7091362" cy="4248150"/>
            <a:chOff x="1687512" y="2117845"/>
            <a:chExt cx="7091362" cy="4247317"/>
          </a:xfrm>
        </p:grpSpPr>
        <p:sp>
          <p:nvSpPr>
            <p:cNvPr id="56328" name="Rectangle 6"/>
            <p:cNvSpPr>
              <a:spLocks noChangeArrowheads="1"/>
            </p:cNvSpPr>
            <p:nvPr/>
          </p:nvSpPr>
          <p:spPr bwMode="auto">
            <a:xfrm>
              <a:off x="1687512" y="2117845"/>
              <a:ext cx="7091362" cy="4247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800">
                  <a:solidFill>
                    <a:srgbClr val="004A43"/>
                  </a:solidFill>
                  <a:latin typeface="Courier New" pitchFamily="49" charset="0"/>
                </a:rPr>
                <a:t>#include 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&lt;</a:t>
              </a:r>
              <a:r>
                <a:rPr lang="en-US" sz="1800">
                  <a:solidFill>
                    <a:srgbClr val="40015A"/>
                  </a:solidFill>
                  <a:latin typeface="Courier New" pitchFamily="49" charset="0"/>
                </a:rPr>
                <a:t>iostream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&gt;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solidFill>
                    <a:srgbClr val="004A43"/>
                  </a:solidFill>
                  <a:latin typeface="Courier New" pitchFamily="49" charset="0"/>
                </a:rPr>
                <a:t>#include 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&lt;</a:t>
              </a:r>
              <a:r>
                <a:rPr lang="en-US" sz="1800">
                  <a:solidFill>
                    <a:srgbClr val="40015A"/>
                  </a:solidFill>
                  <a:latin typeface="Courier New" pitchFamily="49" charset="0"/>
                </a:rPr>
                <a:t>vector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&gt;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using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namespace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666616"/>
                  </a:solidFill>
                  <a:latin typeface="Courier New" pitchFamily="49" charset="0"/>
                </a:rPr>
                <a:t>std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400000"/>
                  </a:solidFill>
                  <a:latin typeface="Courier New" pitchFamily="49" charset="0"/>
                </a:rPr>
                <a:t>main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{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vector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&lt;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&gt;</a:t>
              </a:r>
              <a:r>
                <a:rPr lang="en-US" sz="1800" b="1">
                  <a:latin typeface="Courier New" pitchFamily="49" charset="0"/>
                </a:rPr>
                <a:t> v 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=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{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008C00"/>
                  </a:solidFill>
                  <a:latin typeface="Courier New" pitchFamily="49" charset="0"/>
                </a:rPr>
                <a:t>1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,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008C00"/>
                  </a:solidFill>
                  <a:latin typeface="Courier New" pitchFamily="49" charset="0"/>
                </a:rPr>
                <a:t>2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,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008C00"/>
                  </a:solidFill>
                  <a:latin typeface="Courier New" pitchFamily="49" charset="0"/>
                </a:rPr>
                <a:t>3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,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008C00"/>
                  </a:solidFill>
                  <a:latin typeface="Courier New" pitchFamily="49" charset="0"/>
                </a:rPr>
                <a:t>4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,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008C00"/>
                  </a:solidFill>
                  <a:latin typeface="Courier New" pitchFamily="49" charset="0"/>
                </a:rPr>
                <a:t>5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};</a:t>
              </a:r>
              <a:endParaRPr lang="en-US" sz="1800" b="1">
                <a:latin typeface="Courier New" pitchFamily="49" charset="0"/>
              </a:endParaRPr>
            </a:p>
            <a:p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vector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&lt;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&gt;::</a:t>
              </a:r>
              <a:r>
                <a:rPr lang="en-US" sz="1800" b="1">
                  <a:solidFill>
                    <a:srgbClr val="603000"/>
                  </a:solidFill>
                  <a:latin typeface="Courier New" pitchFamily="49" charset="0"/>
                </a:rPr>
                <a:t>iterator</a:t>
              </a:r>
              <a:r>
                <a:rPr lang="en-US" sz="1800" b="1">
                  <a:latin typeface="Courier New" pitchFamily="49" charset="0"/>
                </a:rPr>
                <a:t> p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for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en-US" sz="1800" b="1">
                  <a:latin typeface="Courier New" pitchFamily="49" charset="0"/>
                </a:rPr>
                <a:t>p 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=</a:t>
              </a:r>
              <a:r>
                <a:rPr lang="en-US" sz="1800" b="1">
                  <a:latin typeface="Courier New" pitchFamily="49" charset="0"/>
                </a:rPr>
                <a:t> v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 b="1">
                  <a:latin typeface="Courier New" pitchFamily="49" charset="0"/>
                </a:rPr>
                <a:t>begin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 b="1">
                  <a:latin typeface="Courier New" pitchFamily="49" charset="0"/>
                </a:rPr>
                <a:t> p 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&lt;</a:t>
              </a:r>
              <a:r>
                <a:rPr lang="en-US" sz="1800" b="1">
                  <a:latin typeface="Courier New" pitchFamily="49" charset="0"/>
                </a:rPr>
                <a:t> v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en-US" sz="1800" b="1">
                  <a:latin typeface="Courier New" pitchFamily="49" charset="0"/>
                </a:rPr>
                <a:t>end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en-US" sz="1800" b="1">
                  <a:latin typeface="Courier New" pitchFamily="49" charset="0"/>
                </a:rPr>
                <a:t> p</a:t>
              </a:r>
              <a:r>
                <a:rPr lang="en-US" sz="1800" b="1">
                  <a:solidFill>
                    <a:srgbClr val="808030"/>
                  </a:solidFill>
                  <a:latin typeface="Courier New" pitchFamily="49" charset="0"/>
                </a:rPr>
                <a:t>++)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    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cout</a:t>
              </a:r>
              <a:r>
                <a:rPr lang="en-US" sz="1800">
                  <a:latin typeface="Courier New" pitchFamily="49" charset="0"/>
                </a:rPr>
                <a:t> 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>
                  <a:latin typeface="Courier New" pitchFamily="49" charset="0"/>
                </a:rPr>
                <a:t> 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*</a:t>
              </a:r>
              <a:r>
                <a:rPr lang="en-US" sz="1800">
                  <a:latin typeface="Courier New" pitchFamily="49" charset="0"/>
                </a:rPr>
                <a:t>p 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>
                  <a:latin typeface="Courier New" pitchFamily="49" charset="0"/>
                </a:rPr>
                <a:t> 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>
                  <a:solidFill>
                    <a:srgbClr val="0000E6"/>
                  </a:solidFill>
                  <a:latin typeface="Courier New" pitchFamily="49" charset="0"/>
                </a:rPr>
                <a:t> 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cout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endl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vector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&lt;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int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&gt;::</a:t>
              </a:r>
              <a:r>
                <a:rPr lang="en-US" sz="1800" b="1">
                  <a:solidFill>
                    <a:srgbClr val="603000"/>
                  </a:solidFill>
                  <a:latin typeface="Courier New" pitchFamily="49" charset="0"/>
                </a:rPr>
                <a:t>reverse_iterator</a:t>
              </a:r>
              <a:r>
                <a:rPr lang="en-US" sz="1800" b="1">
                  <a:latin typeface="Courier New" pitchFamily="49" charset="0"/>
                </a:rPr>
                <a:t> r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pt-BR" sz="1800">
                  <a:latin typeface="Courier New" pitchFamily="49" charset="0"/>
                </a:rPr>
                <a:t>    </a:t>
              </a:r>
              <a:r>
                <a:rPr lang="pt-BR" sz="1800" b="1">
                  <a:solidFill>
                    <a:srgbClr val="800000"/>
                  </a:solidFill>
                  <a:latin typeface="Courier New" pitchFamily="49" charset="0"/>
                </a:rPr>
                <a:t>for</a:t>
              </a:r>
              <a:r>
                <a:rPr lang="pt-BR" sz="1800" b="1">
                  <a:latin typeface="Courier New" pitchFamily="49" charset="0"/>
                </a:rPr>
                <a:t> </a:t>
              </a:r>
              <a:r>
                <a:rPr lang="pt-BR" sz="1800" b="1">
                  <a:solidFill>
                    <a:srgbClr val="808030"/>
                  </a:solidFill>
                  <a:latin typeface="Courier New" pitchFamily="49" charset="0"/>
                </a:rPr>
                <a:t>(</a:t>
              </a:r>
              <a:r>
                <a:rPr lang="pt-BR" sz="1800" b="1">
                  <a:latin typeface="Courier New" pitchFamily="49" charset="0"/>
                </a:rPr>
                <a:t>r </a:t>
              </a:r>
              <a:r>
                <a:rPr lang="pt-BR" sz="1800" b="1">
                  <a:solidFill>
                    <a:srgbClr val="808030"/>
                  </a:solidFill>
                  <a:latin typeface="Courier New" pitchFamily="49" charset="0"/>
                </a:rPr>
                <a:t>=</a:t>
              </a:r>
              <a:r>
                <a:rPr lang="pt-BR" sz="1800" b="1">
                  <a:latin typeface="Courier New" pitchFamily="49" charset="0"/>
                </a:rPr>
                <a:t> v</a:t>
              </a:r>
              <a:r>
                <a:rPr lang="pt-BR" sz="1800" b="1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pt-BR" sz="1800" b="1">
                  <a:latin typeface="Courier New" pitchFamily="49" charset="0"/>
                </a:rPr>
                <a:t>rbegin</a:t>
              </a:r>
              <a:r>
                <a:rPr lang="pt-BR" sz="1800" b="1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r>
                <a:rPr lang="pt-BR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pt-BR" sz="1800" b="1">
                  <a:latin typeface="Courier New" pitchFamily="49" charset="0"/>
                </a:rPr>
                <a:t> r </a:t>
              </a:r>
              <a:r>
                <a:rPr lang="pt-BR" sz="1800" b="1">
                  <a:solidFill>
                    <a:srgbClr val="808030"/>
                  </a:solidFill>
                  <a:latin typeface="Courier New" pitchFamily="49" charset="0"/>
                </a:rPr>
                <a:t>&lt;</a:t>
              </a:r>
              <a:r>
                <a:rPr lang="pt-BR" sz="1800" b="1">
                  <a:latin typeface="Courier New" pitchFamily="49" charset="0"/>
                </a:rPr>
                <a:t> v</a:t>
              </a:r>
              <a:r>
                <a:rPr lang="pt-BR" sz="1800" b="1">
                  <a:solidFill>
                    <a:srgbClr val="808030"/>
                  </a:solidFill>
                  <a:latin typeface="Courier New" pitchFamily="49" charset="0"/>
                </a:rPr>
                <a:t>.</a:t>
              </a:r>
              <a:r>
                <a:rPr lang="pt-BR" sz="1800" b="1">
                  <a:latin typeface="Courier New" pitchFamily="49" charset="0"/>
                </a:rPr>
                <a:t>rend</a:t>
              </a:r>
              <a:r>
                <a:rPr lang="pt-BR" sz="1800" b="1">
                  <a:solidFill>
                    <a:srgbClr val="808030"/>
                  </a:solidFill>
                  <a:latin typeface="Courier New" pitchFamily="49" charset="0"/>
                </a:rPr>
                <a:t>()</a:t>
              </a:r>
              <a:r>
                <a:rPr lang="pt-BR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r>
                <a:rPr lang="pt-BR" sz="1800" b="1">
                  <a:latin typeface="Courier New" pitchFamily="49" charset="0"/>
                </a:rPr>
                <a:t> r</a:t>
              </a:r>
              <a:r>
                <a:rPr lang="pt-BR" sz="1800" b="1">
                  <a:solidFill>
                    <a:srgbClr val="808030"/>
                  </a:solidFill>
                  <a:latin typeface="Courier New" pitchFamily="49" charset="0"/>
                </a:rPr>
                <a:t>++)</a:t>
              </a:r>
              <a:endParaRPr lang="pt-BR" sz="1800" b="1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    </a:t>
              </a:r>
              <a:r>
                <a:rPr lang="en-US" sz="1800">
                  <a:solidFill>
                    <a:srgbClr val="603000"/>
                  </a:solidFill>
                  <a:latin typeface="Courier New" pitchFamily="49" charset="0"/>
                </a:rPr>
                <a:t>cout</a:t>
              </a:r>
              <a:r>
                <a:rPr lang="en-US" sz="1800">
                  <a:latin typeface="Courier New" pitchFamily="49" charset="0"/>
                </a:rPr>
                <a:t> 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>
                  <a:latin typeface="Courier New" pitchFamily="49" charset="0"/>
                </a:rPr>
                <a:t> 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*</a:t>
              </a:r>
              <a:r>
                <a:rPr lang="en-US" sz="1800">
                  <a:latin typeface="Courier New" pitchFamily="49" charset="0"/>
                </a:rPr>
                <a:t>r </a:t>
              </a:r>
              <a:r>
                <a:rPr lang="en-US" sz="1800">
                  <a:solidFill>
                    <a:srgbClr val="808030"/>
                  </a:solidFill>
                  <a:latin typeface="Courier New" pitchFamily="49" charset="0"/>
                </a:rPr>
                <a:t>&lt;&lt;</a:t>
              </a:r>
              <a:r>
                <a:rPr lang="en-US" sz="1800">
                  <a:latin typeface="Courier New" pitchFamily="49" charset="0"/>
                </a:rPr>
                <a:t> 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>
                  <a:solidFill>
                    <a:srgbClr val="0000E6"/>
                  </a:solidFill>
                  <a:latin typeface="Courier New" pitchFamily="49" charset="0"/>
                </a:rPr>
                <a:t> </a:t>
              </a:r>
              <a:r>
                <a:rPr lang="en-US" sz="1800">
                  <a:solidFill>
                    <a:srgbClr val="800000"/>
                  </a:solidFill>
                  <a:latin typeface="Courier New" pitchFamily="49" charset="0"/>
                </a:rPr>
                <a:t>"</a:t>
              </a:r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>
                <a:latin typeface="Courier New" pitchFamily="49" charset="0"/>
              </a:endParaRPr>
            </a:p>
            <a:p>
              <a:r>
                <a:rPr lang="en-US" sz="1800">
                  <a:latin typeface="Courier New" pitchFamily="49" charset="0"/>
                </a:rPr>
                <a:t>    </a:t>
              </a:r>
              <a:r>
                <a:rPr lang="en-US" sz="1800" b="1">
                  <a:solidFill>
                    <a:srgbClr val="800000"/>
                  </a:solidFill>
                  <a:latin typeface="Courier New" pitchFamily="49" charset="0"/>
                </a:rPr>
                <a:t>return</a:t>
              </a:r>
              <a:r>
                <a:rPr lang="en-US" sz="1800" b="1">
                  <a:latin typeface="Courier New" pitchFamily="49" charset="0"/>
                </a:rPr>
                <a:t> </a:t>
              </a:r>
              <a:r>
                <a:rPr lang="en-US" sz="1800" b="1">
                  <a:solidFill>
                    <a:srgbClr val="008C00"/>
                  </a:solidFill>
                  <a:latin typeface="Courier New" pitchFamily="49" charset="0"/>
                </a:rPr>
                <a:t>0</a:t>
              </a:r>
              <a:r>
                <a:rPr lang="en-US" sz="1800" b="1">
                  <a:solidFill>
                    <a:srgbClr val="800080"/>
                  </a:solidFill>
                  <a:latin typeface="Courier New" pitchFamily="49" charset="0"/>
                </a:rPr>
                <a:t>;</a:t>
              </a:r>
              <a:endParaRPr lang="en-US" sz="1800" b="1">
                <a:latin typeface="Courier New" pitchFamily="49" charset="0"/>
              </a:endParaRPr>
            </a:p>
            <a:p>
              <a:r>
                <a:rPr lang="en-US" sz="1800">
                  <a:solidFill>
                    <a:srgbClr val="800080"/>
                  </a:solidFill>
                  <a:latin typeface="Courier New" pitchFamily="49" charset="0"/>
                </a:rPr>
                <a:t>}</a:t>
              </a:r>
              <a:endParaRPr lang="en-US" sz="1800">
                <a:latin typeface="Courier New" pitchFamily="49" charset="0"/>
              </a:endParaRP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220912" y="4892251"/>
              <a:ext cx="5715000" cy="609480"/>
            </a:xfrm>
            <a:prstGeom prst="roundRect">
              <a:avLst/>
            </a:prstGeom>
            <a:solidFill>
              <a:srgbClr val="FFC000">
                <a:alpha val="2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Google Shape;788;p74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559DA900-A171-4FAF-A1BD-5E7C820FDF3F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60</a:t>
            </a:fld>
            <a:endParaRPr lang="en-US" sz="1800"/>
          </a:p>
        </p:txBody>
      </p:sp>
      <p:sp>
        <p:nvSpPr>
          <p:cNvPr id="57349" name="Google Shape;791;p74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792" name="Google Shape;792;p74"/>
          <p:cNvSpPr txBox="1"/>
          <p:nvPr/>
        </p:nvSpPr>
        <p:spPr>
          <a:xfrm>
            <a:off x="274638" y="1271588"/>
            <a:ext cx="9531350" cy="334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err="1">
                <a:solidFill>
                  <a:srgbClr val="0000FF"/>
                </a:solidFill>
              </a:rPr>
              <a:t>Algoritm</a:t>
            </a:r>
            <a:endParaRPr sz="2000" b="1">
              <a:solidFill>
                <a:srgbClr val="0000FF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 b="1"/>
          </a:p>
          <a:p>
            <a:pPr marL="457200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 err="1"/>
              <a:t>colecție</a:t>
            </a:r>
            <a:r>
              <a:rPr lang="en-US" sz="2000"/>
              <a:t> de </a:t>
            </a:r>
            <a:r>
              <a:rPr lang="en-US" sz="2000" err="1"/>
              <a:t>funcții</a:t>
            </a:r>
            <a:r>
              <a:rPr lang="en-US" sz="2000"/>
              <a:t> template care pot </a:t>
            </a:r>
            <a:r>
              <a:rPr lang="en-US" sz="2000" err="1"/>
              <a:t>fi</a:t>
            </a:r>
            <a:r>
              <a:rPr lang="en-US" sz="2000"/>
              <a:t> </a:t>
            </a:r>
            <a:r>
              <a:rPr lang="en-US" sz="2000" err="1"/>
              <a:t>folosite</a:t>
            </a:r>
            <a:r>
              <a:rPr lang="en-US" sz="2000"/>
              <a:t> cu </a:t>
            </a:r>
            <a:r>
              <a:rPr lang="en-US" sz="2000" err="1"/>
              <a:t>iteratori</a:t>
            </a:r>
            <a:r>
              <a:rPr lang="en-US" sz="2000"/>
              <a:t>. </a:t>
            </a:r>
            <a:r>
              <a:rPr lang="en-US" sz="2000" err="1"/>
              <a:t>Funcțiile</a:t>
            </a: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err="1"/>
              <a:t>operează</a:t>
            </a:r>
            <a:r>
              <a:rPr lang="en-US" sz="2000"/>
              <a:t> </a:t>
            </a:r>
            <a:r>
              <a:rPr lang="en-US" sz="2000" err="1"/>
              <a:t>pe</a:t>
            </a:r>
            <a:r>
              <a:rPr lang="en-US" sz="2000"/>
              <a:t> un </a:t>
            </a:r>
            <a:r>
              <a:rPr lang="en-US" sz="2000" err="1"/>
              <a:t>domeniu</a:t>
            </a:r>
            <a:r>
              <a:rPr lang="en-US" sz="2000"/>
              <a:t> (range) </a:t>
            </a:r>
            <a:r>
              <a:rPr lang="en-US" sz="2000" err="1"/>
              <a:t>definit</a:t>
            </a:r>
            <a:r>
              <a:rPr lang="en-US" sz="2000"/>
              <a:t> </a:t>
            </a:r>
            <a:r>
              <a:rPr lang="en-US" sz="2000" err="1"/>
              <a:t>folosind</a:t>
            </a:r>
            <a:r>
              <a:rPr lang="en-US" sz="2000"/>
              <a:t> </a:t>
            </a:r>
            <a:r>
              <a:rPr lang="en-US" sz="2000" err="1"/>
              <a:t>iteratori</a:t>
            </a:r>
            <a:r>
              <a:rPr lang="en-US" sz="2000"/>
              <a:t>;</a:t>
            </a: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  <a:p>
            <a:pPr marL="457200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 err="1"/>
              <a:t>domeniu</a:t>
            </a:r>
            <a:r>
              <a:rPr lang="en-US" sz="2000"/>
              <a:t> (range) </a:t>
            </a:r>
            <a:r>
              <a:rPr lang="en-US" sz="2000" err="1"/>
              <a:t>este</a:t>
            </a:r>
            <a:r>
              <a:rPr lang="en-US" sz="2000"/>
              <a:t> o </a:t>
            </a:r>
            <a:r>
              <a:rPr lang="en-US" sz="2000" err="1"/>
              <a:t>secvente</a:t>
            </a:r>
            <a:r>
              <a:rPr lang="en-US" sz="2000"/>
              <a:t> de </a:t>
            </a:r>
            <a:r>
              <a:rPr lang="en-US" sz="2000" err="1"/>
              <a:t>obiecte</a:t>
            </a:r>
            <a:r>
              <a:rPr lang="en-US" sz="2000"/>
              <a:t> care pot </a:t>
            </a:r>
            <a:r>
              <a:rPr lang="en-US" sz="2000" err="1"/>
              <a:t>fi</a:t>
            </a:r>
            <a:r>
              <a:rPr lang="en-US" sz="2000"/>
              <a:t> </a:t>
            </a:r>
            <a:r>
              <a:rPr lang="en-US" sz="2000" err="1"/>
              <a:t>accesate</a:t>
            </a:r>
            <a:r>
              <a:rPr lang="en-US" sz="2000"/>
              <a:t> </a:t>
            </a:r>
            <a:r>
              <a:rPr lang="en-US" sz="2000" err="1"/>
              <a:t>folosind</a:t>
            </a: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err="1"/>
              <a:t>iteratori</a:t>
            </a:r>
            <a:r>
              <a:rPr lang="en-US" sz="2000"/>
              <a:t> </a:t>
            </a:r>
            <a:r>
              <a:rPr lang="en-US" sz="2000" err="1"/>
              <a:t>sau</a:t>
            </a:r>
            <a:r>
              <a:rPr lang="en-US" sz="2000"/>
              <a:t> </a:t>
            </a:r>
            <a:r>
              <a:rPr lang="en-US" sz="2000" err="1"/>
              <a:t>pointeri</a:t>
            </a:r>
            <a:r>
              <a:rPr lang="en-US" sz="2000"/>
              <a:t>.</a:t>
            </a:r>
            <a:endParaRPr sz="200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  <a:p>
            <a:pPr marL="457200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 err="1"/>
              <a:t>headere</a:t>
            </a:r>
            <a:r>
              <a:rPr lang="en-US" sz="2000"/>
              <a:t>: &lt;</a:t>
            </a:r>
            <a:r>
              <a:rPr lang="en-US" sz="2000" b="1"/>
              <a:t>algorithm</a:t>
            </a:r>
            <a:r>
              <a:rPr lang="en-US" sz="2000"/>
              <a:t>&gt;, &lt;</a:t>
            </a:r>
            <a:r>
              <a:rPr lang="en-US" sz="2000" b="1"/>
              <a:t>numeric</a:t>
            </a:r>
            <a:r>
              <a:rPr lang="en-US" sz="2000"/>
              <a:t>&gt;</a:t>
            </a:r>
            <a:endParaRPr sz="20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Google Shape;800;p75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6EF202D4-BA50-4F4E-8B28-13C3F5795D24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61</a:t>
            </a:fld>
            <a:endParaRPr lang="en-US" sz="1800"/>
          </a:p>
        </p:txBody>
      </p:sp>
      <p:sp>
        <p:nvSpPr>
          <p:cNvPr id="58373" name="Google Shape;803;p75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804" name="Google Shape;804;p75"/>
          <p:cNvSpPr txBox="1"/>
          <p:nvPr/>
        </p:nvSpPr>
        <p:spPr>
          <a:xfrm>
            <a:off x="274638" y="1271588"/>
            <a:ext cx="9531350" cy="49164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err="1">
                <a:solidFill>
                  <a:srgbClr val="0000FF"/>
                </a:solidFill>
              </a:rPr>
              <a:t>Algoritm</a:t>
            </a:r>
            <a:endParaRPr sz="2000" b="1">
              <a:solidFill>
                <a:srgbClr val="0000FF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 b="1"/>
          </a:p>
          <a:p>
            <a:pPr marL="457200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 b="1" err="1"/>
              <a:t>Operații</a:t>
            </a:r>
            <a:r>
              <a:rPr lang="en-US" sz="2000" b="1"/>
              <a:t> </a:t>
            </a:r>
            <a:r>
              <a:rPr lang="en-US" sz="2000" b="1" err="1"/>
              <a:t>pe</a:t>
            </a:r>
            <a:r>
              <a:rPr lang="en-US" sz="2000" b="1"/>
              <a:t> </a:t>
            </a:r>
            <a:r>
              <a:rPr lang="en-US" sz="2000" b="1" err="1"/>
              <a:t>secvențe</a:t>
            </a:r>
            <a:endParaRPr sz="2000" b="1"/>
          </a:p>
          <a:p>
            <a:pPr marL="1371600" lvl="2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/>
              <a:t>care nu </a:t>
            </a:r>
            <a:r>
              <a:rPr lang="en-US" sz="2000" err="1"/>
              <a:t>modifică</a:t>
            </a:r>
            <a:r>
              <a:rPr lang="en-US" sz="2000"/>
              <a:t> </a:t>
            </a:r>
            <a:r>
              <a:rPr lang="en-US" sz="2000" err="1"/>
              <a:t>sursa</a:t>
            </a:r>
            <a:r>
              <a:rPr lang="en-US" sz="2000"/>
              <a:t>: accumulate, count, find, </a:t>
            </a:r>
            <a:r>
              <a:rPr lang="en-US" sz="2000" err="1"/>
              <a:t>count_if</a:t>
            </a:r>
            <a:r>
              <a:rPr lang="en-US" sz="2000"/>
              <a:t>, etc</a:t>
            </a:r>
            <a:endParaRPr sz="2000"/>
          </a:p>
          <a:p>
            <a:pPr marL="1371600" lvl="2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/>
              <a:t>care </a:t>
            </a:r>
            <a:r>
              <a:rPr lang="en-US" sz="2000" err="1"/>
              <a:t>modifică</a:t>
            </a:r>
            <a:r>
              <a:rPr lang="en-US" sz="2000"/>
              <a:t> : copy, transform, swap, reverse, </a:t>
            </a:r>
            <a:r>
              <a:rPr lang="en-US" sz="2000" err="1"/>
              <a:t>random_shuffle</a:t>
            </a:r>
            <a:r>
              <a:rPr lang="en-US" sz="2000"/>
              <a:t>, etc.</a:t>
            </a:r>
            <a:endParaRPr sz="2000"/>
          </a:p>
          <a:p>
            <a:pPr marL="1371600"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  <a:p>
            <a:pPr marL="457200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 b="1" err="1"/>
              <a:t>Sortări</a:t>
            </a:r>
            <a:r>
              <a:rPr lang="en-US" sz="2000"/>
              <a:t>: sort, </a:t>
            </a:r>
            <a:r>
              <a:rPr lang="en-US" sz="2000" err="1"/>
              <a:t>stable_stort</a:t>
            </a:r>
            <a:r>
              <a:rPr lang="en-US" sz="2000"/>
              <a:t>, etc.</a:t>
            </a:r>
            <a:endParaRPr sz="2000"/>
          </a:p>
          <a:p>
            <a:pPr marL="457200"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  <a:p>
            <a:pPr marL="457200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 b="1" err="1"/>
              <a:t>Pe</a:t>
            </a:r>
            <a:r>
              <a:rPr lang="en-US" sz="2000" b="1"/>
              <a:t> </a:t>
            </a:r>
            <a:r>
              <a:rPr lang="en-US" sz="2000" b="1" err="1"/>
              <a:t>secvențe</a:t>
            </a:r>
            <a:r>
              <a:rPr lang="en-US" sz="2000" b="1"/>
              <a:t> de </a:t>
            </a:r>
            <a:r>
              <a:rPr lang="en-US" sz="2000" b="1" err="1"/>
              <a:t>obiecte</a:t>
            </a:r>
            <a:r>
              <a:rPr lang="en-US" sz="2000" b="1"/>
              <a:t> </a:t>
            </a:r>
            <a:r>
              <a:rPr lang="en-US" sz="2000" b="1" err="1"/>
              <a:t>ordonate</a:t>
            </a:r>
            <a:endParaRPr sz="2000" b="1"/>
          </a:p>
          <a:p>
            <a:pPr marL="1371600" lvl="2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 b="1" err="1"/>
              <a:t>Căutare</a:t>
            </a:r>
            <a:r>
              <a:rPr lang="en-US" sz="2000" b="1"/>
              <a:t> </a:t>
            </a:r>
            <a:r>
              <a:rPr lang="en-US" sz="2000" b="1" err="1"/>
              <a:t>binară</a:t>
            </a:r>
            <a:r>
              <a:rPr lang="en-US" sz="2000" b="1"/>
              <a:t> </a:t>
            </a:r>
            <a:r>
              <a:rPr lang="en-US" sz="2000"/>
              <a:t>: </a:t>
            </a:r>
            <a:r>
              <a:rPr lang="en-US" sz="2000" err="1"/>
              <a:t>binary_search</a:t>
            </a:r>
            <a:r>
              <a:rPr lang="en-US" sz="2000"/>
              <a:t>, etc</a:t>
            </a:r>
            <a:endParaRPr sz="2000"/>
          </a:p>
          <a:p>
            <a:pPr marL="1371600" lvl="2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 b="1" err="1"/>
              <a:t>Interclasare</a:t>
            </a:r>
            <a:r>
              <a:rPr lang="en-US" sz="2000" b="1"/>
              <a:t> (Merge)</a:t>
            </a:r>
            <a:r>
              <a:rPr lang="en-US" sz="2000"/>
              <a:t>: merge, </a:t>
            </a:r>
            <a:r>
              <a:rPr lang="en-US" sz="2000" err="1"/>
              <a:t>set_union</a:t>
            </a:r>
            <a:r>
              <a:rPr lang="en-US" sz="2000"/>
              <a:t>, </a:t>
            </a:r>
            <a:r>
              <a:rPr lang="en-US" sz="2000" err="1"/>
              <a:t>set_intersect</a:t>
            </a:r>
            <a:r>
              <a:rPr lang="en-US" sz="2000"/>
              <a:t>, etc.</a:t>
            </a:r>
            <a:endParaRPr sz="2000"/>
          </a:p>
          <a:p>
            <a:pPr marL="1371600"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  <a:p>
            <a:pPr marL="457200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 b="1"/>
              <a:t>Min/max:</a:t>
            </a:r>
            <a:r>
              <a:rPr lang="en-US" sz="2000"/>
              <a:t> min, max, </a:t>
            </a:r>
            <a:r>
              <a:rPr lang="en-US" sz="2000" err="1"/>
              <a:t>min_element</a:t>
            </a:r>
            <a:r>
              <a:rPr lang="en-US" sz="2000"/>
              <a:t>, etc.</a:t>
            </a:r>
            <a:endParaRPr sz="2000"/>
          </a:p>
          <a:p>
            <a:pPr marL="457200"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  <a:p>
            <a:pPr marL="457200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en-US" sz="2000" b="1"/>
              <a:t>Heap</a:t>
            </a:r>
            <a:r>
              <a:rPr lang="en-US" sz="2000"/>
              <a:t>: </a:t>
            </a:r>
            <a:r>
              <a:rPr lang="en-US" sz="2000" err="1"/>
              <a:t>make_heap</a:t>
            </a:r>
            <a:r>
              <a:rPr lang="en-US" sz="2000"/>
              <a:t>, </a:t>
            </a:r>
            <a:r>
              <a:rPr lang="en-US" sz="2000" err="1"/>
              <a:t>sort_heap</a:t>
            </a:r>
            <a:r>
              <a:rPr lang="en-US" sz="2000"/>
              <a:t>, etc.</a:t>
            </a:r>
            <a:endParaRPr sz="20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Google Shape;812;p76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42ECC5C9-BB57-4FE2-80C8-D4A301106FE7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62</a:t>
            </a:fld>
            <a:endParaRPr lang="en-US" sz="1800"/>
          </a:p>
        </p:txBody>
      </p:sp>
      <p:sp>
        <p:nvSpPr>
          <p:cNvPr id="59397" name="Google Shape;815;p76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59398" name="Google Shape;816;p76"/>
          <p:cNvSpPr txBox="1">
            <a:spLocks noChangeArrowheads="1"/>
          </p:cNvSpPr>
          <p:nvPr/>
        </p:nvSpPr>
        <p:spPr bwMode="auto">
          <a:xfrm>
            <a:off x="274638" y="1271588"/>
            <a:ext cx="9531350" cy="12128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>
                <a:solidFill>
                  <a:srgbClr val="0000FF"/>
                </a:solidFill>
              </a:rPr>
              <a:t>Algoritm</a:t>
            </a:r>
          </a:p>
          <a:p>
            <a:endParaRPr lang="en-US" sz="2000" b="1"/>
          </a:p>
          <a:p>
            <a:r>
              <a:rPr lang="en-US" sz="2000" b="1"/>
              <a:t>Exemplu: – accumulate : calculează suma elementelor</a:t>
            </a:r>
          </a:p>
        </p:txBody>
      </p:sp>
      <p:sp>
        <p:nvSpPr>
          <p:cNvPr id="59399" name="Rectangle 6"/>
          <p:cNvSpPr>
            <a:spLocks noChangeArrowheads="1"/>
          </p:cNvSpPr>
          <p:nvPr/>
        </p:nvSpPr>
        <p:spPr bwMode="auto">
          <a:xfrm>
            <a:off x="544513" y="2628900"/>
            <a:ext cx="9067800" cy="3970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vector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&lt;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&gt;</a:t>
            </a:r>
            <a:r>
              <a:rPr lang="en-US" sz="1800" b="1">
                <a:latin typeface="Courier New" pitchFamily="49" charset="0"/>
              </a:rPr>
              <a:t> v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push_back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solidFill>
                  <a:srgbClr val="008C00"/>
                </a:solidFill>
                <a:latin typeface="Courier New" pitchFamily="49" charset="0"/>
              </a:rPr>
              <a:t>3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push_back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solidFill>
                  <a:srgbClr val="008C00"/>
                </a:solidFill>
                <a:latin typeface="Courier New" pitchFamily="49" charset="0"/>
              </a:rPr>
              <a:t>4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push_back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solidFill>
                  <a:srgbClr val="008C00"/>
                </a:solidFill>
                <a:latin typeface="Courier New" pitchFamily="49" charset="0"/>
              </a:rPr>
              <a:t>2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push_back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solidFill>
                  <a:srgbClr val="008C00"/>
                </a:solidFill>
                <a:latin typeface="Courier New" pitchFamily="49" charset="0"/>
              </a:rPr>
              <a:t>7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push_back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solidFill>
                  <a:srgbClr val="008C00"/>
                </a:solidFill>
                <a:latin typeface="Courier New" pitchFamily="49" charset="0"/>
              </a:rPr>
              <a:t>17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</a:p>
          <a:p>
            <a:endParaRPr lang="en-US" sz="1800">
              <a:latin typeface="Courier New" pitchFamily="49" charset="0"/>
            </a:endParaRPr>
          </a:p>
          <a:p>
            <a:r>
              <a:rPr lang="en-US" sz="1800">
                <a:solidFill>
                  <a:srgbClr val="696969"/>
                </a:solidFill>
                <a:latin typeface="Courier New" pitchFamily="49" charset="0"/>
              </a:rPr>
              <a:t>//compute the sum of all elements in the vector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en-US" sz="1800">
                <a:latin typeface="Courier New" pitchFamily="49" charset="0"/>
              </a:rPr>
              <a:t> 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800">
                <a:latin typeface="Courier New" pitchFamily="49" charset="0"/>
              </a:rPr>
              <a:t> accumulate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latin typeface="Courier New" pitchFamily="49" charset="0"/>
              </a:rPr>
              <a:t>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begin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(),</a:t>
            </a:r>
            <a:r>
              <a:rPr lang="en-US" sz="1800">
                <a:latin typeface="Courier New" pitchFamily="49" charset="0"/>
              </a:rPr>
              <a:t> 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end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(),</a:t>
            </a:r>
            <a:r>
              <a:rPr lang="en-US" sz="1800">
                <a:latin typeface="Courier New" pitchFamily="49" charset="0"/>
              </a:rPr>
              <a:t> </a:t>
            </a:r>
            <a:r>
              <a:rPr lang="en-US" sz="1800">
                <a:solidFill>
                  <a:srgbClr val="008C00"/>
                </a:solidFill>
                <a:latin typeface="Courier New" pitchFamily="49" charset="0"/>
              </a:rPr>
              <a:t>0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latin typeface="Courier New" pitchFamily="49" charset="0"/>
              </a:rPr>
              <a:t> 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800">
                <a:latin typeface="Courier New" pitchFamily="49" charset="0"/>
              </a:rPr>
              <a:t> </a:t>
            </a:r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endl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</a:p>
          <a:p>
            <a:endParaRPr lang="en-US" sz="1800">
              <a:latin typeface="Courier New" pitchFamily="49" charset="0"/>
            </a:endParaRPr>
          </a:p>
          <a:p>
            <a:r>
              <a:rPr lang="en-US" sz="1800">
                <a:solidFill>
                  <a:srgbClr val="696969"/>
                </a:solidFill>
                <a:latin typeface="Courier New" pitchFamily="49" charset="0"/>
              </a:rPr>
              <a:t>//compute the sum of elements from 1 inclusive, 4 exclusive [1,4)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vector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&lt;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&gt;::</a:t>
            </a:r>
            <a:r>
              <a:rPr lang="en-US" sz="1800" b="1">
                <a:solidFill>
                  <a:srgbClr val="603000"/>
                </a:solidFill>
                <a:latin typeface="Courier New" pitchFamily="49" charset="0"/>
              </a:rPr>
              <a:t>iterator</a:t>
            </a:r>
            <a:r>
              <a:rPr lang="en-US" sz="1800" b="1">
                <a:latin typeface="Courier New" pitchFamily="49" charset="0"/>
              </a:rPr>
              <a:t> start 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sz="1800" b="1">
                <a:latin typeface="Courier New" pitchFamily="49" charset="0"/>
              </a:rPr>
              <a:t> v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 b="1">
                <a:latin typeface="Courier New" pitchFamily="49" charset="0"/>
              </a:rPr>
              <a:t>begin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()+</a:t>
            </a:r>
            <a:r>
              <a:rPr lang="en-US" sz="1800" b="1">
                <a:solidFill>
                  <a:srgbClr val="008C00"/>
                </a:solidFill>
                <a:latin typeface="Courier New" pitchFamily="49" charset="0"/>
              </a:rPr>
              <a:t>1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vector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&lt;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&gt;::</a:t>
            </a:r>
            <a:r>
              <a:rPr lang="en-US" sz="1800" b="1">
                <a:solidFill>
                  <a:srgbClr val="603000"/>
                </a:solidFill>
                <a:latin typeface="Courier New" pitchFamily="49" charset="0"/>
              </a:rPr>
              <a:t>iterator</a:t>
            </a:r>
            <a:r>
              <a:rPr lang="en-US" sz="1800" b="1">
                <a:latin typeface="Courier New" pitchFamily="49" charset="0"/>
              </a:rPr>
              <a:t> end 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sz="1800" b="1">
                <a:latin typeface="Courier New" pitchFamily="49" charset="0"/>
              </a:rPr>
              <a:t> v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 b="1">
                <a:latin typeface="Courier New" pitchFamily="49" charset="0"/>
              </a:rPr>
              <a:t>begin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()+</a:t>
            </a:r>
            <a:r>
              <a:rPr lang="en-US" sz="1800" b="1">
                <a:solidFill>
                  <a:srgbClr val="008C00"/>
                </a:solidFill>
                <a:latin typeface="Courier New" pitchFamily="49" charset="0"/>
              </a:rPr>
              <a:t>4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en-US" sz="1800">
                <a:latin typeface="Courier New" pitchFamily="49" charset="0"/>
              </a:rPr>
              <a:t> 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800">
                <a:latin typeface="Courier New" pitchFamily="49" charset="0"/>
              </a:rPr>
              <a:t> accumulate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latin typeface="Courier New" pitchFamily="49" charset="0"/>
              </a:rPr>
              <a:t>start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,</a:t>
            </a:r>
            <a:r>
              <a:rPr lang="en-US" sz="1800">
                <a:latin typeface="Courier New" pitchFamily="49" charset="0"/>
              </a:rPr>
              <a:t> end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,</a:t>
            </a:r>
            <a:r>
              <a:rPr lang="en-US" sz="1800">
                <a:latin typeface="Courier New" pitchFamily="49" charset="0"/>
              </a:rPr>
              <a:t> </a:t>
            </a:r>
            <a:r>
              <a:rPr lang="en-US" sz="1800">
                <a:solidFill>
                  <a:srgbClr val="008C00"/>
                </a:solidFill>
                <a:latin typeface="Courier New" pitchFamily="49" charset="0"/>
              </a:rPr>
              <a:t>0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latin typeface="Courier New" pitchFamily="49" charset="0"/>
              </a:rPr>
              <a:t> 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800">
                <a:latin typeface="Courier New" pitchFamily="49" charset="0"/>
              </a:rPr>
              <a:t> </a:t>
            </a:r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endl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Google Shape;824;p77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ADA913C3-C338-4BF7-8204-BA59326F232B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63</a:t>
            </a:fld>
            <a:endParaRPr lang="en-US" sz="1800"/>
          </a:p>
        </p:txBody>
      </p:sp>
      <p:sp>
        <p:nvSpPr>
          <p:cNvPr id="60421" name="Google Shape;827;p77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60422" name="Google Shape;828;p77"/>
          <p:cNvSpPr txBox="1">
            <a:spLocks noChangeArrowheads="1"/>
          </p:cNvSpPr>
          <p:nvPr/>
        </p:nvSpPr>
        <p:spPr bwMode="auto">
          <a:xfrm>
            <a:off x="274638" y="1271588"/>
            <a:ext cx="9531350" cy="11366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>
                <a:solidFill>
                  <a:srgbClr val="0000FF"/>
                </a:solidFill>
              </a:rPr>
              <a:t>Algoritm</a:t>
            </a:r>
          </a:p>
          <a:p>
            <a:endParaRPr lang="en-US" sz="2000" b="1"/>
          </a:p>
          <a:p>
            <a:r>
              <a:rPr lang="en-US" sz="2000" b="1"/>
              <a:t>Exemplu: – copy</a:t>
            </a:r>
          </a:p>
          <a:p>
            <a:endParaRPr lang="en-US" sz="2000" b="1"/>
          </a:p>
        </p:txBody>
      </p:sp>
      <p:sp>
        <p:nvSpPr>
          <p:cNvPr id="60423" name="Rectangle 6"/>
          <p:cNvSpPr>
            <a:spLocks noChangeArrowheads="1"/>
          </p:cNvSpPr>
          <p:nvPr/>
        </p:nvSpPr>
        <p:spPr bwMode="auto">
          <a:xfrm>
            <a:off x="925513" y="2441575"/>
            <a:ext cx="8686800" cy="369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vector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&lt;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&gt;</a:t>
            </a:r>
            <a:r>
              <a:rPr lang="en-US" sz="1800" b="1">
                <a:latin typeface="Courier New" pitchFamily="49" charset="0"/>
              </a:rPr>
              <a:t> v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push_back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solidFill>
                  <a:srgbClr val="008C00"/>
                </a:solidFill>
                <a:latin typeface="Courier New" pitchFamily="49" charset="0"/>
              </a:rPr>
              <a:t>3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push_back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solidFill>
                  <a:srgbClr val="008C00"/>
                </a:solidFill>
                <a:latin typeface="Courier New" pitchFamily="49" charset="0"/>
              </a:rPr>
              <a:t>4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push_back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solidFill>
                  <a:srgbClr val="008C00"/>
                </a:solidFill>
                <a:latin typeface="Courier New" pitchFamily="49" charset="0"/>
              </a:rPr>
              <a:t>2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push_back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solidFill>
                  <a:srgbClr val="008C00"/>
                </a:solidFill>
                <a:latin typeface="Courier New" pitchFamily="49" charset="0"/>
              </a:rPr>
              <a:t>7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push_back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solidFill>
                  <a:srgbClr val="008C00"/>
                </a:solidFill>
                <a:latin typeface="Courier New" pitchFamily="49" charset="0"/>
              </a:rPr>
              <a:t>17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</a:p>
          <a:p>
            <a:endParaRPr lang="en-US" sz="1800">
              <a:latin typeface="Courier New" pitchFamily="49" charset="0"/>
            </a:endParaRPr>
          </a:p>
          <a:p>
            <a:r>
              <a:rPr lang="en-US" sz="1800">
                <a:solidFill>
                  <a:srgbClr val="696969"/>
                </a:solidFill>
                <a:latin typeface="Courier New" pitchFamily="49" charset="0"/>
              </a:rPr>
              <a:t>//make sure there are enough space in the destination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solidFill>
                  <a:srgbClr val="696969"/>
                </a:solidFill>
                <a:latin typeface="Courier New" pitchFamily="49" charset="0"/>
              </a:rPr>
              <a:t>//allocate space for 5 elements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vector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&lt;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&gt;</a:t>
            </a:r>
            <a:r>
              <a:rPr lang="en-US" sz="1800" b="1">
                <a:latin typeface="Courier New" pitchFamily="49" charset="0"/>
              </a:rPr>
              <a:t> v2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 b="1">
                <a:solidFill>
                  <a:srgbClr val="008C00"/>
                </a:solidFill>
                <a:latin typeface="Courier New" pitchFamily="49" charset="0"/>
              </a:rPr>
              <a:t>5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</a:t>
            </a:r>
          </a:p>
          <a:p>
            <a:endParaRPr lang="en-US" sz="1800" b="1">
              <a:latin typeface="Courier New" pitchFamily="49" charset="0"/>
            </a:endParaRPr>
          </a:p>
          <a:p>
            <a:r>
              <a:rPr lang="en-US" sz="1800">
                <a:solidFill>
                  <a:srgbClr val="696969"/>
                </a:solidFill>
                <a:latin typeface="Courier New" pitchFamily="49" charset="0"/>
              </a:rPr>
              <a:t>//copy all from v to v2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copy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latin typeface="Courier New" pitchFamily="49" charset="0"/>
              </a:rPr>
              <a:t>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begin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(),</a:t>
            </a:r>
            <a:r>
              <a:rPr lang="en-US" sz="1800">
                <a:latin typeface="Courier New" pitchFamily="49" charset="0"/>
              </a:rPr>
              <a:t> 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end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(),</a:t>
            </a:r>
            <a:r>
              <a:rPr lang="en-US" sz="1800">
                <a:latin typeface="Courier New" pitchFamily="49" charset="0"/>
              </a:rPr>
              <a:t> v2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begin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())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Google Shape;836;p78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4F1C8245-4AF5-4828-B61D-63973F25B2E8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64</a:t>
            </a:fld>
            <a:endParaRPr lang="en-US" sz="1800"/>
          </a:p>
        </p:txBody>
      </p:sp>
      <p:sp>
        <p:nvSpPr>
          <p:cNvPr id="61445" name="Google Shape;839;p78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61446" name="Google Shape;840;p78"/>
          <p:cNvSpPr txBox="1">
            <a:spLocks noChangeArrowheads="1"/>
          </p:cNvSpPr>
          <p:nvPr/>
        </p:nvSpPr>
        <p:spPr bwMode="auto">
          <a:xfrm>
            <a:off x="274638" y="1271588"/>
            <a:ext cx="9531350" cy="19748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>
                <a:solidFill>
                  <a:srgbClr val="0000FF"/>
                </a:solidFill>
              </a:rPr>
              <a:t>Algoritm</a:t>
            </a:r>
          </a:p>
          <a:p>
            <a:endParaRPr lang="en-US" sz="2000" b="1"/>
          </a:p>
          <a:p>
            <a:r>
              <a:rPr lang="en-US" sz="2000" b="1"/>
              <a:t>Exemplu: – sort</a:t>
            </a:r>
          </a:p>
          <a:p>
            <a:endParaRPr lang="en-US" sz="2000" b="1"/>
          </a:p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/>
              <a:t>Sorteaza elementele din intervalul [first,last) ordine crescătoare.</a:t>
            </a:r>
          </a:p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/>
              <a:t>• Elementele se compară folosind </a:t>
            </a:r>
            <a:r>
              <a:rPr lang="en-US" sz="2000" b="1"/>
              <a:t>operator &lt;</a:t>
            </a:r>
          </a:p>
          <a:p>
            <a:endParaRPr lang="en-US" sz="2000" b="1"/>
          </a:p>
          <a:p>
            <a:endParaRPr lang="en-US" sz="2000"/>
          </a:p>
        </p:txBody>
      </p:sp>
      <p:sp>
        <p:nvSpPr>
          <p:cNvPr id="61447" name="Rectangle 6"/>
          <p:cNvSpPr>
            <a:spLocks noChangeArrowheads="1"/>
          </p:cNvSpPr>
          <p:nvPr/>
        </p:nvSpPr>
        <p:spPr bwMode="auto">
          <a:xfrm>
            <a:off x="2520950" y="3757613"/>
            <a:ext cx="5038725" cy="230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vector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&lt;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&gt;</a:t>
            </a:r>
            <a:r>
              <a:rPr lang="en-US" sz="1800" b="1">
                <a:latin typeface="Courier New" pitchFamily="49" charset="0"/>
              </a:rPr>
              <a:t> v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push_back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solidFill>
                  <a:srgbClr val="008C00"/>
                </a:solidFill>
                <a:latin typeface="Courier New" pitchFamily="49" charset="0"/>
              </a:rPr>
              <a:t>3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push_back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solidFill>
                  <a:srgbClr val="008C00"/>
                </a:solidFill>
                <a:latin typeface="Courier New" pitchFamily="49" charset="0"/>
              </a:rPr>
              <a:t>4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push_back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solidFill>
                  <a:srgbClr val="008C00"/>
                </a:solidFill>
                <a:latin typeface="Courier New" pitchFamily="49" charset="0"/>
              </a:rPr>
              <a:t>2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push_back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solidFill>
                  <a:srgbClr val="008C00"/>
                </a:solidFill>
                <a:latin typeface="Courier New" pitchFamily="49" charset="0"/>
              </a:rPr>
              <a:t>7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push_back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solidFill>
                  <a:srgbClr val="008C00"/>
                </a:solidFill>
                <a:latin typeface="Courier New" pitchFamily="49" charset="0"/>
              </a:rPr>
              <a:t>17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endParaRPr lang="en-US" sz="1800">
              <a:latin typeface="Courier New" pitchFamily="49" charset="0"/>
            </a:endParaRPr>
          </a:p>
          <a:p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sort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latin typeface="Courier New" pitchFamily="49" charset="0"/>
              </a:rPr>
              <a:t>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begin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(),</a:t>
            </a:r>
            <a:r>
              <a:rPr lang="en-US" sz="1800">
                <a:latin typeface="Courier New" pitchFamily="49" charset="0"/>
              </a:rPr>
              <a:t> 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end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())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Google Shape;848;p79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C06EA98B-EA77-48B8-8805-175EBA02ADA5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65</a:t>
            </a:fld>
            <a:endParaRPr lang="en-US" sz="1800"/>
          </a:p>
        </p:txBody>
      </p:sp>
      <p:sp>
        <p:nvSpPr>
          <p:cNvPr id="62469" name="Google Shape;851;p79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62470" name="Google Shape;852;p79"/>
          <p:cNvSpPr txBox="1">
            <a:spLocks noChangeArrowheads="1"/>
          </p:cNvSpPr>
          <p:nvPr/>
        </p:nvSpPr>
        <p:spPr bwMode="auto">
          <a:xfrm>
            <a:off x="274638" y="1271588"/>
            <a:ext cx="9531350" cy="12890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>
                <a:solidFill>
                  <a:srgbClr val="0000FF"/>
                </a:solidFill>
              </a:rPr>
              <a:t>Algoritm</a:t>
            </a:r>
          </a:p>
          <a:p>
            <a:endParaRPr lang="en-US" sz="2000" b="1"/>
          </a:p>
          <a:p>
            <a:r>
              <a:rPr lang="en-US" sz="2000" b="1"/>
              <a:t>Exemplu: – sort cu o functie de comparare</a:t>
            </a:r>
          </a:p>
          <a:p>
            <a:endParaRPr lang="en-US" sz="2000" b="1"/>
          </a:p>
        </p:txBody>
      </p:sp>
      <p:sp>
        <p:nvSpPr>
          <p:cNvPr id="62471" name="Rectangle 6"/>
          <p:cNvSpPr>
            <a:spLocks noChangeArrowheads="1"/>
          </p:cNvSpPr>
          <p:nvPr/>
        </p:nvSpPr>
        <p:spPr bwMode="auto">
          <a:xfrm>
            <a:off x="2520950" y="2441575"/>
            <a:ext cx="5038725" cy="341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bool</a:t>
            </a:r>
            <a:r>
              <a:rPr lang="en-US" sz="1800" b="1">
                <a:latin typeface="Courier New" pitchFamily="49" charset="0"/>
              </a:rPr>
              <a:t> asc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800" b="1">
                <a:latin typeface="Courier New" pitchFamily="49" charset="0"/>
              </a:rPr>
              <a:t> i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,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800" b="1">
                <a:latin typeface="Courier New" pitchFamily="49" charset="0"/>
              </a:rPr>
              <a:t> j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{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  return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 b="1">
                <a:latin typeface="Courier New" pitchFamily="49" charset="0"/>
              </a:rPr>
              <a:t>i 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&lt;</a:t>
            </a:r>
            <a:r>
              <a:rPr lang="en-US" sz="1800" b="1">
                <a:latin typeface="Courier New" pitchFamily="49" charset="0"/>
              </a:rPr>
              <a:t> j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}</a:t>
            </a:r>
            <a:endParaRPr lang="en-US" sz="1800">
              <a:latin typeface="Courier New" pitchFamily="49" charset="0"/>
            </a:endParaRPr>
          </a:p>
          <a:p>
            <a:endParaRPr lang="en-US" sz="1800">
              <a:latin typeface="Courier New" pitchFamily="49" charset="0"/>
            </a:endParaRPr>
          </a:p>
          <a:p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vector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&lt;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&gt;</a:t>
            </a:r>
            <a:r>
              <a:rPr lang="en-US" sz="1800" b="1">
                <a:latin typeface="Courier New" pitchFamily="49" charset="0"/>
              </a:rPr>
              <a:t> v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push_back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solidFill>
                  <a:srgbClr val="008C00"/>
                </a:solidFill>
                <a:latin typeface="Courier New" pitchFamily="49" charset="0"/>
              </a:rPr>
              <a:t>3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push_back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solidFill>
                  <a:srgbClr val="008C00"/>
                </a:solidFill>
                <a:latin typeface="Courier New" pitchFamily="49" charset="0"/>
              </a:rPr>
              <a:t>4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push_back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solidFill>
                  <a:srgbClr val="008C00"/>
                </a:solidFill>
                <a:latin typeface="Courier New" pitchFamily="49" charset="0"/>
              </a:rPr>
              <a:t>2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push_back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solidFill>
                  <a:srgbClr val="008C00"/>
                </a:solidFill>
                <a:latin typeface="Courier New" pitchFamily="49" charset="0"/>
              </a:rPr>
              <a:t>7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push_back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solidFill>
                  <a:srgbClr val="008C00"/>
                </a:solidFill>
                <a:latin typeface="Courier New" pitchFamily="49" charset="0"/>
              </a:rPr>
              <a:t>17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endParaRPr lang="en-US" sz="1800">
              <a:latin typeface="Courier New" pitchFamily="49" charset="0"/>
            </a:endParaRPr>
          </a:p>
          <a:p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sort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latin typeface="Courier New" pitchFamily="49" charset="0"/>
              </a:rPr>
              <a:t>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begin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(),</a:t>
            </a:r>
            <a:r>
              <a:rPr lang="en-US" sz="1800">
                <a:latin typeface="Courier New" pitchFamily="49" charset="0"/>
              </a:rPr>
              <a:t> 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end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(),</a:t>
            </a:r>
            <a:r>
              <a:rPr lang="en-US" sz="1800">
                <a:latin typeface="Courier New" pitchFamily="49" charset="0"/>
              </a:rPr>
              <a:t> asc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Google Shape;860;p80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CA4EAF65-3FBB-4A17-B824-B357FB2B0BAB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66</a:t>
            </a:fld>
            <a:endParaRPr lang="en-US" sz="1800"/>
          </a:p>
        </p:txBody>
      </p:sp>
      <p:sp>
        <p:nvSpPr>
          <p:cNvPr id="63493" name="Google Shape;863;p80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63494" name="Google Shape;864;p80"/>
          <p:cNvSpPr txBox="1">
            <a:spLocks noChangeArrowheads="1"/>
          </p:cNvSpPr>
          <p:nvPr/>
        </p:nvSpPr>
        <p:spPr bwMode="auto">
          <a:xfrm>
            <a:off x="274638" y="1271588"/>
            <a:ext cx="9017000" cy="11366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>
                <a:solidFill>
                  <a:srgbClr val="0000FF"/>
                </a:solidFill>
              </a:rPr>
              <a:t>Algoritm</a:t>
            </a:r>
          </a:p>
          <a:p>
            <a:endParaRPr lang="en-US" sz="2000" b="1"/>
          </a:p>
          <a:p>
            <a:r>
              <a:rPr lang="en-US" sz="2000" b="1"/>
              <a:t>Exemplu: – for_each </a:t>
            </a:r>
          </a:p>
          <a:p>
            <a:endParaRPr lang="en-US" sz="2000" b="1"/>
          </a:p>
        </p:txBody>
      </p:sp>
      <p:sp>
        <p:nvSpPr>
          <p:cNvPr id="63495" name="Rectangle 6"/>
          <p:cNvSpPr>
            <a:spLocks noChangeArrowheads="1"/>
          </p:cNvSpPr>
          <p:nvPr/>
        </p:nvSpPr>
        <p:spPr bwMode="auto">
          <a:xfrm>
            <a:off x="1611313" y="2789238"/>
            <a:ext cx="6400800" cy="424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void</a:t>
            </a:r>
            <a:r>
              <a:rPr lang="en-US" sz="1800" b="1">
                <a:latin typeface="Courier New" pitchFamily="49" charset="0"/>
              </a:rPr>
              <a:t> print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800" b="1">
                <a:latin typeface="Courier New" pitchFamily="49" charset="0"/>
              </a:rPr>
              <a:t> elem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{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en-US" sz="1800">
                <a:latin typeface="Courier New" pitchFamily="49" charset="0"/>
              </a:rPr>
              <a:t> 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800">
                <a:latin typeface="Courier New" pitchFamily="49" charset="0"/>
              </a:rPr>
              <a:t> elem 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800">
                <a:latin typeface="Courier New" pitchFamily="49" charset="0"/>
              </a:rPr>
              <a:t> </a:t>
            </a:r>
            <a:r>
              <a:rPr lang="en-US" sz="1800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 sz="1800">
                <a:solidFill>
                  <a:srgbClr val="0000E6"/>
                </a:solidFill>
                <a:latin typeface="Courier New" pitchFamily="49" charset="0"/>
              </a:rPr>
              <a:t> </a:t>
            </a:r>
            <a:r>
              <a:rPr lang="en-US" sz="1800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}</a:t>
            </a:r>
          </a:p>
          <a:p>
            <a:endParaRPr lang="en-US" sz="1800">
              <a:latin typeface="Courier New" pitchFamily="49" charset="0"/>
            </a:endParaRPr>
          </a:p>
          <a:p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void</a:t>
            </a:r>
            <a:r>
              <a:rPr lang="en-US" sz="1800" b="1">
                <a:latin typeface="Courier New" pitchFamily="49" charset="0"/>
              </a:rPr>
              <a:t> testForEach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{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vector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&lt;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&gt;</a:t>
            </a:r>
            <a:r>
              <a:rPr lang="en-US" sz="1800" b="1">
                <a:latin typeface="Courier New" pitchFamily="49" charset="0"/>
              </a:rPr>
              <a:t> v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push_back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solidFill>
                  <a:srgbClr val="008C00"/>
                </a:solidFill>
                <a:latin typeface="Courier New" pitchFamily="49" charset="0"/>
              </a:rPr>
              <a:t>3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push_back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solidFill>
                  <a:srgbClr val="008C00"/>
                </a:solidFill>
                <a:latin typeface="Courier New" pitchFamily="49" charset="0"/>
              </a:rPr>
              <a:t>4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push_back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solidFill>
                  <a:srgbClr val="008C00"/>
                </a:solidFill>
                <a:latin typeface="Courier New" pitchFamily="49" charset="0"/>
              </a:rPr>
              <a:t>2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push_back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solidFill>
                  <a:srgbClr val="008C00"/>
                </a:solidFill>
                <a:latin typeface="Courier New" pitchFamily="49" charset="0"/>
              </a:rPr>
              <a:t>7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push_back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solidFill>
                  <a:srgbClr val="008C00"/>
                </a:solidFill>
                <a:latin typeface="Courier New" pitchFamily="49" charset="0"/>
              </a:rPr>
              <a:t>17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endParaRPr lang="en-US" sz="1800">
              <a:latin typeface="Courier New" pitchFamily="49" charset="0"/>
            </a:endParaRPr>
          </a:p>
          <a:p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for_each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latin typeface="Courier New" pitchFamily="49" charset="0"/>
              </a:rPr>
              <a:t>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begin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(),</a:t>
            </a:r>
            <a:r>
              <a:rPr lang="en-US" sz="1800">
                <a:latin typeface="Courier New" pitchFamily="49" charset="0"/>
              </a:rPr>
              <a:t> 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end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(),</a:t>
            </a:r>
            <a:r>
              <a:rPr lang="en-US" sz="1800">
                <a:latin typeface="Courier New" pitchFamily="49" charset="0"/>
              </a:rPr>
              <a:t> print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en-US" sz="1800">
                <a:latin typeface="Courier New" pitchFamily="49" charset="0"/>
              </a:rPr>
              <a:t> 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sz="1800">
                <a:latin typeface="Courier New" pitchFamily="49" charset="0"/>
              </a:rPr>
              <a:t> </a:t>
            </a:r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endl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}</a:t>
            </a:r>
            <a:endParaRPr lang="en-US" sz="1800">
              <a:latin typeface="Courier New" pitchFamily="49" charset="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Google Shape;872;p81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35919151-B4C0-4937-A686-EB084E54DD49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67</a:t>
            </a:fld>
            <a:endParaRPr lang="en-US" sz="1800"/>
          </a:p>
        </p:txBody>
      </p:sp>
      <p:sp>
        <p:nvSpPr>
          <p:cNvPr id="64517" name="Google Shape;875;p81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64518" name="Google Shape;876;p81"/>
          <p:cNvSpPr txBox="1">
            <a:spLocks noChangeArrowheads="1"/>
          </p:cNvSpPr>
          <p:nvPr/>
        </p:nvSpPr>
        <p:spPr bwMode="auto">
          <a:xfrm>
            <a:off x="274638" y="1271588"/>
            <a:ext cx="9017000" cy="18224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>
                <a:solidFill>
                  <a:srgbClr val="0000FF"/>
                </a:solidFill>
              </a:rPr>
              <a:t>Algoritm</a:t>
            </a:r>
          </a:p>
          <a:p>
            <a:endParaRPr lang="en-US" sz="2000" b="1"/>
          </a:p>
          <a:p>
            <a:r>
              <a:rPr lang="en-US" sz="2000" b="1"/>
              <a:t>Exemplu: – transform </a:t>
            </a:r>
          </a:p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/>
              <a:t>- aplică funcția pentru fiecare element din secvență ([first1,last1))</a:t>
            </a:r>
          </a:p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/>
              <a:t>- rezultatul se depune în secvența rezultat</a:t>
            </a:r>
          </a:p>
        </p:txBody>
      </p:sp>
      <p:sp>
        <p:nvSpPr>
          <p:cNvPr id="64519" name="Rectangle 6"/>
          <p:cNvSpPr>
            <a:spLocks noChangeArrowheads="1"/>
          </p:cNvSpPr>
          <p:nvPr/>
        </p:nvSpPr>
        <p:spPr bwMode="auto">
          <a:xfrm>
            <a:off x="1154113" y="3122613"/>
            <a:ext cx="7696200" cy="3970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800" b="1">
                <a:latin typeface="Courier New" pitchFamily="49" charset="0"/>
              </a:rPr>
              <a:t> multiply3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800" b="1">
                <a:latin typeface="Courier New" pitchFamily="49" charset="0"/>
              </a:rPr>
              <a:t> el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{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return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008C00"/>
                </a:solidFill>
                <a:latin typeface="Courier New" pitchFamily="49" charset="0"/>
              </a:rPr>
              <a:t>3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*</a:t>
            </a:r>
            <a:r>
              <a:rPr lang="en-US" sz="1800" b="1">
                <a:latin typeface="Courier New" pitchFamily="49" charset="0"/>
              </a:rPr>
              <a:t> el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}</a:t>
            </a:r>
            <a:endParaRPr lang="en-US" sz="1800">
              <a:latin typeface="Courier New" pitchFamily="49" charset="0"/>
            </a:endParaRPr>
          </a:p>
          <a:p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void</a:t>
            </a:r>
            <a:r>
              <a:rPr lang="en-US" sz="1800" b="1">
                <a:latin typeface="Courier New" pitchFamily="49" charset="0"/>
              </a:rPr>
              <a:t> testTransform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{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vector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&lt;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&gt;</a:t>
            </a:r>
            <a:r>
              <a:rPr lang="en-US" sz="1800" b="1">
                <a:latin typeface="Courier New" pitchFamily="49" charset="0"/>
              </a:rPr>
              <a:t> v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push_back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solidFill>
                  <a:srgbClr val="008C00"/>
                </a:solidFill>
                <a:latin typeface="Courier New" pitchFamily="49" charset="0"/>
              </a:rPr>
              <a:t>3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>
                <a:latin typeface="Courier New" pitchFamily="49" charset="0"/>
              </a:rPr>
              <a:t> 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push_back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solidFill>
                  <a:srgbClr val="008C00"/>
                </a:solidFill>
                <a:latin typeface="Courier New" pitchFamily="49" charset="0"/>
              </a:rPr>
              <a:t>4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>
                <a:latin typeface="Courier New" pitchFamily="49" charset="0"/>
              </a:rPr>
              <a:t> 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push_back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solidFill>
                  <a:srgbClr val="008C00"/>
                </a:solidFill>
                <a:latin typeface="Courier New" pitchFamily="49" charset="0"/>
              </a:rPr>
              <a:t>2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sz="1800">
                <a:latin typeface="Courier New" pitchFamily="49" charset="0"/>
              </a:rPr>
              <a:t>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push_back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solidFill>
                  <a:srgbClr val="008C00"/>
                </a:solidFill>
                <a:latin typeface="Courier New" pitchFamily="49" charset="0"/>
              </a:rPr>
              <a:t>7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push_back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solidFill>
                  <a:srgbClr val="008C00"/>
                </a:solidFill>
                <a:latin typeface="Courier New" pitchFamily="49" charset="0"/>
              </a:rPr>
              <a:t>17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endParaRPr lang="en-US" sz="1800">
              <a:latin typeface="Courier New" pitchFamily="49" charset="0"/>
            </a:endParaRPr>
          </a:p>
          <a:p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vector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&lt;</a:t>
            </a:r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&gt;</a:t>
            </a:r>
            <a:r>
              <a:rPr lang="en-US" sz="1800" b="1">
                <a:latin typeface="Courier New" pitchFamily="49" charset="0"/>
              </a:rPr>
              <a:t> v2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 b="1">
                <a:solidFill>
                  <a:srgbClr val="008C00"/>
                </a:solidFill>
                <a:latin typeface="Courier New" pitchFamily="49" charset="0"/>
              </a:rPr>
              <a:t>5</a:t>
            </a:r>
            <a:r>
              <a:rPr lang="en-US" sz="1800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 b="1">
              <a:latin typeface="Courier New" pitchFamily="49" charset="0"/>
            </a:endParaRPr>
          </a:p>
          <a:p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transform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latin typeface="Courier New" pitchFamily="49" charset="0"/>
              </a:rPr>
              <a:t>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begin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(),</a:t>
            </a:r>
            <a:r>
              <a:rPr lang="en-US" sz="1800">
                <a:latin typeface="Courier New" pitchFamily="49" charset="0"/>
              </a:rPr>
              <a:t> v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end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(),</a:t>
            </a:r>
            <a:r>
              <a:rPr lang="en-US" sz="1800">
                <a:latin typeface="Courier New" pitchFamily="49" charset="0"/>
              </a:rPr>
              <a:t> v2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begin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(),</a:t>
            </a:r>
            <a:r>
              <a:rPr lang="en-US" sz="1800">
                <a:latin typeface="Courier New" pitchFamily="49" charset="0"/>
              </a:rPr>
              <a:t> multiply3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solidFill>
                  <a:srgbClr val="696969"/>
                </a:solidFill>
                <a:latin typeface="Courier New" pitchFamily="49" charset="0"/>
              </a:rPr>
              <a:t>//print the elements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solidFill>
                  <a:srgbClr val="603000"/>
                </a:solidFill>
                <a:latin typeface="Courier New" pitchFamily="49" charset="0"/>
              </a:rPr>
              <a:t>for_each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sz="1800">
                <a:latin typeface="Courier New" pitchFamily="49" charset="0"/>
              </a:rPr>
              <a:t>v2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begin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(),</a:t>
            </a:r>
            <a:r>
              <a:rPr lang="en-US" sz="1800">
                <a:latin typeface="Courier New" pitchFamily="49" charset="0"/>
              </a:rPr>
              <a:t> v2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sz="1800">
                <a:latin typeface="Courier New" pitchFamily="49" charset="0"/>
              </a:rPr>
              <a:t>end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(),</a:t>
            </a:r>
            <a:r>
              <a:rPr lang="en-US" sz="1800">
                <a:latin typeface="Courier New" pitchFamily="49" charset="0"/>
              </a:rPr>
              <a:t> print</a:t>
            </a:r>
            <a:r>
              <a:rPr lang="en-US" sz="180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solidFill>
                  <a:srgbClr val="800080"/>
                </a:solidFill>
                <a:latin typeface="Courier New" pitchFamily="49" charset="0"/>
              </a:rPr>
              <a:t>}</a:t>
            </a:r>
            <a:endParaRPr lang="en-US" sz="1800">
              <a:latin typeface="Courier New" pitchFamily="49" charset="0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Google Shape;872;p81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35919151-B4C0-4937-A686-EB084E54DD49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68</a:t>
            </a:fld>
            <a:endParaRPr lang="en-US" sz="1800"/>
          </a:p>
        </p:txBody>
      </p:sp>
      <p:sp>
        <p:nvSpPr>
          <p:cNvPr id="64517" name="Google Shape;875;p81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64518" name="Google Shape;876;p81"/>
          <p:cNvSpPr txBox="1">
            <a:spLocks noChangeArrowheads="1"/>
          </p:cNvSpPr>
          <p:nvPr/>
        </p:nvSpPr>
        <p:spPr bwMode="auto">
          <a:xfrm>
            <a:off x="274638" y="1271588"/>
            <a:ext cx="9658350" cy="579214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 anchor="t"/>
          <a:lstStyle/>
          <a:p>
            <a:pPr>
              <a:buNone/>
            </a:pPr>
            <a:r>
              <a:rPr lang="en-US" sz="2000" b="1" dirty="0">
                <a:solidFill>
                  <a:srgbClr val="0000FF"/>
                </a:solidFill>
                <a:latin typeface="Arial"/>
                <a:cs typeface="Arial"/>
              </a:rPr>
              <a:t>C++11</a:t>
            </a:r>
            <a:endParaRPr lang="ro-RO" dirty="0"/>
          </a:p>
          <a:p>
            <a:r>
              <a:rPr lang="en-US" sz="2000" b="1" dirty="0" err="1" smtClean="0">
                <a:latin typeface="Arial"/>
                <a:cs typeface="Arial"/>
              </a:rPr>
              <a:t>Expresii</a:t>
            </a:r>
            <a:r>
              <a:rPr lang="en-US" sz="2000" b="1" dirty="0" smtClean="0">
                <a:latin typeface="Arial"/>
                <a:cs typeface="Arial"/>
              </a:rPr>
              <a:t> Lambda</a:t>
            </a:r>
          </a:p>
          <a:p>
            <a:endParaRPr lang="en-US" sz="2000" b="1" dirty="0">
              <a:latin typeface="Arial"/>
              <a:cs typeface="Arial"/>
            </a:endParaRPr>
          </a:p>
          <a:p>
            <a:pPr marL="342900" indent="-342900">
              <a:buClr>
                <a:srgbClr val="000000"/>
              </a:buClr>
              <a:buSzPts val="1100"/>
              <a:buFontTx/>
              <a:buChar char="-"/>
            </a:pPr>
            <a:r>
              <a:rPr lang="vi-VN" sz="2000" b="1" dirty="0" smtClean="0"/>
              <a:t>funcții </a:t>
            </a:r>
            <a:r>
              <a:rPr lang="vi-VN" sz="2000" b="1" dirty="0"/>
              <a:t>anonime</a:t>
            </a:r>
            <a:r>
              <a:rPr lang="vi-VN" sz="2000" dirty="0"/>
              <a:t> definite direct în cod, utile pentru operații scurte care nu merită o funcție separată</a:t>
            </a:r>
            <a:r>
              <a:rPr lang="vi-VN" sz="2000" dirty="0" smtClean="0"/>
              <a:t>.</a:t>
            </a:r>
            <a:endParaRPr lang="en-US" sz="2000" dirty="0" smtClean="0"/>
          </a:p>
          <a:p>
            <a:pPr marL="342900" indent="-342900">
              <a:buClr>
                <a:srgbClr val="000000"/>
              </a:buClr>
              <a:buSzPts val="1100"/>
              <a:buFontTx/>
              <a:buChar char="-"/>
            </a:pPr>
            <a:r>
              <a:rPr lang="en-US" sz="2000" dirty="0" err="1">
                <a:latin typeface="Arial"/>
                <a:cs typeface="Arial"/>
              </a:rPr>
              <a:t>permite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definirea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functiei</a:t>
            </a:r>
            <a:r>
              <a:rPr lang="en-US" sz="2000" dirty="0">
                <a:latin typeface="Arial"/>
                <a:cs typeface="Arial"/>
              </a:rPr>
              <a:t> local, la </a:t>
            </a:r>
            <a:r>
              <a:rPr lang="en-US" sz="2000" dirty="0" err="1">
                <a:latin typeface="Arial"/>
                <a:cs typeface="Arial"/>
              </a:rPr>
              <a:t>momentul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apelarii</a:t>
            </a:r>
            <a:r>
              <a:rPr lang="en-US" sz="2000" dirty="0" smtClean="0">
                <a:latin typeface="Arial"/>
                <a:cs typeface="Arial"/>
              </a:rPr>
              <a:t>;</a:t>
            </a:r>
            <a:endParaRPr lang="en-US" sz="2000" dirty="0"/>
          </a:p>
          <a:p>
            <a:pPr>
              <a:buSzPts val="1100"/>
            </a:pPr>
            <a:endParaRPr lang="en-US" sz="2000" dirty="0"/>
          </a:p>
          <a:p>
            <a:pPr lvl="2"/>
            <a:r>
              <a:rPr lang="vi-VN" sz="2000" dirty="0"/>
              <a:t>Definite "on-the-fly"</a:t>
            </a:r>
            <a:endParaRPr lang="vi-VN" sz="2000" dirty="0"/>
          </a:p>
          <a:p>
            <a:pPr lvl="2"/>
            <a:r>
              <a:rPr lang="vi-VN" sz="2000" dirty="0"/>
              <a:t/>
            </a:r>
            <a:br>
              <a:rPr lang="vi-VN" sz="2000" dirty="0"/>
            </a:br>
            <a:r>
              <a:rPr lang="vi-VN" sz="2000" dirty="0"/>
              <a:t>Acces la variabilele locale</a:t>
            </a:r>
            <a:endParaRPr lang="vi-VN" sz="2000" dirty="0"/>
          </a:p>
          <a:p>
            <a:pPr lvl="2"/>
            <a:r>
              <a:rPr lang="vi-VN" sz="2000" dirty="0"/>
              <a:t/>
            </a:r>
            <a:br>
              <a:rPr lang="vi-VN" sz="2000" dirty="0"/>
            </a:br>
            <a:r>
              <a:rPr lang="vi-VN" sz="2000" dirty="0"/>
              <a:t>Sintaxă compactă și eficientă</a:t>
            </a:r>
            <a:endParaRPr lang="vi-VN" sz="2000" dirty="0"/>
          </a:p>
          <a:p>
            <a:endParaRPr lang="en-US" sz="2000" b="1" dirty="0" smtClean="0">
              <a:latin typeface="Arial"/>
              <a:cs typeface="Arial"/>
            </a:endParaRPr>
          </a:p>
          <a:p>
            <a:endParaRPr lang="en-US" sz="2000" b="1" dirty="0">
              <a:latin typeface="Arial"/>
              <a:cs typeface="Arial"/>
            </a:endParaRPr>
          </a:p>
          <a:p>
            <a:r>
              <a:rPr lang="en-US" sz="2000" b="1" dirty="0" err="1" smtClean="0">
                <a:latin typeface="Arial"/>
                <a:cs typeface="Arial"/>
              </a:rPr>
              <a:t>Sintaxa</a:t>
            </a:r>
            <a:r>
              <a:rPr lang="en-US" sz="2000" b="1" dirty="0">
                <a:latin typeface="Arial"/>
                <a:cs typeface="Arial"/>
              </a:rPr>
              <a:t>: </a:t>
            </a:r>
            <a:r>
              <a:rPr lang="en-US" sz="2000" b="1" i="1" dirty="0">
                <a:solidFill>
                  <a:srgbClr val="FF0000"/>
                </a:solidFill>
                <a:latin typeface="Arial"/>
                <a:cs typeface="Arial"/>
              </a:rPr>
              <a:t>[capture]</a:t>
            </a:r>
            <a:r>
              <a:rPr lang="en-US" sz="2000" b="1" i="1" dirty="0">
                <a:solidFill>
                  <a:srgbClr val="0070C0"/>
                </a:solidFill>
                <a:latin typeface="Arial"/>
                <a:cs typeface="Arial"/>
              </a:rPr>
              <a:t>(parameters)</a:t>
            </a:r>
            <a:r>
              <a:rPr lang="en-US" sz="2000" b="1" i="1" dirty="0">
                <a:latin typeface="Arial"/>
                <a:cs typeface="Arial"/>
              </a:rPr>
              <a:t> </a:t>
            </a:r>
            <a:r>
              <a:rPr lang="en-US" sz="2000" b="1" i="1" dirty="0">
                <a:solidFill>
                  <a:srgbClr val="00B050"/>
                </a:solidFill>
                <a:latin typeface="Arial"/>
                <a:cs typeface="Arial"/>
              </a:rPr>
              <a:t>mutable</a:t>
            </a:r>
            <a:r>
              <a:rPr lang="en-US" sz="2000" b="1" i="1" dirty="0">
                <a:latin typeface="Arial"/>
                <a:cs typeface="Arial"/>
              </a:rPr>
              <a:t> </a:t>
            </a:r>
            <a:r>
              <a:rPr lang="en-US" sz="2000" b="1" i="1" dirty="0">
                <a:solidFill>
                  <a:srgbClr val="0070C0"/>
                </a:solidFill>
                <a:latin typeface="Arial"/>
                <a:cs typeface="Arial"/>
              </a:rPr>
              <a:t>exception</a:t>
            </a:r>
            <a:r>
              <a:rPr lang="en-US" sz="2000" b="1" i="1" dirty="0">
                <a:latin typeface="Arial"/>
                <a:cs typeface="Arial"/>
              </a:rPr>
              <a:t> -&gt; </a:t>
            </a:r>
            <a:r>
              <a:rPr lang="en-US" sz="2000" b="1" i="1" dirty="0">
                <a:solidFill>
                  <a:srgbClr val="7030A0"/>
                </a:solidFill>
                <a:latin typeface="Arial"/>
                <a:cs typeface="Arial"/>
              </a:rPr>
              <a:t>return-type</a:t>
            </a:r>
            <a:r>
              <a:rPr lang="en-US" sz="2000" b="1" i="1" dirty="0">
                <a:latin typeface="Arial"/>
                <a:cs typeface="Arial"/>
              </a:rPr>
              <a:t> {body}</a:t>
            </a:r>
          </a:p>
          <a:p>
            <a:endParaRPr lang="en-US" sz="2000" b="1" i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2593095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Google Shape;872;p81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35919151-B4C0-4937-A686-EB084E54DD49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69</a:t>
            </a:fld>
            <a:endParaRPr lang="en-US" sz="1800"/>
          </a:p>
        </p:txBody>
      </p:sp>
      <p:sp>
        <p:nvSpPr>
          <p:cNvPr id="64517" name="Google Shape;875;p81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64518" name="Google Shape;876;p81"/>
          <p:cNvSpPr txBox="1">
            <a:spLocks noChangeArrowheads="1"/>
          </p:cNvSpPr>
          <p:nvPr/>
        </p:nvSpPr>
        <p:spPr bwMode="auto">
          <a:xfrm>
            <a:off x="274638" y="1271587"/>
            <a:ext cx="9658350" cy="619283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 anchor="t"/>
          <a:lstStyle/>
          <a:p>
            <a:pPr>
              <a:buNone/>
            </a:pPr>
            <a:r>
              <a:rPr lang="en-US" sz="2000" b="1" dirty="0">
                <a:solidFill>
                  <a:srgbClr val="0000FF"/>
                </a:solidFill>
                <a:latin typeface="Arial"/>
                <a:cs typeface="Arial"/>
              </a:rPr>
              <a:t>C++11</a:t>
            </a:r>
            <a:endParaRPr lang="ro-RO" dirty="0"/>
          </a:p>
          <a:p>
            <a:r>
              <a:rPr lang="en-US" sz="2000" b="1" dirty="0" err="1" smtClean="0">
                <a:latin typeface="Arial"/>
                <a:cs typeface="Arial"/>
              </a:rPr>
              <a:t>Expresii</a:t>
            </a:r>
            <a:r>
              <a:rPr lang="en-US" sz="2000" b="1" dirty="0" smtClean="0">
                <a:latin typeface="Arial"/>
                <a:cs typeface="Arial"/>
              </a:rPr>
              <a:t> Lambda</a:t>
            </a:r>
          </a:p>
          <a:p>
            <a:endParaRPr lang="en-US" sz="2000" dirty="0"/>
          </a:p>
          <a:p>
            <a:r>
              <a:rPr lang="en-US" sz="2000" b="1" dirty="0" err="1">
                <a:latin typeface="Arial"/>
                <a:cs typeface="Arial"/>
              </a:rPr>
              <a:t>Sintaxa</a:t>
            </a:r>
            <a:r>
              <a:rPr lang="en-US" sz="2000" b="1" dirty="0">
                <a:latin typeface="Arial"/>
                <a:cs typeface="Arial"/>
              </a:rPr>
              <a:t>: </a:t>
            </a:r>
            <a:r>
              <a:rPr lang="en-US" sz="2000" b="1" i="1" dirty="0">
                <a:solidFill>
                  <a:srgbClr val="FF0000"/>
                </a:solidFill>
                <a:latin typeface="Arial"/>
                <a:cs typeface="Arial"/>
              </a:rPr>
              <a:t>[capture]</a:t>
            </a:r>
            <a:r>
              <a:rPr lang="en-US" sz="2000" b="1" i="1" dirty="0">
                <a:solidFill>
                  <a:srgbClr val="0070C0"/>
                </a:solidFill>
                <a:latin typeface="Arial"/>
                <a:cs typeface="Arial"/>
              </a:rPr>
              <a:t>(parameters)</a:t>
            </a:r>
            <a:r>
              <a:rPr lang="en-US" sz="2000" b="1" i="1" dirty="0">
                <a:latin typeface="Arial"/>
                <a:cs typeface="Arial"/>
              </a:rPr>
              <a:t> </a:t>
            </a:r>
            <a:r>
              <a:rPr lang="en-US" sz="2000" b="1" i="1" dirty="0">
                <a:solidFill>
                  <a:srgbClr val="00B050"/>
                </a:solidFill>
                <a:latin typeface="Arial"/>
                <a:cs typeface="Arial"/>
              </a:rPr>
              <a:t>mutable</a:t>
            </a:r>
            <a:r>
              <a:rPr lang="en-US" sz="2000" b="1" i="1" dirty="0">
                <a:latin typeface="Arial"/>
                <a:cs typeface="Arial"/>
              </a:rPr>
              <a:t> </a:t>
            </a:r>
            <a:r>
              <a:rPr lang="en-US" sz="2000" b="1" i="1" dirty="0">
                <a:solidFill>
                  <a:srgbClr val="0070C0"/>
                </a:solidFill>
                <a:latin typeface="Arial"/>
                <a:cs typeface="Arial"/>
              </a:rPr>
              <a:t>exception</a:t>
            </a:r>
            <a:r>
              <a:rPr lang="en-US" sz="2000" b="1" i="1" dirty="0">
                <a:latin typeface="Arial"/>
                <a:cs typeface="Arial"/>
              </a:rPr>
              <a:t> -&gt; </a:t>
            </a:r>
            <a:r>
              <a:rPr lang="en-US" sz="2000" b="1" i="1" dirty="0">
                <a:solidFill>
                  <a:srgbClr val="7030A0"/>
                </a:solidFill>
                <a:latin typeface="Arial"/>
                <a:cs typeface="Arial"/>
              </a:rPr>
              <a:t>return-type</a:t>
            </a:r>
            <a:r>
              <a:rPr lang="en-US" sz="2000" b="1" i="1" dirty="0">
                <a:latin typeface="Arial"/>
                <a:cs typeface="Arial"/>
              </a:rPr>
              <a:t> {body}</a:t>
            </a:r>
          </a:p>
          <a:p>
            <a:endParaRPr lang="en-US" sz="2000" b="1" i="1" dirty="0">
              <a:latin typeface="Arial"/>
              <a:cs typeface="Arial"/>
            </a:endParaRPr>
          </a:p>
          <a:p>
            <a:r>
              <a:rPr lang="en-US" sz="2000" b="1" i="1" dirty="0">
                <a:latin typeface="Arial"/>
                <a:cs typeface="Arial"/>
              </a:rPr>
              <a:t>capture</a:t>
            </a:r>
            <a:r>
              <a:rPr lang="en-US" sz="2000" dirty="0">
                <a:latin typeface="Arial"/>
                <a:cs typeface="Arial"/>
              </a:rPr>
              <a:t> - </a:t>
            </a:r>
            <a:r>
              <a:rPr lang="en-US" sz="2000" dirty="0" err="1">
                <a:latin typeface="Arial"/>
                <a:cs typeface="Arial"/>
              </a:rPr>
              <a:t>partea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introductiva</a:t>
            </a:r>
            <a:r>
              <a:rPr lang="en-US" sz="2000" dirty="0">
                <a:latin typeface="Arial"/>
                <a:cs typeface="Arial"/>
              </a:rPr>
              <a:t>, care </a:t>
            </a:r>
            <a:r>
              <a:rPr lang="en-US" sz="2000" dirty="0" err="1">
                <a:latin typeface="Arial"/>
                <a:cs typeface="Arial"/>
              </a:rPr>
              <a:t>spune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compilatorului</a:t>
            </a:r>
            <a:r>
              <a:rPr lang="en-US" sz="2000" dirty="0">
                <a:latin typeface="Arial"/>
                <a:cs typeface="Arial"/>
              </a:rPr>
              <a:t> ca </a:t>
            </a:r>
            <a:r>
              <a:rPr lang="en-US" sz="2000" dirty="0" err="1">
                <a:latin typeface="Arial"/>
                <a:cs typeface="Arial"/>
              </a:rPr>
              <a:t>urmeaza</a:t>
            </a:r>
            <a:r>
              <a:rPr lang="en-US" sz="2000" dirty="0">
                <a:latin typeface="Arial"/>
                <a:cs typeface="Arial"/>
              </a:rPr>
              <a:t> o </a:t>
            </a:r>
            <a:r>
              <a:rPr lang="en-US" sz="2000" dirty="0" err="1">
                <a:latin typeface="Arial"/>
                <a:cs typeface="Arial"/>
              </a:rPr>
              <a:t>expresie</a:t>
            </a:r>
            <a:r>
              <a:rPr lang="en-US" sz="2000" dirty="0">
                <a:latin typeface="Arial"/>
                <a:cs typeface="Arial"/>
              </a:rPr>
              <a:t> lambda; </a:t>
            </a:r>
            <a:r>
              <a:rPr lang="en-US" sz="2000" dirty="0" err="1">
                <a:latin typeface="Arial"/>
                <a:cs typeface="Arial"/>
              </a:rPr>
              <a:t>aici</a:t>
            </a:r>
            <a:r>
              <a:rPr lang="en-US" sz="2000" dirty="0">
                <a:latin typeface="Arial"/>
                <a:cs typeface="Arial"/>
              </a:rPr>
              <a:t> se </a:t>
            </a:r>
            <a:r>
              <a:rPr lang="en-US" sz="2000" dirty="0" err="1">
                <a:latin typeface="Arial"/>
                <a:cs typeface="Arial"/>
              </a:rPr>
              <a:t>specifica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si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ce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variabile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si</a:t>
            </a:r>
            <a:r>
              <a:rPr lang="en-US" sz="2000" dirty="0">
                <a:latin typeface="Arial"/>
                <a:cs typeface="Arial"/>
              </a:rPr>
              <a:t> in </a:t>
            </a:r>
            <a:r>
              <a:rPr lang="en-US" sz="2000" dirty="0" err="1">
                <a:latin typeface="Arial"/>
                <a:cs typeface="Arial"/>
              </a:rPr>
              <a:t>ce</a:t>
            </a:r>
            <a:r>
              <a:rPr lang="en-US" sz="2000" dirty="0">
                <a:latin typeface="Arial"/>
                <a:cs typeface="Arial"/>
              </a:rPr>
              <a:t> mod (</a:t>
            </a:r>
            <a:r>
              <a:rPr lang="en-US" sz="2000" dirty="0" err="1">
                <a:latin typeface="Arial"/>
                <a:cs typeface="Arial"/>
              </a:rPr>
              <a:t>valoare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sau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referinta</a:t>
            </a:r>
            <a:r>
              <a:rPr lang="en-US" sz="2000" dirty="0">
                <a:latin typeface="Arial"/>
                <a:cs typeface="Arial"/>
              </a:rPr>
              <a:t>) se </a:t>
            </a:r>
            <a:r>
              <a:rPr lang="en-US" sz="2000" dirty="0" err="1">
                <a:latin typeface="Arial"/>
                <a:cs typeface="Arial"/>
              </a:rPr>
              <a:t>copiaza</a:t>
            </a:r>
            <a:r>
              <a:rPr lang="en-US" sz="2000" dirty="0">
                <a:latin typeface="Arial"/>
                <a:cs typeface="Arial"/>
              </a:rPr>
              <a:t> din </a:t>
            </a:r>
            <a:r>
              <a:rPr lang="en-US" sz="2000" dirty="0" err="1">
                <a:latin typeface="Arial"/>
                <a:cs typeface="Arial"/>
              </a:rPr>
              <a:t>blocul</a:t>
            </a:r>
            <a:r>
              <a:rPr lang="en-US" sz="2000" dirty="0">
                <a:latin typeface="Arial"/>
                <a:cs typeface="Arial"/>
              </a:rPr>
              <a:t> in care </a:t>
            </a:r>
            <a:r>
              <a:rPr lang="en-US" sz="2000" dirty="0" err="1">
                <a:latin typeface="Arial"/>
                <a:cs typeface="Arial"/>
              </a:rPr>
              <a:t>expresia</a:t>
            </a:r>
            <a:r>
              <a:rPr lang="en-US" sz="2000" dirty="0">
                <a:latin typeface="Arial"/>
                <a:cs typeface="Arial"/>
              </a:rPr>
              <a:t> lambda </a:t>
            </a:r>
            <a:r>
              <a:rPr lang="en-US" sz="2000" dirty="0" err="1">
                <a:latin typeface="Arial"/>
                <a:cs typeface="Arial"/>
              </a:rPr>
              <a:t>este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definita</a:t>
            </a:r>
            <a:r>
              <a:rPr lang="en-US" sz="2000" dirty="0">
                <a:latin typeface="Arial"/>
                <a:cs typeface="Arial"/>
              </a:rPr>
              <a:t>;</a:t>
            </a:r>
          </a:p>
          <a:p>
            <a:endParaRPr lang="en-US" sz="2000" b="1" i="1" dirty="0">
              <a:latin typeface="Arial"/>
              <a:cs typeface="Arial"/>
            </a:endParaRPr>
          </a:p>
          <a:p>
            <a:r>
              <a:rPr lang="en-US" sz="2000" b="1" i="1" dirty="0">
                <a:latin typeface="Arial"/>
                <a:cs typeface="Arial"/>
              </a:rPr>
              <a:t>parameters</a:t>
            </a:r>
            <a:r>
              <a:rPr lang="en-US" sz="2000" dirty="0">
                <a:latin typeface="Arial"/>
                <a:cs typeface="Arial"/>
              </a:rPr>
              <a:t> - </a:t>
            </a:r>
            <a:r>
              <a:rPr lang="en-US" sz="2000" dirty="0" err="1">
                <a:latin typeface="Arial"/>
                <a:cs typeface="Arial"/>
              </a:rPr>
              <a:t>parametrii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expresiei</a:t>
            </a:r>
            <a:r>
              <a:rPr lang="en-US" sz="2000" dirty="0">
                <a:latin typeface="Arial"/>
                <a:cs typeface="Arial"/>
              </a:rPr>
              <a:t> lambda;</a:t>
            </a:r>
            <a:endParaRPr lang="en-US" dirty="0"/>
          </a:p>
          <a:p>
            <a:endParaRPr lang="en-US" sz="2000" b="1" i="1" dirty="0">
              <a:latin typeface="Arial"/>
              <a:cs typeface="Arial"/>
            </a:endParaRPr>
          </a:p>
          <a:p>
            <a:r>
              <a:rPr lang="en-US" sz="2000" b="1" i="1" dirty="0">
                <a:latin typeface="Arial"/>
                <a:cs typeface="Arial"/>
              </a:rPr>
              <a:t>mutable (optional)</a:t>
            </a:r>
            <a:r>
              <a:rPr lang="en-US" sz="2000" dirty="0">
                <a:latin typeface="Arial"/>
                <a:cs typeface="Arial"/>
              </a:rPr>
              <a:t> – </a:t>
            </a:r>
            <a:r>
              <a:rPr lang="en-US" sz="2000" dirty="0" err="1">
                <a:latin typeface="Arial"/>
                <a:cs typeface="Arial"/>
              </a:rPr>
              <a:t>permite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modificarea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parametrilor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transmisi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prin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valoare</a:t>
            </a:r>
            <a:endParaRPr lang="en-US" sz="2000" dirty="0" smtClean="0">
              <a:latin typeface="Arial"/>
              <a:cs typeface="Arial"/>
            </a:endParaRPr>
          </a:p>
          <a:p>
            <a:endParaRPr lang="en-US" sz="2000" dirty="0">
              <a:latin typeface="Arial"/>
              <a:cs typeface="Arial"/>
            </a:endParaRPr>
          </a:p>
          <a:p>
            <a:r>
              <a:rPr lang="en-US" sz="2000" b="1" i="1" dirty="0">
                <a:latin typeface="Arial"/>
                <a:cs typeface="Arial"/>
              </a:rPr>
              <a:t>exception (optional)</a:t>
            </a:r>
            <a:r>
              <a:rPr lang="en-US" sz="2000" dirty="0">
                <a:latin typeface="Arial"/>
                <a:cs typeface="Arial"/>
              </a:rPr>
              <a:t> – a se </a:t>
            </a:r>
            <a:r>
              <a:rPr lang="en-US" sz="2000" dirty="0" err="1">
                <a:latin typeface="Arial"/>
                <a:cs typeface="Arial"/>
              </a:rPr>
              <a:t>utiliza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b="1" dirty="0" err="1">
                <a:latin typeface="Arial"/>
                <a:cs typeface="Arial"/>
              </a:rPr>
              <a:t>noexcept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daca</a:t>
            </a:r>
            <a:r>
              <a:rPr lang="en-US" sz="2000" dirty="0">
                <a:latin typeface="Arial"/>
                <a:cs typeface="Arial"/>
              </a:rPr>
              <a:t> nu se </a:t>
            </a:r>
            <a:r>
              <a:rPr lang="en-US" sz="2000" dirty="0" err="1">
                <a:latin typeface="Arial"/>
                <a:cs typeface="Arial"/>
              </a:rPr>
              <a:t>arunca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nicio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expresie</a:t>
            </a:r>
            <a:endParaRPr lang="en-US" sz="2000" dirty="0" smtClean="0">
              <a:latin typeface="Arial"/>
              <a:cs typeface="Arial"/>
            </a:endParaRPr>
          </a:p>
          <a:p>
            <a:endParaRPr lang="en-US" sz="2000" dirty="0">
              <a:latin typeface="Arial"/>
              <a:cs typeface="Arial"/>
            </a:endParaRPr>
          </a:p>
          <a:p>
            <a:r>
              <a:rPr lang="en-US" sz="2000" b="1" i="1" dirty="0">
                <a:latin typeface="Arial"/>
                <a:cs typeface="Arial"/>
              </a:rPr>
              <a:t>return – type (optional) - </a:t>
            </a:r>
            <a:r>
              <a:rPr lang="en-US" sz="2000" dirty="0" err="1">
                <a:latin typeface="Arial"/>
                <a:cs typeface="Arial"/>
              </a:rPr>
              <a:t>tipul</a:t>
            </a:r>
            <a:r>
              <a:rPr lang="en-US" sz="2000" dirty="0">
                <a:latin typeface="Arial"/>
                <a:cs typeface="Arial"/>
              </a:rPr>
              <a:t> la care se </a:t>
            </a:r>
            <a:r>
              <a:rPr lang="en-US" sz="2000" dirty="0" err="1">
                <a:latin typeface="Arial"/>
                <a:cs typeface="Arial"/>
              </a:rPr>
              <a:t>evalueaza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expresia</a:t>
            </a:r>
            <a:r>
              <a:rPr lang="en-US" sz="2000" dirty="0">
                <a:latin typeface="Arial"/>
                <a:cs typeface="Arial"/>
              </a:rPr>
              <a:t> lambda; </a:t>
            </a:r>
            <a:r>
              <a:rPr lang="en-US" sz="2000" dirty="0" err="1" smtClean="0">
                <a:latin typeface="Arial"/>
                <a:cs typeface="Arial"/>
              </a:rPr>
              <a:t>compilatorul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deduce implicit care </a:t>
            </a:r>
            <a:r>
              <a:rPr lang="en-US" sz="2000" dirty="0" err="1">
                <a:latin typeface="Arial"/>
                <a:cs typeface="Arial"/>
              </a:rPr>
              <a:t>este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tipul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expresiei</a:t>
            </a:r>
            <a:r>
              <a:rPr lang="en-US" sz="2000" dirty="0">
                <a:latin typeface="Arial"/>
                <a:cs typeface="Arial"/>
              </a:rPr>
              <a:t>.</a:t>
            </a:r>
          </a:p>
          <a:p>
            <a:endParaRPr lang="en-US" sz="2000" dirty="0"/>
          </a:p>
          <a:p>
            <a:r>
              <a:rPr lang="en-US" sz="2000" b="1" i="1" dirty="0">
                <a:latin typeface="Arial"/>
                <a:cs typeface="Arial"/>
              </a:rPr>
              <a:t>body – </a:t>
            </a:r>
            <a:r>
              <a:rPr lang="en-US" sz="2000" dirty="0" err="1">
                <a:latin typeface="Arial"/>
                <a:cs typeface="Arial"/>
              </a:rPr>
              <a:t>corpul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expresiei</a:t>
            </a:r>
            <a:endParaRPr lang="en-US" sz="2000" b="1" i="1" dirty="0"/>
          </a:p>
        </p:txBody>
      </p:sp>
    </p:spTree>
    <p:extLst>
      <p:ext uri="{BB962C8B-B14F-4D97-AF65-F5344CB8AC3E}">
        <p14:creationId xmlns:p14="http://schemas.microsoft.com/office/powerpoint/2010/main" val="247877977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Google Shape;872;p81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35919151-B4C0-4937-A686-EB084E54DD49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70</a:t>
            </a:fld>
            <a:endParaRPr lang="en-US" sz="1800"/>
          </a:p>
        </p:txBody>
      </p:sp>
      <p:sp>
        <p:nvSpPr>
          <p:cNvPr id="64517" name="Google Shape;875;p81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64518" name="Google Shape;876;p81"/>
          <p:cNvSpPr txBox="1">
            <a:spLocks noChangeArrowheads="1"/>
          </p:cNvSpPr>
          <p:nvPr/>
        </p:nvSpPr>
        <p:spPr bwMode="auto">
          <a:xfrm>
            <a:off x="274638" y="1271588"/>
            <a:ext cx="9658350" cy="2662139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 anchor="t"/>
          <a:lstStyle/>
          <a:p>
            <a:pPr>
              <a:buNone/>
            </a:pPr>
            <a:r>
              <a:rPr lang="en-US" sz="2000" b="1" dirty="0">
                <a:solidFill>
                  <a:srgbClr val="0000FF"/>
                </a:solidFill>
                <a:latin typeface="Arial"/>
                <a:cs typeface="Arial"/>
              </a:rPr>
              <a:t>C++11</a:t>
            </a:r>
            <a:endParaRPr lang="ro-RO" dirty="0"/>
          </a:p>
          <a:p>
            <a:r>
              <a:rPr lang="en-US" sz="2000" b="1" dirty="0" err="1" smtClean="0">
                <a:latin typeface="Arial"/>
                <a:cs typeface="Arial"/>
              </a:rPr>
              <a:t>Expresii</a:t>
            </a:r>
            <a:r>
              <a:rPr lang="en-US" sz="2000" b="1" dirty="0" smtClean="0">
                <a:latin typeface="Arial"/>
                <a:cs typeface="Arial"/>
              </a:rPr>
              <a:t> Lambda</a:t>
            </a:r>
            <a:endParaRPr lang="en-US" sz="2000" b="1" dirty="0">
              <a:latin typeface="Arial"/>
              <a:cs typeface="Arial"/>
            </a:endParaRPr>
          </a:p>
          <a:p>
            <a:pPr>
              <a:buClr>
                <a:srgbClr val="000000"/>
              </a:buClr>
              <a:buSzPts val="1100"/>
            </a:pPr>
            <a:endParaRPr lang="en-US" sz="2000" dirty="0">
              <a:latin typeface="Arial"/>
              <a:cs typeface="Arial"/>
            </a:endParaRPr>
          </a:p>
          <a:p>
            <a:pPr>
              <a:buClr>
                <a:srgbClr val="000000"/>
              </a:buClr>
              <a:buSzPts val="1100"/>
            </a:pPr>
            <a:r>
              <a:rPr lang="en-US" sz="2000" dirty="0" err="1">
                <a:latin typeface="Arial"/>
                <a:cs typeface="Arial"/>
              </a:rPr>
              <a:t>Blocul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b="1" i="1" dirty="0">
                <a:latin typeface="Arial"/>
                <a:cs typeface="Arial"/>
              </a:rPr>
              <a:t>capture</a:t>
            </a:r>
            <a:r>
              <a:rPr lang="en-US" sz="2000" dirty="0">
                <a:latin typeface="Arial"/>
                <a:cs typeface="Arial"/>
              </a:rPr>
              <a:t> </a:t>
            </a:r>
            <a:r>
              <a:rPr lang="en-US" sz="2000" b="1" dirty="0">
                <a:latin typeface="Arial"/>
                <a:cs typeface="Arial"/>
              </a:rPr>
              <a:t>[ ]</a:t>
            </a:r>
          </a:p>
          <a:p>
            <a:pPr>
              <a:buClr>
                <a:srgbClr val="000000"/>
              </a:buClr>
              <a:buSzPts val="1100"/>
            </a:pPr>
            <a:endParaRPr lang="en-US" sz="2000" dirty="0">
              <a:latin typeface="Arial"/>
              <a:cs typeface="Arial"/>
            </a:endParaRPr>
          </a:p>
          <a:p>
            <a:pPr marL="342900" indent="-342900">
              <a:buClr>
                <a:srgbClr val="000000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2000" dirty="0" err="1">
                <a:latin typeface="Arial"/>
                <a:cs typeface="Arial"/>
              </a:rPr>
              <a:t>Expresiile</a:t>
            </a:r>
            <a:r>
              <a:rPr lang="en-US" sz="2000" dirty="0">
                <a:latin typeface="Arial"/>
                <a:cs typeface="Arial"/>
              </a:rPr>
              <a:t> lambda pot “</a:t>
            </a:r>
            <a:r>
              <a:rPr lang="en-US" sz="2000" dirty="0" err="1">
                <a:latin typeface="Arial"/>
                <a:cs typeface="Arial"/>
              </a:rPr>
              <a:t>captura</a:t>
            </a:r>
            <a:r>
              <a:rPr lang="en-US" sz="2000" dirty="0">
                <a:latin typeface="Arial"/>
                <a:cs typeface="Arial"/>
              </a:rPr>
              <a:t>” </a:t>
            </a:r>
            <a:r>
              <a:rPr lang="en-US" sz="2000" dirty="0" err="1">
                <a:latin typeface="Arial"/>
                <a:cs typeface="Arial"/>
              </a:rPr>
              <a:t>variabilele</a:t>
            </a:r>
            <a:r>
              <a:rPr lang="en-US" sz="2000" dirty="0">
                <a:latin typeface="Arial"/>
                <a:cs typeface="Arial"/>
              </a:rPr>
              <a:t> din program </a:t>
            </a:r>
            <a:r>
              <a:rPr lang="en-US" sz="2000" dirty="0" err="1">
                <a:latin typeface="Arial"/>
                <a:cs typeface="Arial"/>
              </a:rPr>
              <a:t>sau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poate</a:t>
            </a:r>
            <a:r>
              <a:rPr lang="en-US" sz="2000" dirty="0">
                <a:latin typeface="Arial"/>
                <a:cs typeface="Arial"/>
              </a:rPr>
              <a:t> introduce </a:t>
            </a:r>
            <a:r>
              <a:rPr lang="en-US" sz="2000" dirty="0" err="1">
                <a:latin typeface="Arial"/>
                <a:cs typeface="Arial"/>
              </a:rPr>
              <a:t>variabile</a:t>
            </a:r>
            <a:r>
              <a:rPr lang="en-US" sz="2000" dirty="0">
                <a:latin typeface="Arial"/>
                <a:cs typeface="Arial"/>
              </a:rPr>
              <a:t> locale (</a:t>
            </a:r>
            <a:r>
              <a:rPr lang="en-US" sz="2000" dirty="0" err="1">
                <a:latin typeface="Arial"/>
                <a:cs typeface="Arial"/>
              </a:rPr>
              <a:t>incepand</a:t>
            </a:r>
            <a:r>
              <a:rPr lang="en-US" sz="2000" dirty="0">
                <a:latin typeface="Arial"/>
                <a:cs typeface="Arial"/>
              </a:rPr>
              <a:t> cu C++14</a:t>
            </a:r>
            <a:r>
              <a:rPr lang="en-US" sz="2000" dirty="0" smtClean="0">
                <a:latin typeface="Arial"/>
                <a:cs typeface="Arial"/>
              </a:rPr>
              <a:t>).</a:t>
            </a:r>
            <a:endParaRPr lang="en-US" sz="2000" dirty="0"/>
          </a:p>
          <a:p>
            <a:pPr marL="342900" indent="-342900">
              <a:buClr>
                <a:srgbClr val="000000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2000" dirty="0" err="1" smtClean="0">
                <a:latin typeface="Arial"/>
                <a:cs typeface="Arial"/>
              </a:rPr>
              <a:t>Clauze</a:t>
            </a:r>
            <a:r>
              <a:rPr lang="en-US" sz="2000" dirty="0" smtClean="0">
                <a:latin typeface="Arial"/>
                <a:cs typeface="Arial"/>
              </a:rPr>
              <a:t> de </a:t>
            </a:r>
            <a:r>
              <a:rPr lang="en-US" sz="2000" dirty="0" err="1" smtClean="0">
                <a:latin typeface="Arial"/>
                <a:cs typeface="Arial"/>
              </a:rPr>
              <a:t>captura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2" name="AutoShape 2" descr="data:image/jpg;base64,%20/9j/4AAQSkZJRgABAQEAYABgAAD/2wBDAAUDBAQEAwUEBAQFBQUGBwwIBwcHBw8LCwkMEQ8SEhEPERETFhwXExQaFRERGCEYGh0dHx8fExciJCIeJBweHx7/2wBDAQUFBQcGBw4ICA4eFBEUHh4eHh4eHh4eHh4eHh4eHh4eHh4eHh4eHh4eHh4eHh4eHh4eHh4eHh4eHh4eHh4eHh7/wAARCADxA7w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6zooqA3tmt6ti15bi7Zd6wGQeYV9QvXHvVEk9FFFABRSng4NJQAUUUUAFFFFABRRSjk8UAJRSsrL95SPqKSgAooooAKKKKACiiigAooooAKKKKACiiigAooooAKKKKACiiigAooooAKKKKACiiigAooooAKKKKACiiigAooqO4ngt1VriaOFWYKpkYKCx6AZ70gJKKKjtbi3uoFntZ4p4mztkjcMpwcHBHvTGSUUDk05kdRlkYD3FAhtFFA5NABRWfZa5ol9ePZWWs6ddXSZ3wQ3KPIuOuVByKspe2cl7JYx3lu93GoaSBZAZEB6Er1AoGT0UUUCCiiigAooooAKKKKACioLy9srPy/tl5b23mtsj86QJvb0Gep9qnoAKKKUgjqKAEooooAKKKKACiiigAooooAKKKKACiioIbyzmupbWG8t5LiLHmxJIC6Z6bh1FAE9FFRy3EELxpNPFG8hxGruAXPoPWgCSikkZY0aSRlRFBLMxwAB1JqpperaTqiu2l6pY34jOHNtcLKFPvtJxQMuUUUUCCiiigAooooAKKKKACiiigAooooAKKKKACiiigAooooAKKKKACiiigAooooAKKKKACiiigAooooAKKKKACiiigAooooAKKKKACvPLa3ux8ZYbnWtJ0Y3ZsmWzvbSabzVi+b5XVvl9enrXodeeXOn/ABIm8a22u/2P4XEMEZgCf2lLuZCT83+r64PSpV+eL9fxTG/gfy/NGl4g8R+JF8Ynwx4d0mxuJ2svtIubuRlijO/bh9vzYPsOuKpDxD4m174f3l7plrpVtqlvNPbXiXEkgiXyyVZoyvPJHGa3rXR71PH7eIZGhFs2nC2KKxLCTeGPbpx1qv4S8OXWm6Hq2nX0kRN9e3MyNExOEkclc++CM0pRvSa62f33f6Dg0pX8191tfxMv4STeNJvDejyaz/Yb6Y1ipSSGWZrpjj5S+75fXNd5XIeArHxho1va6Hqlpoz6TZQ+TDeQXTm4kC/dLRlQoz35rr62qSUpNrZmcIuMUmc34y1TXrGSGLRW8PQFlLPLrN00Ubf7KbTkt354xUvgHxCfE3hyPU3hjhmEskMqxtuTejFSVPdSRke1c14z8H6xqXjX+2bfSdA12zktFg8jWJDttW3ZLxptYE4+melbXws8N3vhXwr/AGTfNaGX7TNKBajEYV3LAAYGMA9Kzhs7/wBamk1tb+tP8zqmIVSx6AZNcgPiZ4LM3k/2leb923H9l3PX6+XXXsMqV5GRjiuQHw90jzvN/tvxdndux/b9xt/LPShfFrsLTlfc65GDorryrAEcdjXGfFjUpbWw0vS0vhp8eq3Zgnut20xxqpdgD6kKV9eeOa7NF2oqgkhQBknJrmPiR4W/4SrRoIYmtxeWVwtza/aIw8ZcdmB7EcZ7daUuna6/r/gddhw/R/fbT8TjPAV/Y6f8RxpvhhdWbw1fWzYlvZZJFe4Qgfu/NJkAA3A5wCa9AivvELeM5tPk0eJdBW2V49Q8z52l7ptz0HriszQNH8RXfiOLxD4qj060ntLVra2tLCZpYgrEEuWYA54wBjvVLSfEmsat8VLrT9KuYL3w1a2xS6Kw4MFyP4SxGTnnjpxVq94xer1/Xf8ATtoiXtKW236bfr82d3RRRSAKKKKACiiigAooooAKKKKACiiigAooooAKKKKACiiigAooooAKKKKACiiigAooooAKKKKACiiigArjtVK6/wDEG10nar2ejIt3c5zzO3MXseN+RXXTu0cEkiRtI6oWVF6sQOAK574fabd2mlz6hqULQ6jqU7XM6P8AejBOVjP+7kikvi9Pz6f5/Ib+H10/r8vmJ8R9Rms/DjWdkSL7U5FsrYr1jaT5fM+i9TWzomnW+k6Ra6dbRrHHBGFwo4z1Y/icmsN9PvtS+IqX93ayR6dpdtizduBLLJkOffAC4rqKcfh9f6X6v5hLe3b8+v6Iw/H7vH4K1Z45HjcWzYZGII+hHSvN5tDh8KfDzSfHGhXepR6jDbQTXSzX0k6XKuFDKVkYhckg5HPFeo+K9Pn1Xw3f6datGs9xCUQyHC5Pqa4e18KeMtZ0bS/DfiiPRrHRLGOMTfYLp5pLvywAEYMq7FPXIJ6UofHfzj9ybv8A8N1B7K+2v6W/4foaPiHxdrH9uT6Z4ePhuL7HGrXEmsXhi3s38MYU5yMHOeORVfX/ABxeXXwvl1/R/D+oXjXFlMZGt5YwLNlU/MxLDI7/AC5NQeI/Al3/AMJPd6vpnhvwr4gjvgpli1ldjQMM8o4RiwOehxjFdJPol1cfDm80GPTtL0q8ubCWAW9m3+jROykDacA7efSs5Juk+/8AX4f8DXvcGlUj2v8A1/XqYXwd8uTQ7Zl8Cy6LKLUOuoTrAftLMcnDIS/U5+ak8JQXMXxa1iXV9J0eHVJ7IObyxmmYyRBlCqyvwDjHQdq6/wAN2N1pXhey09/Kkura2EfDHYzgevpmuQsdP+IyeOn8QXGkeGFglg+zOialKWVNwO4fu+Tx0robXttNtf1/Wxgk1S+79C5qnibxTN4x1Tw34e0fTpGsYIZ/td7I4hAZSSjBfm3emBjg5qFvHty3g7TL+OytIdYv5fIEFxOEghkH3mZic7FyDxzW5puh3lt4313W3eE22oW8EcKhjvBRCDuHbk1y198PL248MWNvJHpV3f2F29xHb3aeZbTq2Mo+QcZx94AkVi76LyV/vV/wubytd2/r3f8A5I2vBXiq91HWrzQNabR31GCFbhJNJnMtu8THaOWOQ2QePTFdhXJeAdEvNLmuZL3wj4V0FnUBX0ZyzSc9Gyi8V1taPoZrqcr4y1jxBp9yE0dvDVvGkZd21i6aIzd/3QU/gc96y7jx9fHwnoOr6foy3V1ql1HavbCQfI7ddpzggfWqXivwTrN94wv9Uj0fw5r1reRJHF/bDktY4XB8tNjDk89uataP4I1ax8OeGtMeeyaTStRS5nZPkVkH90AcH26VFPW3N3X56/h/wB1dPh7fp/mavhPX9euPEuoeHfEtnp0F9bW8d1HJYO7RPG5YAfPzuG057V1lc9b6LeR/ES98Qs8P2SfT4bZFDHeHRnJJHp8wroarogas3b+tF+tzzz4q291NquiPqGk6NqGjx3yGIyTTJcxS4PzAL8pHXrW9498R6hoD6XHpumDUZ9QvFthGW2kZBO7qPSsn4h6b461i7gg0bTvD72NrOs8Ut1fSJK5A5BUIQBn3rS1bSNb1mTw7eXkdhbXNhfLc3cUUzOm0BhhGIBJ57gVNO9rPbm/Bpf8AB/qwqm912/HX/Nf1craBr/im61LWfD+pWWjQ63ZW8c9u8DyG1kEm7buJ+cY284rn/hvcfEWa+1gSf8I1LbJq7LdeZNcF0+VNwi4xjHTPfNdjY6JdwfEDVNfd4TaXdlBBGoY7wybs5Hp8wrL03SvF+g+Ib8aTa6Ne6PqF99qlkubp4p4chVYKqqQ2AuRkjrVx+JPuvxuv8hzXRd1+Wv3NkPiPxjqy6/faX4ePh5BpqgXT6tdmIu5AYJGFOScEcnj3oufHc93oGizaFaWsuqavcm0ijuXPkRyKDvLMvJUFSBjJ6VQ8SeA7v/hKdQ1rTfDnhbxCmolZJY9aG1oHChfkYIxKkAcccms74jaRNcQeF9Bh0zS7G8SRrhbO2vHtLaJgCCyTou5Tz0A5zWafuq/df8EbXvO21v0/zNzwr4u8SSax4is/FNnotrDocatK9i8rF9wJUjfxjj61UsfiBrCXOnXurReHU0nUJ1gjgtb3zL6BnOE8xc7evXbmqvgS2Vm1zwDqWnW1vNcW/nS3VrqMl8XD8/vJZADn0HPep/DHgrVNJvrKG48EeBJ4LZwDqaDy7pgD/rNgjwG9t341pH4lfay+e/MTLZ+r/JWNLUfFnii48Xap4Z8O6JYzTWcSyrd3bssGD/C235tx7YHpmuj8G6vNrnh6DUbm0a0uGZ45YSCNroxU4zzjI49qh0bR7qz8WazqsrxG3vdvlBSdwxjqO3St8knrzUQ+HXf/AIL/AOAOW5T1ma8t9JurjT4Y57qOMvHHISFYjsce2a5p/GE8/hbQdU02zimu9WniiEEhIEe77xOOfl4/OuwOCCDyDwa4vw14RvdN8UzXd1LDJpsEs8unKrncpmI3Ky4wAu0bT7npTj8Wu3+X+YP4b/1r/l/mSeNNe8R6XM50s+GYooYjI8eqXjRyzYGf3YU9D0Gaq674+ms/DWgazpukm+Oqz+R5Ct8yt0yOcYDfpWN4k8Ba5e+JNZu00jwzrMGpN+6u9WYvPYqRjbGhQggdQMjJNbOneD9UtfD/AIV09prQy6PcPJcMpIVlOcbRj36UopuKv3j91/eCektO0vvsrfiX/DmteJ5NfvdE8QaZYW9wtv8AaLSa0MjQsvA2uW/iBIzj0NZHw9iuIviH4mXVtJ0i21fy7d57rT5pWWZWVioIk6Eewr0C5aYQSG3VHlwTGrthS3bJHSvP/D2m/ES38cXuu6jpPhpLfUVhjuFh1GV2iWNSMqCg3E56HFVC3N8n/X+YP4JfL8Gv+Ca/jPWfEWn3Pl6M3hmFEj3t/a920TSn0jCn+dcv4m8Qz63pvgrX9J083Fxc3MvlQFhtD42kk5+6CMnHOOlTeJfA+tXvi/UdQXSPDet2l8iLHNqzF5LHGc+XGUYEcjuM4pbTwZ4o0rwd4WsdNXSLrUtFkkaRJp2igcMT90qpI4PpUR+FN94v8df0/QqS3t2a/DT8f+Cb/hjX9ZuPEd94X8VWWmxagluLmI2JdoJYCQpzv5zuJGOlUvBNnZ2PxN8XwWNnb2kWLQiOCJY1z5XoBir2haR4g/tW98TazHpy6zLa/Zre0t5maCNAdwBkKgnLDJ44zWV4Y034hWnja/1rUtK8NpbamYRcCDUJXeERptygKDcT74rSO69H+en4Cb92Xy/NX/Uk1/xjrR1q+sfDv/CNpHp4AmfV7wxNM/OVjCnPGOS2ByMV1PhLW7bxH4dstatFZYrqPcFYglT0I4+lcPrngO8j8SX+p6b4Z8J+IYtQcSuusrskt35ztYIxYHPQ4xiu+0C1Nno1rbNYWWnskYDW1n/qYz6JwOPwFTD4Pe30/wCCKfxaf1/X+ZeooopiCiiigAooooAKKKKACiiigAooooAKKKKACiiigAooooAKKKKACiiigAooooAKKKKACiiigAooooAKKKKACiiigAooooAKKKdtbG7aceuKAG0UvbPao7mVbe3kuJtwjjQuxAyQBSbSV2NK4+iq2k3tvqmlW2qWZd7W6jEkTshUlT04PSre1sbtpx64ptNOzEmmrobRRSSOscbSOcIilmPoAMmk3YYtFcp4X8U6vr96ZIPCssOimR0i1F71MyBTgN5WNwBrq6fS4uoUUUUAFH5flQOtcpp/irVdQ8VXek2fhd5LGzm8q41A30ahTzyIyNx6Ur62H0udXRXPeOtf1Tw5pMmp2Ph1tYt4I3luit4kBiRRnOGHzd+BWxpV2t/ptteqhjE8SyBSc7cjOM01qrg1a3mWaKxvDfiCDXrm++wwObK1m8lbst8kzj720exyCfUU7Q9di1LUL/TpbaSzvbKUq8MhzvjP3ZFPcEc+2aS1D/hjXooopiCiiigAorH8X69H4d0j7a1s93PJIsNtbI20zSt91MngZweavaTPeXOnQz6hYf2fcuoMlt5wl8s+m4cGhajehaoop21uflPHXigQ2ilVWb7qk/QVX1O8g03Tri/uyy29shklZVLEKOvFJtJXY0m3ZE9FR2kyXVpFdQ7jFKoZCVxkVLg5xg59KbVhJ3V0JRShWPRSfwowckYOR1oASilZWX7ykfUUlABRSqrN91SfoKpaxqVtpNobq88xYgcFlQkLxnLH+Ee5pNpbjSuXKKwvC/irSfEMDSWE6SbE3StE4kjT2LjjPtVLTPiB4a1HVo9Ot5L4GZisNzLZulrMR2SY/K2egweaa12E+rOqopQCegJpKACig9D3rA0LxBdXmuXej6posmlXUKiSHNwsyzxnPzAqOOnTrS62Dpc36KUAnoCaSmAUUVleINaXSZbC3W1kuri9uFhjjRsEA9XJ9B3+tIDVoqDUbuDT9PuL+6fy4LeJpZW/uqBkmq/h7UJdV0a21CayeyadS3ku4YqMnHI9Rg/jTHYv0UyeRIYJJpDhI0LsfQAZNcnpXxF0DVLuG3srLxDJ5z7EmOjzCEn134xj3pLV2B6K519FKFY9FJ+gowckYORTEJRSlWX7ykfUUpVgNxUgeuKAG0UoVj0Un8KCDnGDmgBKKUgg4IwaSgAorA8aeJo/DMWmPJZSXZv75bNVRwpQspO7nr93pXQYJOByaFqr/wBf1qN6f1/XYSilZWX7ykfUVgWfiWO58c3vhZbGVXtLNLo3O8bW3Nt247HvQtXYOlzeoooHJoEFFKysv3lI+opdrY3bTj1xQA2s7X9C0XxBaJaa5pVpqVuj71juI9yhvUe9aQVm6KT9BRg5xg0rDTZm6DoOi6Bata6HpVppsDNuaO3j2gn1rRpWVlPzKR9RSlWAyVIHrincVhtFU5NStI9ah0dmk+2TRGWNBGSCozzn8DV0gg4IwaSdxiUVBf3AtLGe6ZC4iQuVBxnFV/DepDW/D1hrMdu8Ed5AswRjkpnsT3prW/l+t/8AJi7f1/W5fopVVmHyqT9BSUAFFFOKsBkqQPXFADaKVVZvuqT9BRg5xg59KAEopWVl+8pH1FKVYDJUgeuKAG0U5VZvuqT9BSAEnABJ9KAEopWVl+8CPqKUqwGSpA9cUANoptw7RW0s/ls4jQsQO+Bms3wnrCeIPDdhrcdu1ul5CJREzbimexI60Lr/AF/Ww7aXNSiiigQUUUUAFFFFABRRRQAUUUUAFFFFABRRRQAUUUUAFFFFABRRRQAUUUUAFFFFABRRRQAUUUUAFFFFABRRRQAEhQWPQda8H8UXlrdwyeK9H8O687C+jEfiFtTWOKQiQA/uC444K42V7xXHH4ZeD2md2tL543fzPs7X8pgVs5ysedq888Cos+a6Kv7rQzSbqWX4r/vJztbQVmdN3ygmRctjoPrWBoOmaf4m8Aa+mptNewxareyQsl064xI2MMrDIx26V2eveDdA1u4tbm+hukntoxFHJbXTwsUH8DFCNy+x4q74f8P6RoOnSafpVoILWSR5Gj3Fhuckt17c9Kqa5oSj5O333CD5beqf3KxxXww8L6HovgPTfE+mWMx1FtMDF2u5pEYkc/IWKj8BWB/Y1g3w0i+IDaleHxE2LoXq3T7ZJQxxF5edmDgDAXNeiaD4K0HQtTfUNMGoROysvkvfyvbqG6hYidi+2BxUEfw98Kx6sNSS0uwwl85bb7ZJ9lVxyCIc7Bg89KuUuabltt8tW7L1+WxEVaPLv+vr6fqdHp0sk+nWs8wxJJAjuMY+YqCf1rJ8dafe6j4duksddvdIaOGR2e1SNjIoQ/Id4PH05rdplxEk9vJBKMxyoUcZxkEYP6VnUXMnYqm+W1zzv4E6Tqdv4N0nUbjxRqd7bSWgC2EscQijJA5DBdxx7mvR6paHpdjomk2+l6bEYrS3QJEhYsQB7nk1drSTuxWPP/iN4y1bw9rUVnY3OkxRtCHIutNvbhs5P8UClQOOh5rc+HeuXviDRHvL6WzlkEm0G1tZ4Exj+7MA349K6ZXdRhWYD2NIzMxyxJPvUx0TuOWrVgHUVx3gD/kYvFX/AF/f1NdiOorg/DcusaV411i1n8L6vJaahd+ZHqEYj8hVyeWy27v6VK/iL0f5oH8PzX5M2/iV/wAk78Rf9g2f/wBANUNRuJrX4Ryz2+4SLpPBU4K/u+v4U/4p3Gpf8Ilf6Xpfh3VNYn1C1lt1NmExESuAX3MOOe2a19J08SeE7bS9QhID2awTxnqAUww/nQ1enL+u5aaXJ8/0GeB7eG28HaRHAqqps4nOBjLMoLN9SSTWN4lH2b4k+HLuAfvp4pbaUDvGSCWPrjA/OrngCz1jSbOfQdUjaSCzkIs7ztLCeVX2Kghfwpmk6bqF/wCMLjxFq1sbZLVXtNOgY5OwkbpD2+YqCPY9quT5pqS23/r8v+AZRTUGvl/X5/8ABOoooopDCiiigDhviHLLda3oOm3Vs9jZR6rbzR6hIwaOeQBsQqq/MGOTyRjjrXc1y/xJ0291DSLKfT7d7qbTr+K9+zx43zBA3yLnjJz3Ire0m6lvtOhuprC60+SRQWtrnb5kZ9G2kjP0NCfu27P/ACKl09P6/wAye4/495D/ALB/lXkHgzwTdeIPBY1S5129fWFv5msJ3ncJaotwcptU/MCAfvA9fSvYWUMpVuhGDVTRdLstH09dP0+IxW6u7hSxblmLNyfcmlHRt+n4XJfT5nlni1r7X/iBqWk3vhfVvEUGm28Pkw2OopaKjuuWc5dWbnp1AzzV3U/D95qPwdvofGGnXcV3YRSm0ikuj5iRjGzeY2wx65612fiXwdoXiG6ju9Qju4rlF2Cazu5LaRl9GZCCw9jWjpek2enaSulwiaa1VSuLqZpmYHszPkn8aiUeanKPV/n3LUkqkZdF/lt8zmfAfhLQNF8PQ6rpVrPHPPZ/NI15LKrcHoGYgfhXL3N86/Aaxna+dZpdQjVJDMQz/wCmcgHOTx29K7rwz4L0Pw5cvPpX9oruUr5U9/LNEo9FRiVXr2FUT8NPB7SyO1jdMjyrMIWvJDDG4beGjTO1DnrgDNbOV536Np+lm3b8SKa5OV9vx0Wv4GHe6E3iT4oalY6hqN4NIWwTzbKKVkEr4XBLAgjHsRUHivRdW0bwjoOh/wBuzxsfEKR291bsTJHbkPsQlvvEDg5zXo1vpNjb6tPqsUTC7njEcj7yQVGMcdOwpNX0mw1YWov4WkFpcLcw4crtkUEA8dep4qIe7b11/wDAm/y/yHF2d/L/ANtt+Zx3hjSLXwz8SrnStJe5SxurBJXhlneUCQZ+YFySCc89uK7+qR0ux/toax5R+2iLyd+442emOlXaFflSe+v5u34WQn8Tfp+Sv+Nzzb4jSabrPiA6IfDuseJLm0t/Nlgs78Wi2wPG8sWXcefUipPhrHN4q+F4s9QnuIY/tNxbNGXWRjEjlVjZhnOABkg84610XiDwT4f13VU1S+jvku1QRl7W9kgEi5zhwhAYfWtLw5oel+HdMGm6PbfZ7USPKI9xbDOct19zSjFcjjLr/m/0/qxTeqcen+X+ZzHh34d2OgeEr/QdIm+wxXkLK8UOfLWQ9XBPzZP1rl9fn8Rr4Y0Lw3feFV0hrbUbVYpnnR0mKyZzCiMXGOpyMDPNevSKJI2jbOGGDg4P51z+geC9A0S+N9aJfXFxzte+vZLkx567PMJ2Z74xmnFe9rtp+F7fmLS33/jv+QeNtFsdZstPh1HWp9KFvdRzK8U6xmV1IOwk9QSMY966LrXGfErwrqXjCSw0tvsMOjxTR3M1wXb7UkiMGARcbcHABJOeTXYxoI40jXJCqFGTk4FNbP1/Ra/12B7peX6jq43xDc3Fl8QNOnsLR9Snkt3jltIyEdE4/eBmwuB3GcntXZHoe9cloZ1TVPG9zqt1ol7pVpbQeRCbvbuuCc5ZQpPy8DrzzSXxx+f5Nfje3z+YpfA/l+a/4cueNNGsdZTTPt+sz6V9lvI54/LnWPznBBEZz1BxjA9a6E8muL+IvhXUvF97ptjJ9hg0e2njunuBI32oSI27aq427TgDOc12aKFRUGcKABn2ojs/X9Fr/XYct16fq9Ba47Qc654/1HWW+a00tDY2ZzxvP+u9uqrXXXCNJbyRrIY2dCocDJXIxms/wxo8Og6LDpsMrTlMtLM4AaWQ/ecgdCTQviv/AF/Vr/eD2sYXxEd9SutK8JwMQ2ozeZdY6fZ48GRT6bgcCuvjRY40jjGERQqj0AGBWVa6HFD4ovPEElxJNPcQJAiMoCwopJ4+uea1qa0jb5/18vxuD3Kus/8AIGvs9Ps0v/oBrhvhavj/AP4R7SiZPDn9i7eQEn+0+X9c7N3T2r0CaNJoZIZBlJFKMPUEYNcnpfw58M6ZeQ3Vk+txtC++OM6vOYgfTZu249sVMVad+gS+Gxgz6CviX4s+IbPU7+8Okw2Voz2MczRrJIQ+1tykMMc9CM55zVfxlouuaP8AD/RdCj8QTJdLq1vFFfREmRYzKMZ3feIz3yK9HtdJsLbWbzV4YWW9vI44533khlTO0Y6DGTRq+k2OrRwR38TSLbzpPGA5XDqcqeOvI6VUbLlXa1/k0/8AhvLQc3zN2+X/AIDY4278NTeChrHiDQb2QQjS3M0M8skpe4XLecNxIHbgYHtXNalo1hovgHS/Hmm3l5/b8xguDcC6kdbh5Su9PLJK4+ZuAMjFeySKsiMkiK6OCGVhkMD1BHcVy2m/D7wvp+qx6lb296ZI5DJFDLeyPbxsc8rETsXqcYHFEHaSb8vuTu189haW/rX+v61MDVNEbxF8VtSsr7ULtdISwiM1lFKyCVyvByCCuOehFdJ4b8P3Gk+ErrQr7VGktwZEgnDnfDAR8oLN1Yc81sQ6XYxaxPq8cTC8uEWOR95wVUYHHSrF7bQ3lnNaXC74ZkMci5xlT1FZ8tqbjbv+LbGn76k32/BJGZ4L0y10bwxZabY6lLqdvAhVLqWUSNKCxOSw4PXH4VsVn+HNF07w9otto+kwGCytlKxRlyxUEk9TyeSa0K1k7ybJQyWGGXb5sMcmxty71DbT6jPQ1y3xP1CwttFt7C8t769fULhbeKys5PLkuic/u9+RsB9cj611lZPijw7pXiSxjs9WjmaOOUSxvBO0MiOOhV1IIqJK5UXZnBfCeSex8ea1oUej3+h2SWUM66feXy3TJIzNucMGYjIAGCe3SvUBFEspmWKMSMMFwo3EehPWsPw54P0Hw/ey32mW9wLqaJYZZp7l5ndVJI3FiSTyea36tu6RPV/10X6hXF/FO5uzHoujQ3TWVrquoJa3dwrbWEZDEqp7E4HNdpVDX9H07XdMk03VLfzrd/QlWQ/3lYcq3uOalrYaM/SPDfh7wZZ3t5p9vcWULR77h5bmWbhe4Dscde1eTX16ttfaN4n0jwxrlg97qcMa6vc6mrR3MbyBW/cb+MjI4UY61634e8J6PoUd1FZtqM8d0oWVb6/luQQM8ASE469qyrX4Y+D7d4mW11CUQzJNCk+oSyJC6tuBRWOF59OtVF2qKT2Vv+D/AF94acrXr/X9fKxiXvh618TeNPFcGr3l9JZWwDQ2sdw0SJJ5S/vAVIbPtnHtWWDfavoPgmwk1S8t1fU5LSSWJ/nkiQOoVieuQo5r1O30iwgv76+ihYXF/j7S28ndgAdO3AFVLbwvolulgkNq6jT7hrm2/esdkjZyT6/ePBqaa5UlL+t/80TUvLZ/1Zf5M8/Ekngmfx3Z6AZvsthp9vdWkE0rzeXIwbdgsSxz9e1N1LQdN8OaHoPizStQvf7WnvLdJLn7S8i3gkbDKUJK4PT5QMV6Wmi6Yuq3up/Zg1zfRJFcl2LK6ICFG08dCaxtJ+H/AIY0vVY9Stbe9aWIkwxTXskkERPdImO1cdsDihbq/lr106fP/h7lya6Lv+KX6pv5nJ6/4H8M6h8V7FbuxuGN7aNLKovpl3Pg9MPx06CvTNL0+10nT4tPso3it4RhFeRnIH1Ykn8TWf4o8MaP4kSBdUjuQ8DFopba5eCVCRg4dCDj2q/pVhBpmnxWNq07QxDCmeZpXP1ZuT+NEFyx5f63f5XsTLWXN/Wy/O1yLxF/yAb/AP693/lXkmm6BDofgHwn4ntb68bW5JLaNZZZ2Cyo2f3IjB2Y98Z969muYY7m3kt5lLRyKVcA4yDXL+H/AId+FtDvLe6soNQka2GII7u/luIoj2Ko5KqR2IGRRHSTfp+F/wA7hLVL5/jb/I4HVhqHijxT4g+0eEdd1x7C4NraPZapHbLagKCG2F1LNknkgjivUvBX9sjwtYr4ghMOpKhWZGYMVwSFyRwTtxnFU/EHgfw9rmoHULuO/t7plCvJY30tqZAP73lkbj7mt2wtYrKzitIWlMcS7VMshdse7Hk/jThpG3p/XzCesrjdVuoLHTLm8uZTFDDEzO4GSox1A9a8TiuBZ674Z17SfDOuaUNU1GJW1O71NZEvonBJ/c7yV3cHhRj2r3G6giuraW3njEkUqlHU9CCMGuT074aeEbGa1littQla0lWa2FxqEswhZQQNoYnaOeg4ohpNSfl/wf6+8bs4Nev/AADKn0q38a/EPV9N8QNcSWWlQxfZLKK4eLJfdukJQhjnA6nHFWfH8J03T9A8K6dLLp+m31ybaebziXSMYPl72OcvkrnOeeK3PEvg7QfEN1Hd6hHeRXMa7RNZXcltIy+jNGQWA7A9Oas3PhvSLrw8mg3cMtzZIAEM0zPKpByGEh+bcD0bORUpe6l2a+dn19f60HfVvyfy06en9amLqOh6X4C8JatfeHbK6gl8k/fuZJTnoCPMYgY6+lcR4S0vxBHf6HrGi+DtesppnSTUdRudWinhuomUliUDkDLYPygYr0vw94T0fQ4LiC0bULiK5G2Vb6+kugRjGP3hOKpaV4A8O6XqkWo2LavFJFIZI4f7UmMCn0EW7bt54XGBVR0nzX7fhf8AMl6w5fX9DmviNod5J4nm1bV/DeoeI9DFuvkrZX5tmsSv3ywDrv3cdM421reL7e48TeA9Pm8KRvqFgzxSvapK0T3MAPzIrkgqcAjJIrS17wHoGt6hJfX82teZIAGSDVZ4oyB/sKwWruteF9I1bTbfTZxeW1rbf6pLG7e2x7ZjIzUJe5y+a/p9/u73vcpv3+b+tktO33nJeGdT0nRvCXiODRdGv9E1PTY3mubC6uWuJIpPLyrbyzKRjHQ4rmPC+neIXOja5ofgzXra/ndJ7vUp9WilhuEcZbMfmEAc5G0AjAr1bw74Z0fQbOe1sLeWRLgkzNdzNcPLkYwzPkkY7Gs3Tvh94b07U01CyOrwyRyGRIV1SbyFJ7CLdtxz0xitE7TUn5fhv8n6ktXg4+v9eq6aHN3uk6V4t1HxNqHiaWaSHSiYbaMXbwR264PzHay53YB+b8K6L4O4Hwu8OBfuixTH0qxq/gfw3qusPqt7a3DTyACaNLl0hmAGB5kYO1/xBrZ0XTbLRtJttK06Iw2drGI4ULE7VHQZNKn7sOV+X4Xu/ncqbTfz/Dt8i3RRRQSFFFFABRRRQAUUUUAFFFFABRRRQAUUUUAFFFFABRRRQAUUUUAFFFFABRRRQAUUUUAFFFFABRRRQAUUUUAFFFcpf+PtCsdTFncW+rrEZlhF8LBzZlmIA/ffd6nH1pdbDtpc6uiqEer2MmvnQ0dzei3+042/J5e7bnd9TWJq/jbTrfw7eatY2up3ot55LUrb2TSssqEgkqOduQeaUpcq5hxTk7I6qiuM+HPjhfE+n2Cz6VrNvey2ommml014rUnHO1zwfb1p7fEjw0t8Lcrqn2dpxbrqH2FvsTOTgATfdPPFW4tS5epCd48x2FFAIIBBBB5BHeszxLr2k+HtNe+1bUrOxTa3lNcyhA7hSQoz1PHSpk0ldlJXdkadFeY/CfVNP8RTx6u3xAvNQ1ScPO+jpfIYYUJGB5ONw25x1r06nZpK4r6sKKUKxHAJoIIPIxQAlFKOorgvDNrf6p421q9ufEetrDYXeyGxjuALYrk8Mm3J/Okn73L/AF0/zG9r/wBf1od5RWJ4l8TWOgvFHPZ6rfSyDPladZNcug7Fgv3Qex74NS6bqFh4q8OC60u+uore6Uqs0R8uaI5IPXO1gRRum0FrNXNaiuL+GRvodQ8R6Xd6xqOqx2N5HHBLfSiSUKYwxBIA7mrMN/qGt+OJLWyuXttJ0jH2lozg3MxHCZ/uDkEeuKe7Xmr/ACtf9beor6PydvmdXRXM+PLzUtGgg8RWlwfsdgSb+2IyskJxuYf7S44+tdHBKk8Ec0ZykihlPsRmktVcHox9FFFMAorlPiff31notla6fdSWc2pahFZG4jOHhVw2WU9m4rodJs20/ToLNry7vTEoUz3T75X92OBk0LVNjatYtUUjMFUsegGTXFj4oeEXCPDNf3EPnGCWeG0Z4raQPs2ysOIyT0z1BBoWrshdLna0Vz3iXxhpOg3kdnPDqN9cuhkMOnWjXLog/iYL90e9UfFnje007wQ3iHS4Ly+EsJe3MFo0wRv+moH3R65qJTSi5dEVGLclHudfRXK+DPGUHiC2Tdpet2sywiSSS6014IW/3Wbg1ebxZoy+GE8RmWf+znlWJW8o7txk8sfL/vVo007ERfNa3U3KK5nXPHPh/R9Sl0y5ku5tQjjEotLa3Ms0ikA/Io5br2pZvHXhqDw9aa/cXr2+n3VwLZXljKmOQ5+VwfukYwc9DUp32/roVbW39dzpaK5/wx4v0nxDe3NjaQ6ja3dsivJBfWjW7lGzhlDdQcHmugp2EFFYfifxRYeHzGtzZ6reyOCxj0+ya4ZFH8TBeg96qax4mjfwcPEGi3EbqwJSKRPnlODmIDPyyA9ucYNTKSjFy6IpK7SOnorzX4ceOtS1Hwzfat4gsZ9MWwhLG0ufmunA/wCWhPHB7cVLD4g8bWNtpviLWm0t9Ivp44nsILYrPaiRtqky7iGx1PyimtX9347ffb/OxP8Awfw3/r7j0WisfxR4m0nw1bWlxqssqR3dwlvCY4y+XcgLnHQcjmtg0/6/r7xhRQehHSuS0RL7SfG9xpUmsahqVpdQeegvZA7QMOoUgD5Tkce1L7SXf9Ff8rie1/610/M62isfxP4l0nw4LE6rJKn265S1g8uMvmRiAAcdBkjmtk9aFr/X9dxvQSiiuY8S313c+J9J8Pabdy28jMbu8ki6iFMZQntu3cfSjql3/r/gh0bOnorI8Zav/Yfhu71BAGuAuy1jP/LSZuET6k1N4atru00Gzgv7ya8uhGGlmmOWLNzg/TOPwprW/wDX9f8ABB9DRoqnrWoQ6VpNzqM6lo7eMuVHVj2H4nArhLrxB460rSrXxXqkmkSaJKySXFhHbFLi2hfofN3EMRkA/KM0lq7en47BbS56PRXBzeNry31fxFaGCG6Np5EemwRjDzyybsKT/wABHOK63w+urrpEH9uzWsuoFczG3jKID6AEnpQtVf0/EV9S/RRRTAKK57x3Z+Ir2y0+Pw5dm1mS/je5cSBMwAHcOevbitPWtUttH05r26WeRVwBHBEZJXPoqjlj7Ur6XHYvUVh+FvFOmeIjcR2cV/a3FuR5ttfWrW8yg9G2Nzt96j0qz8QR+NtWvby8Z9FliRbKDzAQjcZOO3en1SFfQ6CiisnxbqS6VoU9yYtRkLDy1NjatcSoT/FsXnA9amT5U2VFXdjWorl/hZcS3XgTTrqfW7nWmkQt9tuYTFJIM/xKeRS6b440nUtWXT7Gx1udWcot4mnObRiOuJfu4yCPrVtWly9SU9LnT0UVgeOrLXr7SYIfDt81ndC5RpJFcLmMZ3DP5VPYOjN+iuf8KWOv2mpa1LrN81zbz3bPYIXDeVF2X2+lVrbx5ot3q/8AZ1hZ61fDzvJ+2W2nvJa7v+uo+XA9aFrYbVrvojqaK5/xN4t03w/MIrqz1e8YKWc2Fi9wIh/tlfu+vNJqXjTw7p+madqN1elbbUSFtWVMl2IJ247Hjp60Jpg9NzoaK5vS/Gmk6lYX91b2urrLYKGnspbF0ugD0IiPzHOOPWuf8EfEoa1c3FreaJr4k/tBreCSPSJBHGnG3zW6Kwyc56U0ruwnornolFZ1trVhc3mo2kTyGXTjtuAUwAcA8Hvwazrvxt4dtNDtNaurx4LC7maCKWSPb86kgg+nIwPXildWv/Wo+tv60OiornvDvjHRtdvLuztVvrae1XzHS9tmgLJ/fTd95fcetVdN+IPh2/1SKxiXUolnk8u3vJ7No7W4bsI5T8rZ7Y601q7C7nV0Vx/jjxvpujRX+nQw6td6hHas5OnWTTi3JB2lyv3OR3qqF8T658O9Fn0bU5odQeaKWeVn2s8QkBdST/sgjFKL5np5fi/0tqN6b+f4W/zO6orA8J2Wv2l/rT61etcwTXQewBcN5cWORjtzW/Qtk/QXcKK87bxtFo3jfxBZak+qX8cSRNBaWVs1w8QJbc2xeQOBz7V08Pi7QppNGSG6eQayH+xSKmUYoMsC38J9vXihapNf1fUO9/P8DdorNi1zT5PEk3h+N5Wv4bcXEgEZ2Kmcct0zz09K0qfS4BRWZpGu6dqs+oQWkknm6dM0NysiFSrDuM9QcHB71Si8X6RN4Zh8QW6X9xaT/wCpjitWaeXnHyxjk0rq1/612HZnQUVieG/Eem+Jre6WxF/aywHy5obu3ME8RI67G5HXrWH4NivtP8e61pE2u6tqlqkSyRi/nEhjJxkLgDA5o+0o9/8AK4ujf9djt6Kz7PWbC7v9RsYXkM+nBTcgoQBuBIwe/ANZk/jXQYvDlnrwkupba9IFrFFbl55ieyxjkmi+l/T8dvvHY6Oisjwx4i07xDbzS2K3UMkD7Jre7gMM0Z/2kPI61r07CTCiiigAooooAKKKKACiiigAooooAKKKKACiiigAooooAKKKKACiiigAooooAKKKKACiiigAooooAKKKKAA5wdvJxxXgGt3/AIg1jS7i3vNR8VnVjeKZNGt9PCWMaCQdJGj5GBu4bOa9/p298Y3tj61Ljd/1/X9dCr6WPN77Uv8AhGvH9nq2oWGoSWlxoqW0T21s82Zt6nYwUEr06nipvhnb6hP4J1xbiwnsbi6v711hmGGG6RiOe/1r0EMy/dYj6GgknqSacvejKL63X3u4ovltbun9yseeeANbgvPCdt4Ma31S01i2sDBKs1lKkSsowcSkbD7YPNYEWpyN8PI/h4uh6gmvbfsjxGzf7PGSxzKJsbCADng59K9jLMRtLEj0zRvbbt3Nj0zVSblJyfW1/k3927EkopJdNitp0LW2n21s7bnihSNiO5CgH+VV/ENrDdaJexzW0Vwfs8mxXjD/ADbDjAPer9FTNc6fmOHu2t0OO+Dumx2Xw90bzdOjtbwWyiQtAElHA4PGa7GlJJOTyaSqk7u4jz/4jeBr7xLrUV9bW/h6REhEZOoG78zOSePKkVcc+ma3Ph54fuPDeiPY3MemRu0m/Fh53l9P+mrM2fxrpKKUfdTSHL3mm+go6iuO8Af8jF4q/wCv7+prsB1rlrHwne2Pim51iz8UX0Nrdzebcad9miMbn03kbh17GpS99Pyf5r/IH8Pz/R/5nN/EPVtVtvGiWc+q6/omlfZVaC40ax8+S4lJO5JDscKBxjp1NafwPt7228ISJqEN7HMbt2/0tQJWB6McADnrwK7xWZfusR9DVfUIri5s5Ybe8ks5mUhJ0UO0Z9QG4P40R93z3/NP9Al7zX9dLHKfD7/kavGH/YQh/wDRIqL4bstrrfifR55HN5FftckOOscpZlx6jH5VreDPDUnh4X8lzrV1rF3fzLLPcTwpGSQu0cIAOlWb/Qbe58Q2euxTy2t7bAxu0YGJ4j1RwfoOeoxxVJWcf8KX4L9ULpL1b/F/oyr8SriO28B6y0iCQvavGkZ/5aORwo9zWj4bt5LXQLC3mYmRIFDE9emai1jQ7bVdT0+8vJZWjsXMiW4PyPJxtZvXbjge9atKKtfz/T/h2N628r/jb/JBRRRTEcN8Q4Xs9b0HVZrmW9t5dVt4EsJ8eTC5Dfvkxht/Hckc9K7msrxTokOv6X9jkuJLWVJBNb3EagtBKOjgHgkZPB4q3pNvc2mnQ295qEuozxrh7mSNUaQ+pVeB+FC+GxUnezJ7jP2eTHXYf5VxXwy0Gyb4d/2bqGlqkdxdzyTwyIULnz2ZSe/oRXcUpJJ55pLr52JfTyPIPF1pd6J491LULvXPFGj6dfwQrbS6NaC5B8tdpR18t2Ht0HFdLomiW7fC3UdP0O71K9OoRyyLJqEXkzPI+M7lIXb+QrulZl+6xH0NBJJySSfeplHmg4PqrFKVpqa6W/DQ43wH4nsta0aLRorXVLe/gttksd1YyxIpGRgOwCt+BrgLjVLhvhnD4Qi0PV5NVttQjN0n2VwkSfa9wYORtcYx90nHevcmZmGGYke5o3vjG5sfWtHJuXN3s38nf9SYWha3Tb+vl/wDitH0/wD4urqepSWZ3CxjjiuGjOMYXIBqt4+0K1trLQrbS9MzC/iKO6uI0jLrlg5d2HOBk/Su9ycY7UAkdOKUfdt5P9WxrS/9dLHJNbzf8LYFz5Enk/2aFMuw7c88Z/pXWUuTjHakpRVoqPr+Lb/UHq2/T8El+h5f8QNX1a38amxudV8QaNpv2UG0l0ax89riQtjbI2xwvfrj1rU+CNncxeAvJ1S3uRMdQu2YXiDzTmVvmPAGSD1Ax6V3ysyjCsQPY0hJJ5JNEPdi1/W9wk7/ANeViidP06HTZLX7In2byijJt3Er6epryPT9IttfmstG0TUvFGpafZ3cU7R6tbG2gskR84TcitITyBy2Mc17TTmZm+8xP1NCSUr/ANaA3pb+v6/pnMfELxJZ+E9GttRvdKk1C3a6it8IFPllmCq3zD1I6c10cTiSJJFzhlDDI55rK1Tw1o2qaza6tf20k9zartiDTP5Q75MedrEHoSMitemtnfe4nurbWCuN8Q2kupfEDTreG6l06SC3eX7Vb485l4zH82V2nvxn0Irsj0Pb3rA0Lw5NYa5eaxf63datdXChIzNEkYgQZ+VQg569TzSXxp9r/k1+v3X9AesWvT80yH4g+JrTwrp1he32ly6hDPeRW25Qp8pnYKG5Hqe3NdIjBkVxnDAEZ96ydR8NaNqGuW+tXttJPd2y7Yg0zmIeh8vOwsOxIyK16Ftr3G91ba34jZZEiieWRgqIpZiewAya5H4dxnUrrVfFkwy2pTCO2P8A07x5EZH1Brr3VXUq6hlIwQRkEUkMUcMKQwxpFEgCoiKFVR6ADoKFo7g9rHH64Rr3xBsNFUh7TSUF9eDqDIT+5/EMp/OuypiQwxyvLHDGkkmN7qoDN9T3p9C0Vv6/rp8geruZPjLTZNX8MX2nwjMsseYxnGWU7gM+5ArgtT1ybxX4Sj8FW2lanDrUyR298JrR44bcIRvcSkbHGRgBTznNep04sxG0sSPTNCVpX9Pw/wCH1Hd6W3X6/wDDHkDeHdRj+IPiLxJpNnJ/aGnpAbVZARHdR/NvjBPGTgc9q9H0jXI9V8OHWLSyvMiJm+zTRNFJuA5XDAfnWvk4HJ46VQ8QaTZa9psmnakLh7eQgt5Vw8T8dPmQgj86Tvy8q/r+t/UUVHmu/wCl/wAAz/APie38X+Godbt7OazSR3QwysGZSrFTyODyK3qr6bY2mm2MVlY26QW8S7URBgAf1PvVirla+hKvbUK4v4s6jq+naVYvp0l5bW0l0iXt3ZW5nuLePP3o0AOT17Gu0pVYqcqSD7VDVyk7HlHwrW8m+I+r6hJeeINRspdLhWC91a3ETyYkbIACLjHoRmvVqVmZvvMT9TSVbeiXYHu2FZfibXrHw/pxvNQW9aNz5Y+y2sk7ZI4+VATj3rUpVZlOVYg+xqJK6sCPOvghrNrL4Jt9Ke11KC6sYi1wlxYSxAAsfulgAx+lYOjagun+Irax8B3/AIklhluz5mkX+myQ2UUZOZGV2QEEfMwyxya9kZmb7zE/U0F3IwXYj0Jq27z5/wCv+G/q4SfMn53Yh6nHSkoopCK2q28l3pd1axSGKSWJkVx1Ukda4X4e+JrDRNJ0/wAIajp2rWWqW7GCRE0+WSEsWJDeaq7CDkc5r0Onb327dzY9M0lo352/C/8AmweqXl+v/DHkXjvVtZXxfqmn3mreJNItViC6bHo1h5q3mVGTK5jYKdxK8kcDNZkFyug+GPAtxr1per5OrymWJrVppgcSfwKOT9Bj0r3AOyjAZgPQGsnWdFi1TVNK1CS5ljk0248+NVAIc7SuD7fNTh7tv62v/mFRc/3f5f5HN+Cpptd8aat4qt7W8tdNlgjtoGuYjE87KCGbYwDKBxjPXPFVPCGuQeHNc1bw9q1rqkd3e6tJNbPFZSywyJJtCsZFBVehzk8V6IzFjliSfelDsBtDMB6ZojaNrbbfjf8AMHrdvf8A4FvyPM73Vj4b8WeJoLvS9SuJtUHmWAtrZ5Em+UKAXUFUOR/ERWfBpdxeeA/B9rf6TPkarJJcW8kZYx8uRu9gcc9K9cDMBgMQPQGkyfU1MVypLs0/udwkuZt+TX3qxh+KdChv7W9urOGOPVns3tobgHBCkg7fTsK8q8OW9ndvo+ha54m8drd2txHnTpdNBto5k6DzVh27R/eDY969wp298bd7Y9M04q0r+n4Nv9WN6q3r+Nl+h5QdTl8O3PjHQ59J1O51HVLmWew8i2dknjeNVUGUDanKnhjXcfD+KaHwZpkVzC8EyxHfG4wVO48Gt8MwG0MQPTNNNEdF9y+6/wDmEnd39fxt/kFFFFMR5mviKx8M/EbxHJqOn6o73UUIt3t9NlmWTBbI3qpA6jqaYnhq7034SW73ES219pkp1MRqc+WqOZGQHtuUY/GvUQ7gYDMB7Guf8WeHrjxB5Vu2u3llp/S6s4YkK3K91Zz8yg9ODU2aSS30V+1tvx/rcpWu77b29f8AgNlD4ZxveadceKrqDyrzXHW4dD1RQoVV+mADXW1HbQxW1vHbwRiOKJAiKOiqBgCpKuVr6bEK/Xc868bW2oaZ4pnk0uGbHiK2Fo8kUTMIZl4Rmx90ctkmpPiPNqPh/SNDsdKlvtP0sP5d7e6dame5t1GNoRArfeJOTg16ECRnBIz1oVmU5UkH2qLaJf16fiy763/ra1/wX3HlXwte6j8VeINWurjxBfWLWSvDeanbbJplVucIqKc8H5SM1J4b8YaTcfE3ULpLXXFgvYkigkk0i4RSwAzklflHB5NeolmJyWJ/GlMkhGC7EfWq05ovt/wV+pNtGu//AAP8jzOXVn8N+NvFEN1pWpXE2qRw/wBni3t2dJyI2DAuAVTGf4iK5gaXrFv4O8DatJLrelW+n20kd41hCHuoDJtwfLZWJHBzgZr3IMwGAxA9M0bm3btxz65pK6S+X4aflv8AoVffzv8Ajv8A1+ZwXwtt9MmvtS1m01zxHq11OiwzSavZG3ICnI2jYmevXFd5SszN95ifqaSm2SkFFFFABRRRQAUUUUAFFFFABRRRQAUUUUAFFFFABRRRQAUUUUAFFFFABRRRQAUUUUAFFFFABRRRQAUUUUAFFFeU+LPHl/o2sSMvjTwuWiuo430ExA3IVmAI83dy2Dn7vtSurpDto2erUH34rnLHXLu58f8A9jYjFi2lrdqNvzhy4HX0wawP7S8S+I/BWtSWmp2NhcW19dW5d7LzVaGN2ULjcMNgD5v0pTbjFy7K/wCNhwXM/ml96uehAgjKkEHoQcg0V558KofE1h4M0rUdW8QWN1pCaaHW0i03y5UGOMybznH05qqfEHjw+G18bC70pdJJ89tJNp+9W3Bw37/dywAJ+7zWk48s3Ht/nZfkRGXNFS7nptFR2k63NpDcoCFmjWRQewYZ/rWP43vNbstBuJtD0m31Gby38xZrvyBGmw5YHByR6VnN8qZUVzWsNsvGXha+12TQrPXLWfU42ZHt03FgwOCM4xx9a3q84+Bd74in8Jacl74dsLTTpIDKt7FfB5JXODzHtyM8nrXo9W1a1xX1YUVgeIvFMWi3q2r6D4i1Asm/zNP08zxj2LA9farvh7V01qyN0mnanYANt8u/tjBIffaT0pLXYHpuaVYR8Y+Fx4hHh7+27b+1dwT7KAxfd6dMfrW8OorjvAH/ACMXirgf8f3p7mpT9+3k3+X+Y38N/P8Az/yNfxN4p8O+GVhbX9XttPE2fL83PzY69Aa1oJY54UmhdXjkUMjDoQeQa8j+Juq3Fr43nOkh3jubSPTtTupIN8FgHLBZM55IJJYccAV1uk6nZaf4HurfR9TiA0ki2kvr75YgxAYyc/eUBsgfhRF3g5P+tbf5a7a+Q5K01H+v63+7zOyFYdh4w8MX+vS6DZ61bTapEWD2oDBwVOD1GODXKfD3xrcan4vk8PzeKNE8TxtZm6S80yAQiIhguxlDN1znOa1/Ef8AyU3w3wP+Paft/tLTejj2ZPR90dbPLFBA888ixxRqWd2OAo9TVYarpx0pdVF5H9hZdwn52ketct8Rtuq6voXhGV2W21KR5rpQcebFFjdGfZt3NdfPaWs9k9jNAklo8fkvEw+VkIwVI9MUauLa+X9fh8mN6NJksbrJGskbBkYBlYHgg9DS1yHw0mkt01jw3JI0g0a88iJnOWMbKHA+g3YHsK6+m+jXXX7xbNplbVdQsdK0+bUNSuo7W0gXdLLIflUetJpWoWWq6fDqGnXKXNpOu6KVAcMPUZ5rkPiTcW+p3+i+H7OZLq/j1S3uLqzQ5dLfDZdx2Tkc13PYdOnahbXHJWsFFNlYrE7DqFJFeW6N4j+JWs+G28Q2tvp8UVvePCLJbbzJL2MTFC4OR5eB2wc4z3pLV/11Cx6pQSAMkgD1JxXmfjLx69v4nm0S18VaF4X+yQJJLJqkQlaZnG4KqllwAOCc/hUera5q/i/4P3+p6XqlhavFHLDeOLfzo7nZjJjORtBzweamcuWDnbb+v669kVGN5qPf/hz1AHIyCCPaiuO8B2viq00SC41bxBp9/afZQYYIdO8l0OO77zn8qpS+LtYX4VW/iYfZvt8l2kLfuvk2m58s/Lnrt/WtXG0mu1l97a/Qzpvn5fP/AIH+Z31FcFqmueMbzx1d+GdB+wW0CWaz/b7iHzBAxA4KZG/OemRiq+qeKfGGneE9Mnk023OtS6yNOkjmTyo7hfm/eL12BsZHWoj7239a2/MpK7t/W1/yPRaK47wzqXia28Y3Ph7xHfWOohrVLi2ntrXyNuc7lZcnOOOc12NPomv66fmLq1/Xf8mFFcX8RtfuNIlt4ovGGgeGd6Fg+pQiYzH0CllwPfmofDfxE0efwLDr2uazplkzyTW6TtIFiuJIyV3J7MRkClf3XLsNp3Xmd1RXA/D34k6Brfh8XGpeJNHXUI0eW4iSQL5ca4+YjsOetVNK+K3hy48e6lpk3ijRBpEdrC1nKJQPMmZmDru74AXj3ppXdhPRNnpNFYfitvEzWlk/hT7A0jXEZuDdfdMBI3FffGcVuGgfYDwCT0HNZmh+INF1yS5j0nUoLx7V9k6pnMbehyBWnXH61dWei/EK01LUJEsrW7tjb/aX+WNpB9xCfU5OB35pL4ku9/yv+lvV/Jp6Rb7f52/4PyOworE8VHxPt08+GBYnN0n237V/zwyN2z/axnFbh60IbEqtqF/ZafHHJfXMdussgijLn7znoo9+Ks1x87f298R0tcB7HQo1lkyMhrh+UIPquGH40dUv6t/X42Do2deWAUsSAAMkn0qvpl/Z6nYx32n3CXNtJnZKmcNgkH9Qa5/4l3kyaGmjWZP2zWJRZptPzIjcPIP90EGuh020isNPt7KFQscEYQADA4HJ/E801qm/68/0B9P6/rqWKYJYS/lrPCX/ALokBb8utZPjjUJ9L8J6hfWpKzJGFRh1UsQu4fTOfwrz/wAT+E9G8P8AgOHxZptskXiGySK7fUVbE1zISA29v4gdxOKUXeVvT8f+GHyt2S3e3y/4c9YDKSQGUkdQDyPrQrKw3IyuPVSCP0rxv+0rib4j+IvD1vJNYT6wLZDdn5ViT59wVv8Anoc8DvzXq+g6TYaHpUGl6ZbrBawLhUX9T9TTV7X9P+D9xHMr2X9di9RRRQMp6tqum6TDFNqd5FaRzSrDG0h4aQ9FHucGrlZXiXQNO8Q29pBqSyslrdJdRhH2/OoOM+o5PFR+MtQk0vQZbqPVLDSsEKby9wYoc/xFcjd9Mipbsrsq13obNU4NV0241W40qG8ikvrZQ80APzIp6E/mK4z4aeMZtb13UdEn8QaT4iNrAlwl/psQij2sxXYVBPzDGc5711dloOn2fiG+16FZPtt8qpMzNlcDGAB26Cqaaa7E33/r+tDUpk8scELzTOEjRSzsegHrT6zPE9pql7o8tvpF/aWVw33pLm1+0IUwcqUyOvrmpm2otoqKTauT6Lqum61p0WpaTexXtnL/AKuaI5VvpVyuS+EE/wBo+HWlzi0s7ZmjJMVpD5UWcn7q84rC8FeK9Y17xH9nuvFWjWMyyyLL4ekscXkYXOPn39wA2dvQ1bXv8qJ1UW5d7f19x6VVPV9V03SLZbnVLyK0hdxGryHALHoPrVys3xHoen+ILKOz1KN3hjmWZQrY+YdP51PYOjJdO1bTdRnu4LG9iuJbOQxXKoeYnH8J96u1jWWl6T4cXVtUhV4xdSNd3bE5y3cisDwndeOPEUdt4g/tbS9N0m5cvHpxsPNl8oHGDNuHJwf4eKI66el/n/TG9NfuO4orhPiP4ludGvBFF408O+HCIjIkOowiZ7jHp8y7RnjvVKTxtrt/oPha60OGxkudXujaymQ/u+FbLqfTK5A9KIvm2FK0dz0ikDK33WU+uDnFcTomo+Km1XWPC2o6vpsuqQ26TWmoR2OyPDAk7od3OOP4uc1hfCvT/Gvm6pJ/wlOl/ZI9al+1Q/2T80xAXcVbf8mR04OKcfefla/42CWn3/pc9UormtK1u+uta8S2cvleVpr7bfCYONgPzHvya5zUfGniOHwTomrWNpbXmoX+oSWzw7dqsoZgCPTGAT9KlSuk15fi7IHo7ev4K7PSKK4ux1TxZoupagnilrW909LRrqG7tbXyUhIwDExydxyevHAPFcjpXxOuTfaZdz+LvDOpQ6hcpC2jWiAXFqHPB8zJ8wr3G0ZzTWrt/W7X5p+XyB6Jv+tr/qevzyx28Ek8ziOKNSzseigdTVC61/RbXTYNSuNSt4rO4dY4ZmJ2uzHaAPqTiuL8Q6l4o8RReI4/D+p2GlaZpiyWs32my8+S4kCZbHzDYMMOea0/DehWGv8Aw60Wz1RWkSIpOCh2/Okm4H6ZA4oi7vXb3fud7/gtByVrL1+9W/z1On07VdN1Ka6hsLyK4ktJPLuFQ8xv6H3q5WZouh6fo91qFzYo6yahMJp9zZBYDHHpWnQtl8vv6/iLuVrbULK5vbiyguY5Lm2AM8a9Y89M/kas15lDD4qufiN4oh8OXun6diOFnuLqDz9xy+FCZGPrmrFj421ifSPDetzW8EFnc3TWeqxlMskhOyMoewLY/CnH3rd3b8f+Dp93R3B6X8r/AIfrZf09D0Wiuc0jVtT1Dxxq9lGIRo2nIsJbZ873Bw2Q393acY9a6Ojon3Dq0FFef3OteNtU8c634c0NtPsbWxhhlW/uIPN2swbMfl5G7OOueMdDmquueOtV0vwzoUerzaf4f1rUmdJrm/XEEGzBZtpxnIPAzSvon3t+P9frsO2rXa/4f1/TPSqwdb8ZeFtE1KLTdW1y1tLyXGyF9xY5OB0Bx171zfgbxpf6vLqul2uoaP4qv7ONZoLmyYW8Eyk42t97Y2c+tZHw01LxhN4w8SSzeE9NHnX0S3kv9qAmDEYACjZ8/GPSnFXml5X/ABS/Xf8AzQm0o387fr/X/DnrNFeXeLfH8sfiS/06y8aeGvDsengApqMQlkunIycDcuwDGO+c1PeePdcvNA8K6joGnW00+syeXLC75RDx8wfHQZ64qVJNJrrb8dF/XTqNrldn5/grs9KorirLWvE+hDXP+Es8i/t7Cz+2QXtvbfZ4nHOYep+YY6+44rldG+Jc66lpkt14x8Na1BqEwjfTbGMLPbBvunduO/GQDwO5qo+9JRXW347Cfuxcn0/Q9forz281jxxqOveI7HRrrSrC20coyzz23nNNmPcY9uRjP97PHpUtx411C48GeHbnTbaBdb18RxwrJzHAzD5nI/iA9OM5pLVJrrb8dh9X8/w/r+md7RXLG61/wz4e1TWPFGtWGrJawGZFtrL7KF2jJBO5s59a4zQviRcLq+lrd+MfDWuxajKI2sdPiCTWu77p3bjv6gHgY5NNay5V5fiJ6R5n/Vv69ex65RSsMEj0pKACiiigAooooAKKKKACiiigAooooAKKKKACiiigAooooAKKKKACiiigAooooAKKKKAAgMpU5wRjivLU+GviJdGfw+mvaRHpXn+cki2LfbD8+/DyEkHnjgdK9SoqeVXuO+ljjtX8Ma8viC11rw7rFjZ3C2K2Nyt3btIrICDuTaRtbjgnI9qteCvCsuheHL3SL7UTqDXdxPM8+3ax8xiefcZrp6Kb1TT6/wDDgna1v6toch4S8PeJtJtk0TUdW0m+8PwwGCGNLV1utv8ADucttPvgCsuPwL4jGmx+GJPEVk/heOQYi+zP9saIHPltJnaQckH5eleh0U73d3/XqHSyGQRxwwxwxLtjjUIg9ABgUy/gN1YXNqGCmaF4wxHTcpGf1qailJcyaYLTYxfA+iSeHPCmn6JLcJcvaRCMyopUNgdcGtqiim3d3EYHiLwX4W8RXi3mt6PFe3CJsV2kdSF9PlYDvV7w9oWkeH7I2Wi2KWduzbjGrMwz6/MSa0aKFpsD13FHUVwHgjWNIt/GfiXTbjVLKG+mvv3Vs86rK/J6KTk131VTpumm7F4dOsjdA5E5t08wH/exmpS96/l/l/kN/Db+uv8AmclrfhHXzquqT6Bq+lw2WrL/AKbbajavMNx4JQqwxkeuelZFt8MdRtvAx8MRazZOtveJdWEkkDkAqwcrMM/OMg4xjjFenUURio7f1Z3X3MG7v+vQ4rw74S1y38ZJ4m1rVdMnmFk1r9nsLQwxDLhgVBJPbuTzVfVtX0m++LGhWljqlldXNvbzrPDDOrvEdy8MAcg/Wu9qtDp2nQ3TXUOn2cVw2d0yQIrtnrlgMmna7XZA9n5nL/EmG5sptK8WWdu1w2kSN9ojRcsbd8eYVA5JAUYFdHNrGnQ6G2ttcK1isPneZH825cZwAOp7Y9avEAgggEHqD3qMQQCEQiCIRDpGEG0fh0o15Wl/X9f5he7Tf9f1qcz8N7K5Wyv9cvoTBdazc/amibqihQqZ+qhT+NdVQOmO1FN+X9WF3bOL+K6rBZaNqeFiWz1eCa5uPu+XEA24s393kdeK66xu7W+tI7uxuobq3lXdHLC4dHHqCODT5oop4mhnijlicYZHUMrD0IPBot4YbeFYbeGOGJRhUjQKqj2A4FC2sNu9hZV3xOnTcpFZHgvRZPD/AIfi0uS4W4ZJZZPMVSoO9y2MH0zitmihaXE9bHG694U1f/hIrjXfDN/pVvcXqKl5FqdmbiJyowrKFIIIHv3rbi0u5vPDEuk65JZvLcRNHO1hCYYyD3VSTiteipcU4uL2K5nzc3U5fwfpPizTYBp+uaxpF/p8cXlxfZ7R458c4LMWIP4AVzcvw98TS6CnhtvFFkmj290txbqlq4mfE3mFZWzhh1xgDtXplFVd83N/XcS93YxNP0OS18WXuuNcoyXMCRCIKcqVA5z+FJ4v0KTXV0oR3SQfYdRjvG3KW3hQw2j0Pzda3KKS0tbp/nf8wWn9eVvyMU6JIfGY8QfaE2C1+z+TtOc+ua2qKKErK39au/5sHvf+trfocRr/AIR1yXxhN4g0LU9Jh+1W4guI9QtGnKgHrHggKcDvnmr/AII8KHQPCsmi3tzBqMjz3E3nNCMZlYt0PcZ7V1FFCVouP9f1qDbf9fI5/wAEeG4vDvh6LS5vslzIhbdKsAXcD255qHTfCcNp461TxG32N4b20hgS3FuMxlGYls9Od36V01FO+txdLHC/FO/14vpui+FJNRt9XluI5fMitz9nMIYb1eXG1flDcZBNdxFvESCQgvtG4joT3p+TjGTj0pKS0VvO43q0B6Z7VxdneaXrXxMZ7C5ttRSwsyszROJEidugOMgNx9RXaVBa2dnalza2dtbmQ5cxRKm8+pwOaF8Sfa/4q36iesWvT8Hf9DjPidqGvvfaVovhSXUbfU2uY5pXS3P2drcMN4eXG0HaD8uQTXcpu2LuILYG4jpnvTtxxtycelJQtFYb1dxlw0iwSNCm+UISi5xlscDP1rC8B6TdaXo7yakqrqV7M91dgMG2uxzsyOoXkV0FFC3uD2ObXSb678ftrN9Ei2Nla+Xp43gku+RK2O2QFrpKKKa2SB6u5W1Syg1LTriwuc+TPGUbb1Ge4964y38G+JLi1ttD1zxBY3fh21ZfLhhtnS5mRfuJK5JVhjGcAZIFd5RSWjv/AFpsD1VjjbrwLFeah4guLy7BTVBEYDEu2S1ePdhwfX5qu3V1qWg+CZZNfvJb28jj8r7Rpdk7vk8KwjGSSO5rpaUEg5BIPtScfdcf60GnaSZy/wAL08SJ4MtP+EquJJ9TYuzPIRvKFiU3Y77ccdq6eiirk7shKyCuY+IHhm78Qw6fLp15a217p9ytxD9riaWBsHkOgIJ6etdPRUtXKTOO8IeFNX0zxXe+ItY1Sxup7yzjt2hs7YwxRlXLZUEk4575Oc12NFFO+wdbhWZ4ki1+aw8vw7eabaXRb5nvoHlTb3ACkHNadFJq6sCZx/w48PeJ/DOijSNT1bSL22gj22ptrSSNw2SSXLMcjntiqV34R8U61qlpJ4j1Xw+1lbXAuP8AiXWEkNySpyo3sxGOBnjkZrvaKq/vc3UHqn5/ruKTkk0lFFIQy4hjuIJIJlDRyKVYHuDXH+H/AA/4y0F4NNsde0ebQYJP3cd1ZyNdCMnJXeGC55ODiuzooWjuD1VjgtY8F683ijVdW0PVdIhh1YAXK39m08seFC/umBAXgZ5B5rC13QNX8O2vgrRdL1Oyk1CPVpGjubuBmjO5ZD8yqQSfpivWqY8UUjI0kUbshyhZQSp9R6Uo+7ZIJ+9q/wCtv8jnfCPh7UbDUL7Wtf1KDUNXvQqO1vEY4I41yFVFbJHXnJPQVT07w74n0bXrqTRtY0ldGvLw3Vxb3Vq7zgtjeEdWAAwBjINdjRTWjuhvW5xer+FfEX9u6ld6DrtnY2eqpi8We3Z5kbGC0TAgLwB1B5pbLwTcW3h7QNKOqLK+lXb3DzMhzMG3cex+bk12dFJKysvJ/dqhPV3fZr79GV9Us4NS0+4sblSYZ0KOB6GuQ8P+G/F+kXFpaDVfDV1pNswVTLpjfbGiHrIGC7/fGPau3ooWjuN6qxwmoeDfEC32sw6L4gtLLSNZkaa7je3ZrlJGUKxjcHaBgDqDXVeGNMbRtAtNLafzzbps8zGN3PX61o0ULRW9Pw2B6u7/AK/qwUUUUxHEX3hvxhB4o1PVfD+u6La2+ooiyR3dnJJIm3PKsrAd/Sq/iq28PeF/hy/huS/j+1eSWsYpJAZ57nJZGVepO8joOK7+oJ7Oznmjnns7aaWM5jkkiVmT6EjI/Cpcbx5ehSdnf+rmN8PNKn0jwlY294zPevGJLp2+8ztyc+4zj8K6Ciirk7u5CVkYmj6HJYeJ9Z1hrlJE1FYVWIKQY9m7qe+d1V/GvhubW5LDUNPu4bTVdPdmtpLiLzYSGADK69SCB2xXR0VNtvIpaX8/1MTwpZ+ILNZf7euNCmcn92dMsmgAH+1uJzUfhXw/Loup63ePdJMNSulnVVQgxgLtwfWt+infW/lb8n+iFbS3z/r7zidS8J67ba5d6l4X1HRYY74h7mDVbFrhVcfxRlSCM5Oc5rSuvD9/fTaBdXl3ZLc6axe4FvAUjlY4zsXPyjjvmukopJJJLtb8NhvW/n+pU1vT7fWNIu9Lu94guomicocMAwxke9ct4b8P+MNLubW3uNT8MXWmW/yD/iWOt0yDhcvu27sY5xXaUU1o7g9VY5/TPD0lnqHiK6a6RxrBXYoQgxYjKc+vXNZX/CEXEfgzRdKt9USHVdG2PaXgjPlmRRj5l6lD3AOfeu1opdEvT8Ngvv8Af95zMOi+INV0TUdJ8Y6hpV1DdwmJW0y2eFkBGCfnZsn0qn4b0Lxjpt3bRXupeGLrToBs+TTHS6ZR935923PTJxXZUU+txdLBRRRQAUUUUAFFFFABRRRQAUUUUAFFFFABRRRQAUUUUAFFFFABRRRQAUUUUAFFFFABRRRQAUUUUAFFFFABRRRQAUUUUAFFFFABRRRQAUUUUAFFFFABRRRQAUUUUAFFFFABRRRQAUUUUAFFFFABRRRQAUUUUAFFFFABRRRQAUUUUAFFFFABRRRQAUUUUAFY3iPWZtOvNMsLO2S6u76cJsZsBIh96Q47Dj862f0Fcb4WH9t+NdV8RPhrazzp9jnnaV4mIPuQtJayS+f9eu349BvZ/wBf13On1nUINK0i71O6OILWFpZMeijJxUXhy7vr/RLW81G1itbmZN7RRsWVQT8vJ9sH8a57x4W1fWtI8KRFtk8ou70r0EUeDsb2fkfhXYKqqoVQAqgAAdgOlEdU3/Wn/B0+QPSy/r+uvzFooopiCiiigAooooAK5/xb4s0/wzd6Xb38F1IdSn8mN4gCsfTLPk8KM10FcL8SLGDUvE3hvT7lQ0NwLmNx7ELUybTXqvzKVrO/Z/kdMmuWjeKG8OrHMbpbNLvfgbCjMVAB654q/HdWskvkx3ds8v8AcWZS35A5rxp9X1KPX/ETJIyavpfhnyZWROUdXkIIHspWptX0Xw5pngbQfEXh6zgj8QzTWzxXdsALi4kdl84MRy3BfIPSrSTt2dvxbSCSs7df8km9fmemX3iTSrPX7XRZ7iMXFzG0gbzUCoFOMNk8HmtUTwGEzCeEwgZMnmDZj69K828YeFfCVx8UtFbUfD+kyC9gl84zW64mk3DGc9TjNL8VrePTdK0HQNH0jTjplzeLG9k9x9mtpPSJmAI2tzxjnFZxk+VX3vb8bC0vpta/4HpEM0M6b4JoplzjdG4YZ+opRJGZDGJELgZKBhuA9x1rgPhv4f1vR/EV9cSaHo2gaTPAirYabfedH5oJzIF2qFJyAT3wK3NNsPC8fxB1PULO8D+IZbVEvIPPJKRBvlOztz3q+39f1/kLv5f8D+vU6WsnxVrUuhad9tj0TU9XUH547FULouOWO5gMVrVR8QkDQb/LAf6O/U47VnVk4wcl0Lgk5JMyfA/i6PxVph1SPRNU0qxaNZIbi/EapMp7qVY9PfHWreg+JtI1l7xLa5iRrS6NswkmQF2AByvPI5rD+ElraX/wd8P2d5DDdW8umoksMgDK6nqCPSsP4ZeD/Bv9o6/I3hvRvtdjrLC3LW6h4AEQrt9MHkYronFRqyh0V/waRkm3BS8/0Z6jVPW7ySw0q4uoVhknRCYYpJAgkfsuSauVj+MdI0jWdAurfWdPs76GOJ5ES5QMquEOGAPesJ35XY1hbmVyTwnfalqfh2zvtX09NOvpow01skm8Rt6Bu9X1urRpvJW7tml/55iZS35ZzXL/AAlUN8LdDijcJ/oCKCp+78tch4b0yPwTr+nx6/4X0W5muLg21v4gtnEl5O7EYaVcfLnOCdx6VrJfvHEi3LBvqv6ueuVm+JNbsdA0mXUr9x5ce35A6h2ywHAJGetaZ61xHxm0XSdT8E3lzqGl2l5NbbDFJLEGaIb13EHtxmsasnGDaLppSkkzppdVtm0mW/tJoLgpCZQiyqx6ZwcHioPCmtx614f03UJWtoLm8t1ma3WYErnsAecVkab4f8M6T4PuLrQNI0yya5sNzyWkaqZAV6kiuBsvDukaT4F8C69ZW23VpL+zV71jmZkYnMZbrs4+7W3L78o+cV97l/kjKLclFrqm/uSPZ5ri2hYLPdW8LN0EkqqT9ATUteKX9jqfibxj4ojm8J6DrsttcmCB9S1Iwy2sW0bTGuxtvJPzA/yr1PwVa6tZeFrG01ySOTUIkKytHJvXGTtAbvhcDPtUx1jf0/EqWkrGwSAMkgAdSaiFzbGRYxdW5kYZVBKu5h6gZyaq+I/+Re1L/r1l/wDQDXnHw/8Ah5pV54D8L6oszprMUcF2mouN8yqF4hB6iMZwF9qI6t9lb8b/AORTVo3PUZ7m2gI+0XVvCT082VUz9MmnvJHGhkkkREHVmYBfzNeN6zZX3iPx94gtrjwnoPiE2myKJNU1Iwm3j5w0abGA3c/MDzgeldDd+FfE1/8AC/T9G1C5sZtTtpEkmgln329yivnymcjkbflzj8KlO8Ob0/H/AC/4YGrS5T0GK4tpkLw3MEqL95o5VYD6kHihbi2aXykuYGkxnYsqlseuM5rzPSLjT7fwt4q0GHwvp/hvULW3Z7qHTiGgfMfDK4AycEduKzE0TRdF0TwHqGlxRjX7qa3BuDJm4uFMRJRm6lR6HpgVS1flp+N/ysQ3b8X91n+p69NdWsDBZ7q3hY9BJKqk/mae8kaDLyIgxnLMBx615ho2j+HfFOs+LbjxhZ2d/dWd48MYu0Gba3UnyymemfUdcVk2Nu2uaB4DttUlvZIJZZ1zJIQ80Qx8rn+JSOCO4qVK9vO34/1+Zcklfyv+Cv8Ap+R7JBNDOu63nimXOCY3DjP4Uxbu0eXyUvLZpc48tZlLZ+mc1w3hHSbLRvHPiTQtEhj0uxltFmWK3XakcpO3eoHQ4ArD8P6fD4K8R6euveFNDkmvLt4bXXLNg91LI25gZE2/L8ucncf1pp3aXcl7PyO68V61q2m32l22j6Zb6kbm5Ed2GuAj28RB+cLnJ7fnU2u662ma9pGm+TE0V/5nmSu+3ygu3n07965j4qaPo6614Z1r+z7Iaodbgia72gTFNj/KW644FS/ErTbPV/FnhWxvizWrtMZEWTasg+T5W9VPcd6Wto+cv8i5JK/+G/5ndRTQSoZIbiGVB1dJAyj8RWDoOtavqHijVrC40qCHSrUL9jvo7gSfaCQMggHjGT+Vc/4K0zT9M+IHiPSNFt7eDQfskTSWsKgQpcFiHGOmSu3NSeB9L0nR/iJ4jtdJsrOxgKI3lW6hVLELk4HemmuaPZr/AIP6Ey2fk1/X4l/xP4g8RaL4n0q3/s3SZdF1G7W1Wb7RILlWKFiSmNuPlPeui1u8ksdKuLqFIpJ0QmKOSQIJG7Lk+tcv8T2X7f4Q+ZR/xPFz8w4/dSV0HifSdI1nR5rXWLCzv7dVLrHcqHQMAcEZ71M3ak36lpLnj6L82v0GeFdSvr/w1Z6lrllDpV3LHung84MkR9N2cGk8NeJdK1+y+1WdxGn7xoxHJKm8kHHABrA+FOn6dqXwi0LT7+ztru0a0CvBKoZCNx4IrJ+Dfhbwkmlm/j0DSV1K1vJEEwgUSxEHgZ6jjFazVq0o9Ff80v1M2rQ872/B/wCR6WrxsCVkRgOpDA4+tKjK67kZXX1U5FeX6rcP4X1jxDoVvuH9tqs+nIP7zYjkC+/LP+FegeGNJh0Lw/ZaRCdy20Kxlz1dgOWPuaiOseb+r9V8hy0dv6t0+/8ARmjUUV1azSGOG7tpXHVUmVm/IHNc/wDFK9vtO+Hut32nSyRXMNqzLJGuWT3HvXF65oXhrQbLwtqvhOxtrbVri+t1WazAElzEzL52/H3hgnOelOOr+aX3g1p97+47bxnrupaXcabpmiWFtearqUrJAt1IyQqFUsSxUEjgHGAea1tEbV202NtdgsYL/J8xLORniAzxgsAentXmXjfwjbTfFPw8p13xJH9saYsY9TdTFiNjiP8AuDjtXqWmWi2FjFZpPczrEu0SXEpkkb/eY9TSh8F3u/8AOwpP3rLoTTSRwxtJNIkaKMlnYKB+JrJ8N+JNK16yF1Z3EaZkMYjklTeSPYGr2r6fYapp01jqVnBe2sinfDMgZG47g1598HvCvhKPSP7Qi0DSU1K2vJEEwgUSxsMcZ6jFKL9+z2t+q/zHLSKa7/5nV6D4kW/1bXLK7FtaLpt99ljdpgDKNitnnv8AN0Fb0ksUcfmSyxxx/wB93Cr+Z4ryaLwtoeuax8RbzV7MXzxXUiwpMdyQsIFO9FP3X/2hzwKpa3cahfaL4L0h9Ps9XtrgOGttQvDBBcMgYKjna27AUHBHUZo5tl10/FP/ACKnFKT7a/hb/M9milimQSQyxyoejRuGB/EU6uF+GGha3ot9qrXmlaXo2mXDI1tp9he+fFCwHzFRtXbk8kY5ruqpkLdkUl1ax/626t4+dvzyqvPpyevtT2kjXG6RFyMjLAZHtXklr4e8N6jc/EDUvEMMNykGoz+X9qcNHbYjUmSNT91vVhzwPSoLuxuPEFp8NrXVLi5haWe58xo5CrvGI2wpP91lABHcGiKvZen4pv8ACxckoya8n+Fv8z2GGaCZS0E8Myjq0cgYD8RTYrq1lkMcN3byyDqiSqzD8Ac1554p8OJ4K8L+JtU8KsLGG6SLFlbxYSE7lR3UDvt3E/XNUNV0PwzoUfhHVPC1nBBqd1eQoLi0AEt3GyksZSOWBwCc96UXd/cvm/0JkrK/r+CT/U9SmurSFwk93bQueQskyqfyJpRPbsgdbiAqwJVhIMEDqQc814T4ks7XxBrPjK1v/CN54ivp5WtNN1GO3DxWuM4QuTmPbnkgHrXQ+IPClqurfD3w2x+y28S3IlS0Plq4EQLIcdVPII7jNELyS87fk3+A5Kza7X/D/M9WhmhmTfBNFMv96Nww/MU2K6tZnMcN1byuvVUlVmH1ANceND0fwFp3iDVrJWg0qdRIdPtY9ixNtC/JjpnHP1JrgbIS6d408IXkHhPQPDp1S55msb7zLi6haNmxKuwZycEkk80Rd5W/rr/kJrRv+tD243VqpIa6twQMkGVQQPU80r3FsiCR7qBEPIZpVAP45rwvTPDuk32tWc13bmZ7nWb9JyzZ82MOP3beqf7PTgVSt9PtNU8L6JDqEf2iGHQLt1ic5TcqnaSO+O3pS5vdbfT/AORcv0Glf70vvdj6CjlhkZljmikZfvBHBK/XHSmxXNtM7Rw3VvK6/eWOVWYfUA8V4haK3h9tXm0dHWaTwxDNM/mEO7GVlMjP1yFA+bsFHpWl4M8Na5/afh/WNK8L+G9FjUrLdX1lqpklvI2TkSL5Y35JDcnrV297l9P1/wAiL+7zfP8ABP8AU9dkubWMZlureMZxl5VXn05PWpRyMjkV5V4c8GaN4i1vxbNrUZvo3vCkEE/zRW7c/vFU8bs9/rXo3h3T5tK0Gx02e8e9ltoVia4dcGUj+Iiog+aCk+qT+9X/AAKlpJpdG19xfoooqhBRRRQAUUUUAFFFFABRRRQAUUUUAFFFFABRRRQAUUUUAFFFFABRRRQAUUUUAFFFFABRRRQAUUUUAFFFFABRRRQAUUUUAFFFFABRRRQAUUUUAFFFFADJ4xNBJCWZRIhUspwQCMce9VNA0q10TSYNMs95ihXG6Q5dz3Zj3J7mr1KAT0GaQzMtdFs7fX7vXFMr3l1EkLl2yFRCSAo7dTWlRSkEHBGDTASiiigQUUUUAFFFFABVe5sLO5ure6uLaOWe2JMEjDmPPXH5CrFFICjBo2kwazPrMOn26ajcIEmuQvzyKOgPrWdpfgvwnpesHWNO8P2NtqBZmNwindk9Tycc5Nb9FC02G9dzN8Q6DoviKyWy1zTbfULZX8xY5gSA3TIx9aYPDmgjw+fD/wDZNt/ZRXYbQglNvp1z+tatFFugXZi+G/Cfhvw280mgaLa6c04CymHPzgdM5Jq5BpGlwaxPrENhAmo3EYjmuQvzugOQCfTNXqKdxBWZ4i8P6J4itEtNd0y31C3Rw6xzA4DevBFadFJq47mN4a8K+G/DPnf8I/otrpvn4EvkAjdjp1Puaj1Hwd4W1LWo9avtCs7jUomVkuWB3qVOQeD2NbtFO7umIKy/Efh3QvEdtHba9pdvqMMb70SbOFb14I9a1KKTVxrQw9B8IeF9BhuYdF0O0sI7oBZ0hBAkA7HJqHQ/Avg7Q9RXUtI8O2NleKGUTRhtwB69Sa6KinfW4vIKbNHHNC8MyLJHIpV1YZDAjBBp+DjpSUhmFoXg/wALaELgaNoVnYi5XbMIgcOPQ5NXm0XSW0+009tPgNpZuj20O35YmT7pX6Vfop3F1uYXiLwd4V8RXCXGu6DZ6hMi7VeUHIHpwRWvY2ttY2kVnZwrDbxLtjjXoo9BU1FJaKyB6jJoo5oXhmQPG6lXU9CD1FMsLS2sLKGysoEt7aBBHFEgwqKOgHtU1FMZieI/CPhjxHLFLr2h2eoSRAiNpQcqPwIov/CPhnUNGttGvdFtZ9Otf9Rbvu2R/TnNbgBOcAmkpWVrBd3uc5P4V0zTvCOpaL4b0u1sVuYXURR/KrMVI5JzVX4f+BfD/hfT7Ge10Kys9WWzSG5niyzFsDdyTjqO1dbRTTabfe34X/zFZaf1uYXiHwb4V8Q3aXet6DZX86DaskqnIH4EVpz6dYTy2ss1pE72mfs7Ff8AVZGDt/IVaopW0sN6lOTS9NkuLq4eyhaa7i8m4fHMkf8AdPtWVoXgfwfoV+NQ0fw7Y2V0BgSxhtwH4k10NFNabC6WOb1vwD4L1zUX1HWPDVhfXbgBppQxY46d6m1DwX4T1DSrTSr7QLO4sbMYtoHB2xD25zW9RSsrW6Du73M3TtA0XTtGfRbDTLe2051ZHt0B2spGCD35rI034deBdNv4r+w8LafbXUR3RyoG3KfzrqsHGcUlO+t+ouluhzWteAPBWtajJqWreGbC9vJcb5pQxZsDA71a1Hwj4Z1HR7bR77RLW40+1x5Fu4bZHjpjnNbdFKytboO7vcxfDXhPw14ZaZvD+i2mmmcAS+QCNwHTOT7mmSeDvCz+ID4gbQrM6qW3m6wQ5bGM9cdPat2inre4ujRxsOk61rvjS01rX9JttOtdIZzYxrcrO8znI8wkY2jaT8p7967KiihbJDeruBAIIYAg9QRkGsHRPBfhPQ9RbUtI8P2VleMCDNGp3c9epreooWjuHSxVuNOsbi/tr+e0ikurXPkTMPmjyMHH4E1aopTweaBCVhN4P8LNr/8Ab50Kz/tXfv8AtQBD7vXrjP4Vujk0Udbh0sVIdL06Fr1orOFDfMXuyB/rmIwS34ACq1/4d0K/0T+xLzSrafTf+fZl+Qc5+vWtSilZDuzJ8N+GdA8NxTRaDpNvpyTsGlWHPzkcAnJNa1OZWUfMpH1FNpt3EcBo3w70ebxPrmt+ItBsbu5uNTa4sp3Yswjwu3gHA5B4NdrcafY3F1aXU9pFJPZkm2cjmIkbTt9MjirVFC0SS6Dbu2+4jqroyOoZWBBBGQRWHong3wromqSappGg2VleyKVaeNTuIJyep9a3aKXW4dLHj2r+B9TbWNYnvvh7pXimW7upJrfUJ9TWApG33UKdfl/XNd94Q8NLpeh6PBq0keo6lpsbCO6ZTmMtnIX2wdv4V0dLg4zjinH3Y2X9f1f/ADCT5nciuYIbq3kt7iNZYZVKOjDIZSMEGsHSPAvg7SJo5tM8N2FrJHKJY2RTlXAI3DJ4OCRXRUULR3C/QzodB0WF45ItMt0aOV5kIX7rv95vqe9RReGvD8UMcMej2iRxwtAiheFjb7yj2Na1FKwFG20fSra6+1W+nwRzeQLfeF58oHIT6ZJrK03wJ4N03WF1jT/DljbagjtItxGGDBjnJ647mujop31uLpYrWVhZWTzvaWscLTv5kpQY3t6mrNFFIYUUUUxBRRRQAUUUUAFFFFABRRRQAUUUUAFFFFABRRRQAUUUUAFFFFABRRRQAUUUUAFFFFABRRRQAUUUUAFFFFABRRRQAUUUUAFFFFABRRRQAUUUUAFFFFABXJ+JJ5NU8YaX4dtZpo47f/Tr14m24C/cjYjnDAn8q6meVIIJJ5DhI0Lt9AM1ynw3he7iv/FFwpE2rzb4iRz9nXPlfoaS1l6a/wCX+fyG/h9dP8/w/M0vHWrvovhm4uLf/j9lxb2S9d078IPzq34Z086VoNnYtNNM8ceXeVyzFjyck+5Irn9QDa98R7ax2sbHRIRczZX5JJn4QfVCufxrsacfhv3/ACW36/KwS3t2/P8A4b9fMKKKKBBRRRQAUUUUAFcf8WPEWr+HPC1xd6PpN9dzeUx+0weWUtiBwzhyMj6A9K7CsPx/pl1rHgzVdNsgpuZ7dliDHALY4FTLuVHV2K3hrxNeXuny3WteG9U0GC3tlme6vniKSDGWI2MT781nWvxEge4tWvvDes6bpl3L5Vvqdx5ZgkP8JwrFgG7ZA6ikW4v/ABb4O1Lw83h3WNEujp5gSXUoFSGRypUbSGJIzz06Vh3X/CQ+I/DWm+DH8L6tpckLwJd39xCotQsJU5jIOW3FBjIHWtPt/d93V/IlfDr/AMN2+/8Aqx6oeDWT4o1230HT1uZbe4u5pZBFb2tuAZJ5D0Rc8An1OBWqa4f4t6Ffata6de2ceoXCWE/mT29hctBcSJ38tl6sOwyM+tZyb09V+Y4+ZqaD4ti1Jr63vNH1DR9RsohNLY3mwyGM5w4KkqQcEdc8Vk2fxM066NncR6Hqw0q6m8hdTYIIEk3bQpBO7k8ZAxzVLwTo9jv1a8ttD8a2d81p5Qk1+4MnmDnCx5dumfbrTb/Q9Yk+Eek6UunXDX0V9BJJBj5lVbkMSfYLzVxV5K/938W7/hb0f4pavl73/JW/Fv5fh0ev+Ln0/XDo2m+HNU168jj8ydbF4l8gEjG7ew65HTNXtQ1+HT20eO7srmKbVJ1gSM7SYXYE4fnHGO2a474kW1tda5JJb+FfGjanFFsi1HRyIopCeVDsHBdQcZBHapddtPFKeHfCep39hJquo6ZdxXGoQWagysAhB2KcAnJ6ZFTB6e93/C7/AKYST+z2/Q61fEFq3iHUNE8ibz7G1juZH42Mr7sAd8/Ka5bT/itpN/a2moWei6vLpc8620l/tQRW8zPtCMCdx5xyoI560nhuPXdQ8beIdbvtAu9MtbvToIrRZ8eY23fkMOzcjI5+tbPw70f7L8PtL0rVdNRHiQmS3mjB2tvYgkevQ04rS78vxvf8Ehza5rL+tI/q2Gv+Ml07VJdO07w/quvTW8fmXRsdgFuvX5i5GTjnAya3NE1O11jS4NRsnLQzLkZ6qe6n3B4NeXeJfDVxY+M9Y1C703xlqNlqTpNCfDt88fllUCFZEDKP4eDz2Feh+B9OstL8M21rp9lqFlBlpPJv23TqzHLbzk85PrRDWN2E9JWX9bGjqlzNZ6fPc29jPfyxoWW3gKh5D6LuIGfqa4DwB438S6rcXkN/4N12VBqbwC53W4S1T5flfD5O3OSQD1r0iuB8L3OqeG9b1PR7rwzrV3Ffao9xDf2kKvbqj7QC7FgRjHOAaIfFr2/VCl8Kt3/RlAeLZ9F8Z+KYI9I1fXZIpRKbe0K/uIgi/N85C4yDwOfauxPiSCTw1b61p9hd6iblQYLSADzXbumSQoI5zkgcVn6Lp9/Dr/i2aW1lSK7kzbsRxL8gHH4iuW1DTfE9p8ONG0+Cy1hYxezHU7fTjtvDCWYr5ZBGDnaevTNZwv7NL0/Fsp/Ht3/BI6zSPGL6gmpwHwzq9rq2nortpcxj8+UMMgoQ2zp71z/w+8ceJtWuL2G/8H65Mg1WaAXGbdUtIwRhHw+SV7kA/jUfwu0bULPxnqeoyaXr9np09sqwNrF0005IAyG3E7fYAmr3hW41Tw1ruqaNdeGdZu4b7VZbuHULSFXt1SU8b2LAgjHOAa1jur9V+Tt+Wor+6/X9P8/6Z39Z+vam2l2XnQ6dd6lcMdsVpageZKe+CxCjA55IrQrivixFrk1jp0emw6vPp5uD/aUWkttu2jx8vltkEfNjPPTNRJ7Dia3hTxRHrtze2M+k3+j6hZFfOs7zaXAYZDAoSpGCO9b9ea/CvRtQsfFmr38uma5Z6fcQoLZtXummuDgDIYsTt5zxk16VVdEyFuzzz4oXTt4g8PWtxaeIrW0XUYNl/YyRiCSRm4jkBYNjjnjvXWeK9etvDumrd3EE11JJIsMFvCQHmdiAFUsQM5I6muR+KuoapcXGm6fp/hHxFqP2LUra8kuLa3RomRGywUlgS3titbxfcWeseEYH1Lwh4jvEuGDi0t4VF5bMpyGPzfIQRkEGp/5d3Xf/AC/4Y1aXMvT/ADNrw3ql9qttLLf+HdS0N0fasV60bM4x94bGIx2rVrh/hbBrcL6j9qi1q30fev2GDWW33inA3FmJYkZzjmu5HWrfQyRxur+P7ez1S/0ux8P6vrF5YANcxWgQbEOfmy5AI46ZzVq/8babBoem6lY2t1qkup/8eVlbbRNN/exuIA298movDun39v4l8V3E1rLHDd+X9ncjiTAbOPzFcjpGi+INC0XwVrn9iXN3NpEE8F7p8SA3IEvAKDODjqeRUxWi5n/L+Kd/xSXle/kX3a7tW79v66/idlo3jEakl/CPD2q2+rWIDSaVKY/PdT0ZSG2EdutYHw98beJdWMseoeDtckU3kkf2rNuI4FDHCsA+TjGOAa1PCEGpap42vvF17pl5pNu1oljb2l4gWcqr7y7AEgckjGe1VPCdzqnhvV7/AEK78M6zdRT3rTQ6haxK9ttclvmYsCMZx0NCXvq/b8br80KXwO3f8LP8md9WL4q8RW+gRW6mzudQvbp9ltZW2PNmPfG4gADjkkda2q4vx1FqVj4r0HxPZaRe6tBZRz29xb2SBp/3oUBlUkAgbTnmjqv6/rsNLcqeA9cubrX/ABTf6xZ32jxW5Dtb3sisYVAyThCRj6Vf0zx7FdX9rDe+HNY0qzvXMdnfXXl+TOwzjAUlhkDI3AVj2Gj+INcg8YG801tJfWICtmJHwRlcAOR90564zgVieFvDtpJeaZY6x4b+I3n27KGlub95bAOnRuX5Xjj5fSimtUpeX/B+ZMn7smvP/gfL+kd3rHjB7TX5tF0rw1quvXNsFN39ieJRb7gCobewzkHPGaofFbxRrfh/wm95pOiajJO8W43EflFbQ8cOGPP4A1j/ABGtYbzX7iey8LeN11ZUCJqOknyreZuCvmEOC4HAOR04rf8AEmk+INX+FcmmXrW82vSWS+d5fyxvMMZx6CkvgUn3X3f1/TKa96y6r8bf5lrS/FF9LpF9qGq+E9Y0eOyt/OJunhJnAGSE2MeeO+OtZmnfEzS76bT5IdI1QaXfv5UOqOqiASdAhBO7OeM4xU76tf8AiLwfrNiPC2u6ZcrYNGi30CoJnKkYTDHPTvjqK2fDWlwR+F9Msb/T4v8AR0RvJkjBCODkHHYg81X23fZW/W/9d/ucfZVt9f0t+f8AXTI1jx5HZ6he2uneG9X1uLTyFvrqyMfl25xkg7mBbA5+UH86vJ4w0uS80SGFJpINajL2tyABHu4wjZ5DEc4x2NcvZy6/4TXWdGHhbVNWF7NJJZXdhGrRASZ/1xJBUhm7A8Cpdb0C90n4UWxkkhOraQVvo2B+QT9CoPp8xGahStFSltpf9fu/TqW4ty5Y+dv0+/8ArY6geKdO/tzVtLkWWNdJt0uLq6YDylD5wM9cjac1m6T47jvL+1hvPDur6VaXpK2d9dhPKnPYAKSwz23AVQsfDt3rXww1aLd9n1HxFHJcP5n/ACyaTohPoP61z/hfQbSXVNNt9W8N/EQXNtIrmS71B5rFZEOQw3PyvAI+WtIxanyy8r/r93T8b3Jk04c0fP8AS339fwsdV408YSWo1TSdI8P6trU9vaSfaZrFo1S1YqcBi7DnBB4zWp8OZpbjwPpU07SNI8CljI2Wzjua5W5/4SDRb7xXplr4Zv8AUm1mRprO6hA+zKDEExI2cqcg9Ae1dd4CtLux8H6bZ30JguooQssf91u9Zw7+S+/W6+Q57pev6WfzGfEWWSHwLrM0UjxOlqWDoSGXkcgisLwx49gl/sizu9G1W1tL1RHaapcbBBcP2AGd4LZ43AV0Pj21ub3wZq1pZwPPcS25WONPvOcjgVyKf2r4sj0HS5PC+saRDpl1Dd3E+pQrGGMZyFjwxznnrjtTp/xHf+7/AO3X+4J/Cv8At7/22xu6942GnaldWdn4c1fWI7Jd19c2ezy7buQ24gkgc4UHis74ifEHQ9J8IG5h1J47m+tg9oUt5HyrHaTkKQCMnrjkVzOt+G7jT/FOtyalpXjnU7bULg3NvJ4fv3WMKVClJE3qA3B9eCK63XtFKfCaTRdB0+/XKIYrWdt04zIGbcSeT1J5qJXdFvr/AFcuNlVS6f8ADWKHwwn8E22jXGs6Tqmo3EsNsv8AaM15NcFdxAJIWX5Rk/3a0dO+IMNxe2Md94b1nSrLUHEdlqF15ZhmY/dACsWXd23AVf8AFGiXeufDabQUYRXUtlHGPM6Ky7Tg/liuaup/EHiiHRtAfwvqujtaXMU99eXUSi3Ij6rEQSWznjIHSt5O9RpeXpbq/l2/Myiv3afV3++yt9+pq6n8RbK11TU9KsdD1bVtQ0wk3FvahAQmM7wWIGOvGc8dKvXnjWwj0XTtQ0+xvdWm1LItLK1C+dIR94ZYhRtwc5I6UzwdpdzaeIvE11dWbRJd3eYpGUfvUAGPqOtYXxK8MSG+0nUtP0/VpdOsw8c1nodw1vcANn5owpAbk8gkcZNYpvlV+tv1/wCB+Pyt7vyv/X5nWeFfEcOvJdRmxu9NvrNwl1ZXWPNhJGVyVJU5GDwT1rbri/hjpmn2v9oXlrpHirT55nVZW1+YySy4HBUlm4GMV2lasldTze98ceJoPiDLpcXgvXrm0S3ysEbW4Mh/56Al/un0Jz7U/wAY+Ip9O8XeE7uax1JGuY7gf2ahBkd/L+VDg7c5xyTgetX/ABQdS0XxxbeIrfQ9S1m0ltWt5Y9PjDyxsOh2kgYOT37VPewX+o+NfC+sR6beQW0cVwZxMgVoC0eAHAPBJqKSdo3/AL1//JvzVvw9Aq/at5W/8l/J3/rUt6B4xsdT0vUry6s7vSZdLcpfWt3tMkJ27gDtJByCOhPWqui+OY7/AFK0tb3w7q+jwX4/0C7vPL8q6JGVChSWBK8/MBwKyNQ8M6tqUvjy3SGS2/tG5hks5WbaJQkadGHI5UjPasnwhoNlJrWlLqXhz4hpd2bhxNf3zzWMcoUgsNznK8nBx0NVDWSv2X5alTXKtP62t+Z63RRRQSFFFFABRRRQAUUUUAFFFFABRRRQAUUUUAFFFFABRRRQAUUUUAFFFFABRRRQAUUUUAFFFFABRRRQAUUUUAFFFFABRRRQAUUUUAFFFFABRRRQAUUUUAFFFFABRRRQAUUUUAFFFUtX1ax0lbdr6Vk+0zrBCFQsXds4GB9KQF38qKbLJHFE0sjBI0XczMcAD1NVdF1K01jTIdRsWka3mzsMkZQnBI6HnqKYy5RRRQIKKKKACiiigAoorO8Q6zaaFpxv72G9lhDBStpavO+T/soCce9JtLcaTexo0Vn+HdYsPEGi22saXJJJZ3KlomkjKMQCRyp5HINaFNpp2YgooqjqurWOmS2cd5IyNeTrbwAIW3SN0Bx0+tAF6iiqOtatY6NbR3OoStHFJKkKlULZdmCqOPcigC9RSng4pKACiisey8TaNeeJ73w3b3DtqdlGstxEYyAqsSAd3Q9KXWw+lzYooopiCiiigAoorO8R61Z6DprahfRXskCnkWtq87j32oCcUm0txpN7GjRVDRNXsdZ0eLVtPaV7WVSyF4yjYH+yeQfas/wx4w0XxFfXdjp41CO5tFVporuykt2AbOCA4GQcGnbWwul+hv0UUUAFFUrbVbG41a60qGRjd2gUzKUIChhkc9+DV2ktVcYUUUUxBRRRQAUUUUAFFFFABRRRQAUUUUAFFFFABRRRQAVg+JfCth4hureTUrzUWtofv2MdxttrjnP7xMfN+db1FHVMYAYAA4A6UUUUCCiiigAooooAKKKKACiiigAooooAKKKKACiiigAooooAKKKKACiiigAooooAKKKKACiiigAooooAKKKKACiiigAooooAKKKKACiiigAooooAKKKKACiiigAooooAKKKKACiiigAooooAKKKKACiiigAooooAKKKKACiiigAooooAKKKKACuPhZte+JErdbDQogq8ZWSd+c/VNpH411tx5v2eTyNvm7Ds3HjdjjP41j+CtGm0TRBDePHLfzytcXciElTK5y2CeSM9KS+K/b8/6v8AOw38Pr+X9aelzO+JdzNNp1r4ctG/0nWpfs7AHkW//LZh7hTmuntLeO1tYbWIARxIqLgdgMViw6LdSeOJtevpIXgitlhsY1JLRk58xjnpuG3p6Vv018Pr/S/rzB7+n9P/AC+QUUUUCCiiigAooooAKbKSsMhBIO09KdWZ4ksNU1CxEGk66+jTbvmmW1Sckem1+Kiom4tIqO5z3wefy/hbpkhaNNsczbpDhR+8fkn0rkJPHBtfEVlNY+NtU1hZrwQzadLpZjtQpO35JfLGcHuW5xXY+EvBN3o3hy68O6h4mn1fSprZ7dIXs44TEHJ3HcvJzuPWqEXw4vmtbGwvvGd9dadp0qyWVqtnHEse05AYqcuMcfN9etbNp1+Z7XX3X1/D/hyamsJcu7vb9Px/pmJr+ueM/wDhJbwWGvi2trbVY7KK2MKlZFdGYlzjPGOMfjVTUL3xDqWjaTbvqiXWpWnitrOK8uYwCyoxAZggxn6Cu8ufBNvNfXF0dRmUzagl8VEYwGVWXb9Pm61Tvvh+0lh5Nh4huLC5GsPqsdwLZJCjsc7NrcED1rOnpFc3938OW/4839WHP3ua3n+cv05SvZ6rrnhjX9T03WdXudftotON9FNNHGkikbiyYQAYwBjvXO+J7LxJd+HNK8Qat4pupo7jUbZzpkcEYtkBmUKA23fwMHk9a7rRPCIt5L+613VZtd1C/h+zTXEkSwjyRnCBE+UdTyOTn2rHj+HFzJBa2epeLtQvbKwnWaxg+zpGISr7sMVOZBjj5unWnC6nFyezj+Em387W+771NXjJLrf8kvuvf7/ur/E3xFHY6xLajx1qGiTRQl47bTtO+1b++ZT5b7eeMccV1Hw71e413wbp2p3ZVriSMCRgpUOw6tg9M+lZmqeCb6XxBqmqaR4pudITVgBfQR2kcnm4XaCHb5l4Hat3wjocPhzQLfR4LiW4jgyFkl+8fr6/WlC/K7/1/X9JDn8St/W39fqap5BAOD6+lcH4Rj1Sw+J2s6Vf63Nq8X9nQ3KST2sMciFpHBXcigkYA65rupVdonWOTy3Iwr4ztPrjvXD2HgnxJbeKm8QyfEC5nnlRIZ0OlQKskKsWCcdOp5HNOPxaj+y1/W5Q+Imt6pY+LI7O78Q6v4Z0g2waC8sLFbkTS7sFXyjbcDnPA4rv9JkSXS7WSO++3qYlxc8Zm4+8dvGT14rD8S6D4k1S4nWy8aTaZp86GN7NdNhlBUjDDe3PIzWv4d0m10LRLXSbIEQW6BVz3Pc+30pQ+HX+v6/pClvp/X9f0ybVbyPT9Mub6RWZIIzIQvU4rjvBdp4q1u1sfE2o+Lr22iuz540q3t4jbqmeE3Mu/t613E0cc0LwyqGR1KsD3BrktC8JazolzDBp3jK6TRYHzHpsllHJtTP3PNPz496I/E7+Vvxv+n3A/h/r5fqYvxK8RxWOqS2qeOtQ0W5hhLpa6dppugx5x5p8ttvPbI4rpfCOsza78PotWm4lmtZQ5AI3FQV3Y7ZxnHvWdqXga9k1zVNQ0fxVdaPBqxzf28VpHIZTgKSJG+ZMqAOOnWrcXhO/sfB1t4c0PxLcad5JcNdNapO8iMTlSH479etSl+7ae7/4N/0/yG3+8TW3/Df8H/Md8K/+RIs/99/51U0gk/GPxFkk/wDEts/5SVa8E+GNW8OadJYTeKptTg2nyBJYxRGFj3yv3voaztJ8E+I7LxQ+vzeP7m6mnWOO6jOlQIs0aZ2rx93qeRzWkfi+QlpCS/rdM5nxP43ln8Sazap4u1PQF0yU28EFnpT3K3DgZ3SN5bAA5AwCDW7J4l1vWtD8NWVjLJo+oa2zrJdGL54FjBJZUcdWC9x3rX1Dwlqcer3eo+GfFd14fN62+7iS0juEkk/vgP8AdPTp6VP4i8MXer2umyjX57XWdOcvBqSW6MdxG1iYz8pyCRioj8Kv5fr+tuu3QJfFeP8AW39bGJ4A0++034geJbfUNau9Ym2Qn7RcxojkbF4wgA/SvQSCBkg4rmvCXhRdB1S+1STVbrUby/2m4eYAAsoAyADhRx0HFSaF4bn0zxNqusya9f3seoFSlnMf3VtjP3Oe+aI3SjF+f5v+vzE9215fkjoKKKKoAooooAKKKKACiiigAooooAKKKKACiiigAooooAKKKKACiiigAooooAKKKKACiiigAooooAKKKKACiiigAooooAKKKKACiiigAooooAKKKKACiismXxN4bh1f+x5fEGlx6luC/Y2uVE27025zmjrYOlzWoqIXVsb02IuIjdBPMMO4bwucbsdcZrL1rxRoOk6RNqd1q9gkETtFue4VVaVc5jyf4uDxUtpK7Gk27I2aK5vwb438OeKLO0bT9W09r+eATPYx3SyTReoIHPHerx8T+Ghq50c+IdLGpB9htPtK+du9Nuc5q3Fp8r3JTTVzWooNc94/1u70DQ0vrMQmQzpGfNXKhSeTSW6Xdpfe7Dbsm+1392p0NFZ+l65oerT3EGk6xYX8lu22ZLedZDGfRgOlaFLzGFFFFMQUUCuL1LVfFmq+NL7QPC93pWnx6ZDFJdTXtq1wZDICVChWXbjafXrS62HbRs7SisPxdrjeH9B+1GH7XfyMsFtAgx50zcKPYZ6ntVof24PDm4/ZZNY8kttC7YjJjITrx2Gfxobsm+wLdLuaVFZHhHWk17RY7zyjBcKxiuYT1jlU4YfTIOD3FXk1Cwk1GTTUvrdr6NA8lsJAZFU9CV6gU2tbCLNFFFABRRRQAUUUUAFFFFABRRRQAUUUUAFFFFABRRRQAUUUUAFFFFABRRRQAUUUUAFFFFABRRWD4l1i7tNW0nSNMEDXl7LucSjOy3X77geoyv50uw+jZvUVQ8Q6nDouhXuq3A3JawtIVHViB0Huab4al1KfQrSfV/I+2ypvkEK7UAPKgDJ7YprqDNGimXE0dvBJcTOEijQu7HsoGSa4/SvGerarIl9p/hG4l8Ps+0ag10FlZc43rBt3MOmMHkc0LV2QW0udnRWZrfiLw/obRLreuadpjTZ8oXVwsZfHXGevWna1/al1pBbw7qFjb3LYaOe5gM8RXv8AKpGcjvmpcrK4Ja2NGiub+G+salr/AIKtNU1M2326QypIYIysZZZGUEKSSB8o71T8N6p4mXx1faBrt5pd3AlqbmB7S1aFlG4AK2WOeD14q3FqXL/Wgnorv+tbHYUUVz/jrxdpHhDRpL/Urq1SUIzQW8k6xvOR1C56mpuOx0FFc3H4w0PUtBv7zQNZ0zULq1smuGiguFlMZ2kjcAemeKPC/i7SNSgsbO61jTF1ueIM1isyiXOM8JnPTmn1a/r+tBdL/wBdP8zpKKzda8QaDojxJrWt6fprzf6pbq4WMvzjjPXmtCN0kjWSN1dHG5WU5BHqKBjqKD0461xvh3VfFCfEC+8O69eaXeW6WC3lu9paNCy5kK7WyxzwPahauwW0udlRWZrXiLw/oksUOta5p2myTDMSXVwsZcZxkAnnmpL7WtGsLZLm+1aytYHj81ZJZlVWTj5gT25HPvSAv0VkS+INKntb3+y9UsLy6toPOMcUwcqD0JA7HBrO8H+MNL1bTtNhvtY0xNbuojI1kkwWThiOEznoKa1v8vxv/kxN2t8/wt/mjqKKx/E/iTQ/D1q7arrWnafM0TvAl1OsfmEA4wCeeRVTwz4lt7nwVB4i1q9srOBgWknZwkKrnAOSeBUprUbWx0dFUtH1bStZtftej6laajb7ivm20okXI6jIq7VCCiuW8dazrFlfaNoegG0i1PVppFjnu4zJHEqLvYlAQWyAR1rW02a80+ytrfxJqmnS6jM5RXgiMCStyQqoxJzj37ULVXG1b+v67GnRUDXtmtxJbtdQCaNN8kZcbkX1I7CqUHiTw7PqMemwa9pst9IgkS2S5UyMp6MFzkiktRGpRWbrmv6DoSxNretafpglJEZu51j3464z1rL8XeOPD/hzRI9UuNSsZBMU+zxm6VDOpYAspPUDk/hScklcaTbsdNRWToXibw/rkDy6TrWnXwiQPMLe4WTyhjJ3Y6Vj+DvEd5rvifWI4dR0G/0SAILSSwuVllBIO7zACce1VZ83KK/u8x11FZeteJPDuiSxw61r2m6bJIMol1crGWHqATzVu41CwtoUmuL63hjkQujvIAGUDJIPcAc/SlfS47dCzRVDRda0fW4Hn0XVrLUoo22O9rMsiq3oSOhq/TEFFFV9Sv7HTLN73Ury3s7VPvzTyBEX6k0m7DLFFUtH1bStZtTd6PqVpqNuG2mW2lEiA+mR3q7TEFFch4y8S3Vlr+k6Nomp6B9smuVF7aXlyqz+SQTmNSQS3TFdNqeoWGl2bXup3tvZWyY3zTyBEX6k0r6XHZ3sWaKo6NrGk61atdaNqlnqNurbGltZhIob0yO9Xqb0EFFcbe/ErwlZ+LRoFxrmlRKLd5Zbp75FSKRWC+Uw7NyT+BrpJNY0iPSBrEmqWaaaUDi7aYCHae+7pil05ug2mnYvUVzmteKbFvA+seIPDepafqX2K1lkjkhkEsXmKucHB/SrGleILP8AsLSbzWL+ys7jUEXy1eQIJJCPuoCeT7U1q2vT8f8Ahg6J+v4Wv+Zt0Vl6t4j8PaReRWWra7pthdTf6qG4uFjd+ccAnnnirl7f2Nkoa8vLe2UgkGWQKCPXmldWuFtbFiiqWjaxpOtWxutH1Sz1GAMVMttMJFBHbI71dpiCiuX8b6vrVpqGkaH4fa0h1HVJXVZ7qIyRxKqliSgILZwR1rU064utOsLeHxNq2myag7MPMhjMEcmMnCoxJyFHPPY0ltcb0djUoqho2taPrUEk+j6tZajFGcO9tMsiqfQkdKg0nxP4a1e8ay0nxBpd/dKCWht7lXcAdTgGnbWwvM1qKyp/Enh23ujaz69pkVwEaQxPcqGCKMs2M9AAcn2q/Y3lpf2kd5Y3MN1bSjMc0ThkceoI60LVXB6aE1FQaje2enWUt7qF1DaW0S7pJpnCIg9yelcv4T+I3hTxA7Qx61pcF2bt7aC2N6jST7TgMo7hu1C1dkD0Vzr6K47SfG1jHqOtW/iLVdL01LXU5LOz86URGVVVT3PzN83aum1PVNM0vTzqGpaha2VmMZuJ5QkYz0+Y8c5pdLjas7Fuiqulalp+rWSX2l31tfWr52TW8gdGxwcEcVapiCiszW/EOgaEYhret6dphmz5QurhY9+OuM9akvta0aw0xdUvtWsrWwbG26lmVYjnp8x45pX0uMv0VSsdX0m/04alY6nZ3VielzFMGjPOPvDiobPxDoF5qT6ZZ63p1xfIu97aO4VpFX1KjnFHWwvM06K42X4l+EIfE8+iXGvaTCsMe5rh75AofumOzCuoj1LTpPsvl39s/wBsUtbYkB84DqU/vAe1C1V1/X9WG9HYtUVWfULBDcK97bqbVd1wDIP3S+regqrD4h8PzaomlQ65p0moOodLVbhTKykZBC9cEc/SmtQNOisvUfEnh3TdQTT9R17TbO9kxst57hUkbPTCk5NalHS4vICdoLYJwOgr5+8S+IJdV8OSXkY8IWNqb+MR2bRySaqm2UYLFW4ORnJGMV9A1njQtCF090NE0wXD/flFom9vq2Mmocbu5XNpZHGRarp+l/FKG61a+hs0l8PptlncIJG8xSVUn7zew5qr8OVs9Y8AeIJY7eO6il1K+kiWWEE58xsHaw4P616FfaXpd/5X2/TLK78kgxefAsnlkdNuRx+FT29vb26FLe3ihVmLFY0Cgk9Tx3NVJc0ZRfVNfe7ii+W1u6f3KxwXw3u9DfwBp9rpE2lDXY9N2tFF5YukcDkMv3h75rlEm8Kv8ILexVbV/EZIVICR9uW73naxH3xg4OTxjrxXr1to+j2t899a6Rp8F2+d9xFbIsjZ65YDJzQNH0caidSGkaeL4nJuhbJ5pPrvxn9aqUuabk+tvwben3/kKKUYqK6f1r/XfuTaasy6barcZ84QIJM9d20Z/WuN+OK2r+Cdt8yLbG6i8wu+1QNw6ntXdVDe2lpfW7W99awXUDfejmjDofqDxSlq0/NP7ncErRcfJr8LHAwLotz8VNHm8KyWkkFtp86XktiytDgsm1XZeC2AcZ5616JVXTdN03TI3j0zTrOxRzl1toFjDH1IUDNWqOiX9dw63OB+IkPjKTWYm8Pf8JR9l8kbv7Mu7OKPdk9RMpbPTpxW38PY9cj0V18Qf2v9q8zj+0poJZdvsYQFx+tdHRRH3U0OWrRHdQRXVvJbzrvikUq65IyD7jmvIPB3gLwi3xT8U2h0tzFYx2b26/bJsozB8nO/J6DrmvY6ijt7eOeS4jt4kmlAEkioAz46ZPU4oj7suby/VBLWPKch433J458HNIVFmJLhW3dN+1dn456V2vO73zWN4x0GHxFoj2LytBOjrNa3C/ehmU5Rx64PbvUoi1s+HPIa4tU1fySnnrkxh+gcZHXocYxmknaL8n99/wCvusN6yXpb8f8AgnP+A8nxh4yaH/j0N7D5fpu8kbsfjmrdrP4OX4lXlvAqJ4rezU3DFXDPAAMcn5T26c1p+FNFi0HRItPjkaWTJknmbrJIxyzH8ScDtVDRfCcVl4nu/El/qE2qanMpihllhSP7PCT/AKsBeo4HJ54prRxXZW/C2n9bCbupPu/16/1vqdJRRRQIKKKKACiiigAooooAKKKKACiiigAooooAKKKKACiiigAooooAKKKKACiiigAooooACQASTgDkn2rjvBgOseJ9Z8UScwh/sNkD0VY8h2H+9wfwrrp40mgkhkyUkUqwBwcEYPNQaTp9npOmwadYQ+VbQIEjXJJAHqTyT7mkt7/1/VtPmxva39f1f8jl/Gf/ABOvFOj+F05hjkGoX2D91UOYwfUMQw/Cuy4HAGAOg9KpW2lWFtqt1qsMOLy6RUmlLEllXO0DPQDJ6VdoWkbf1/VrA9WZHjS1nvfCeqWtqpeaS2cIo6scdPxrA+H3izw+PBekW0upW1ve29tHbS2LSAXCyIArKIvvHn0FdtVAaJoo1EakNG04XwbcLn7Knm7vXfjOfxpx0b7O34X/AMweqXlf8bf5HnXjDXpZfGGrabBH4SsjaW8XmSa8jSSXIYNgQopzxjsOcitT4P6pZ2nwi0a61TUrW2i8oqJbiYRp948Aua7O80fR7y7S8vNJ0+5uUxsmmtkeRcdMMRkUtxpOk3FktjcaVYTWinKwSW6NGD7KRips+Rx72/X/AD+Q202v66HG/A/VdLuPANtBb6nZTTQvcPLHHcKzRr5z/MwByB7modP8QeH5PjDdNHr2lOH0zy1K3kZDPvX5Rzyfau1sdF0WwaRrDRtOtGlXZIYLVIy6+hwOR7VDH4Z8NRyiaPw5oySK24OtjGGB9c461o5Xqc39apr9SZap+bv+NzVrk/i3Zx3fw+1gtZx3Msdq7JmIOy8fw8Zz9K6yhgGUqwBB4IPQ1m0Umr6nHJe+G7nwNqX9h3OjyTLpLecLNo96/uz98LyOc9a5K60nS9M+G/hm8sbOGC4S7idZwMyZZgG+Y8nIJ4zXqFloui2JmNjo+nWpnG2YwWqJ5g9GwOR9asNaWjQpA1rA0SEFIzGCqkdMDoKpaVOfzi/udyGm4cvk196seS+Ip9SX4meIYp7vwdZK0cS27eIY5Pmj2fN5TbgvXGcc5rvPhpp02leD7Wym1Ky1EKWMc1mxaEIfuqhJJIH1NbGp6TpOqFDqmlWF+Y8hDc26S7c9cbgcVPa29vaW6W9pbxW8KDCRxIEVR6ADgUoe7HlKnrK5IzKqlmYKoGSSeAK86tPEHh9/jTdMmvaUyvosUKkXkZDSee3yDnlvbrXorKrKVZQykYII4IrKTwz4ZSVZU8N6MkitvV1sYwwbrkHHX3pxdpXewX91o888ba9LN4l13TbdfCViLOACZ9dVnluS0YI8hQwOADjgdayPD0NtqWm+DBeRx3CR6fdNGrA7Rt2gfK3OB6GvYr3RtHvrpbq90jT7q4X7ss1sjuPoxGanWysl2bbO2XYCExEvyg9QOOM1nyPlt/XUbld3/rZHi3gK3tra08PtbxpGZ/Dc0kpXq7YHJPeltI/DE3wy8PWGiSWM2tm/t5AtpKslyhE+WLYJYKB1zxivZ47GxjCCOxtkCJ5abYlG1P7o44HtVew0PRNPuTdWGi6bZ3ByDLBapG/PXkDNbOV3f+tJSl/7d+BDXvOS8/xUV+n4nnn27Q7XxJ42bxTLZm/QBLNbpVZ3h8hSfKQ/e+fP3R1qmNcXT/h74Wt4bXTN19dMsVxq2UtLY4Y5kXI7DGPevU7vStKvLuO7vNLsbm5iGI5pbdHdB6BiMilvNM0y8tRa3mm2VzbhtwhmgV0Deu0jGfes0v0/D/MtvX+uyX6Hm3wguppvH/itZbjRpv3Vrk6RG6WpO1+VDE5PqRwa9UqtZafp9iMWNha2o2hf3MKpwOg4HQVZq29EuyJ6t/1sjyHx94K8L3HxW8KrNpzN/aUtybsfapR5hWEkYw3y8j+HFbnj+103w+3gxYlFppljqrFpJJCUhUxOMs7HgZOMk9676S3t5J455LeJ5os+XIyAsmRg7T1GR6U29tLS+tntb61gurd/vxTRh0b6g8GlFuMYpdP83+mg27ybfVW+9WPOF1bTdW8d+J5NOukuY49KCtKnKN8o+63RvwrHi0nS9P8Ahh4Cu7OzihuDqVk/nD75LE5+Y84OOmcV63a6bptrH5drp9nbpt27YoFQbfTAHSpDZ2ZgigNpbmGIhoo/LG1COhUdBj2op2gtO6/CUn/7cJ6y5n5/ikv0PPdPn0O2+I3iKXxfcafFctsFidQKrF9m7BDJ8pOd2cc9M1rfFC2sLz4fXFxb2tpdRRmKSN44lcLGJAWKkDpgHpXTanpOk6ps/tTS7G/8v7n2m3SXb9NwOKsR29vHbC1jgiSALsESoAm30x0x7VEo3p8pSlafMY3he/8ADFzpaS6PdaM6CBWnNq0XyjaPv7en41yfg/VvDK/FjxHHp+qaKqXEFmsK29xEBK2xshQp+Y/Su7sdG0axWVbHR9PtFmGJRBbIgcejYHP41DbeG/DdtNHNbeHdHgljO6N47KNWQ+oIHFac3v8AMStIOPp+DT/Q4XRrrw7beKPF3/CZy2MVw103knUSgD2v8Aj3df4vu81i6fpqXfhzwNZaraSC2bUJ3hgmc52Dlc85x3we3tXrepaPo+pukmpaTp986DCNc2ySFR7FgcVZe3t5DG0kETmL/VlkB2duPT8KiKtbyt+Dv9/5a9ypO97db/imv1/I43w/b21l8WdZtbGGK2hksEleKJQqlwyqGwOM44rd0XxRoes6xqOkabe+de6awS7j8th5ZPTk8H8K1lhhW4a4WGMTMNrSBRuI9CeuKjgs7O3nlnt7O3hmlOZZI4grSH/aI5P401fRdFf89Ce79CeuJ+KmuNpX9k2cVvpZmvpmVLrVSfsduFwSZORknPH0rtqr6hY2OowfZ9QsbW8hzny7iJZFz64YEUmr2KTsea/CO8mn8d+I4pLnRpgII2J0iN0tWbIG5dxOTjjI4r1Kq1jp+n2KhbGwtLRQu0CCFUAXOccDpmrNW2rJdiEtWecfFzUfDtvqPhzz7/SIb+LWoGl3yxrMibH5bPzBenXitT4jQ6drGjadeQeJNHsWhuEubSW9nQ2lxt52tz8yn2rob3w/oF9ctc3ug6VdTsMNLNZxu5HuSMmn3GiaJcWkVncaNps1tDxFDJaoyR/7qkYH4VOvLbre/wCX+Rblr8rfn/mc78M9ck1SLULOaz0pHsptjXWlKBZ3JwPmTGfXue1djUFhZWen24trCzt7OAHIigiEaA/QcVPVNko868RR6Dpvxc0681iDS7Syn0mZPOuYo0iaXzVIBZhjdgHrz1q18R9etdP03RodOh0WSK+uFS3urxh9ghHZm2kAj07V2Opadp2pQrDqWn2l9ErblS5hWRQfUBgeabPpWlT2CafPpdjLZpjZbvbq0S46YUjAqNeVLt/ncpu7v5HidneTTL8SoprrRJlXQVYnR42S1JIkyy7icnjqODWr8LXTTdYs/wDhOpbWS+vLeP8Asa7fi2EWP9SgbpJnJ55OeO1er2+k6VbwvBb6XYwxPH5bxx26KrJ/dIAwRyeOnNOuNO064jhjuNPtJkt2DQrJCrCJh0Kgj5T9KuLs7+i+6/8An+nUJPmVv66f5f1Y8bum1KbxF4ntbzUPBGnzTzbD/b0cgmKFMK0bbgMYx93oevNbmp6LCE+H2kancW+qJFOi+bE5McoCHBBzll+uc16JqWi6Nqkqy6no+nX0ijar3NskrKPQFgeKsLZ2arAq2luq2+BABGAIsdNv938KmmuVRXa34Ez95vzv+JxvhGGC0+KXiu0tIo4IBa2cnlRKFUM3mZOBwM4ruKjSCBJ3uEhiWaQAPIEAZgOgJ6nFSU+iXZDerbPI/GvgfwrcfFLw7HNprsNQaZrkfa5R5hEbEYw3HTtitP4ieG9HuNT8EaG8Lrp8ep/LCJW5AjcgFidx6eteiyW9vJPHPJBE80efLkZAWT6HqKJIIJZI5JYY5HiO6NmQEofUHsaUPdUUun/Bt9wpXk5Pv/TOB+I/hxdL8MeJ9Y8Ppcw3d7aIstvZoFGE4yqgfewTWbrk3hi9l8JReDzp0+opfwv/AKCyeZHbgjzfM28gY7NXqlUbDRtG0+4a40/R9Ps5mGGkt7ZI2Ye5UZNOHuteqf3dPT8tRy1X9dTxy00vTLjXbeSe1hkeXxHPvZuS2IkIGfT26V33wX2/8IDAFxtF5dgAdAPtD8CurWxsVYMtlbBg5cERLkMeC3Tr71JbwQW8XlW8McMeSdkaBRknJOB70qfuw5fT8El+gS1/rzk/1/AWeKOeF4poo5UYYKOoZT9QeK88+GE3huzbUtOujo9rqq6zceVBMsST4LfLsB+bHpivRqoy6No82oLqM2kafJeqQVuXtkMqkdCHIz+tOOjuJ6o830vRdIuz8S7y6sYJ7h7y4iZ5BuwojGAAeFPJ5GDWbrVxqC2fgqQTaNFZrDJtn1hJHtVkwwAcqQBxgAtxnHevY1tbVRKFtoVExLS4jA8wnqW9T9ajudP0+6svsNzYWs9px+4khVo/X7pGKmzuvl+Ca/UuUuZv5/jb/I474XafcQX2s6jJrXhu+S8lRjDobMYIWVQOhJwTjPGOtd1VTTdM0zTI3j0zTbOxRzudbaBYwx9SFAzVuqfREdWea6JPoVr478TP4vuNOivmmUWp1EqqG2ydgjMnyk9c7eeme1WfiNrsdpqOhadYx+HkF2JWhvtWb/QYlC5IwCASeg9K7TU9I0jVGRtU0mwvyn3Dc2yS7fpuBxReaRpF7bR2t7pNhdW8X+rimt0dE/3QRgfhUpaJdir+833PHvDFw9x4b+IqzTadIv2hd39nI8dt/qVyUVjkD/8AXV9P+Efmh+H9n4Wk0+fUYJ4Zrg2jiR0j8lg5kZSTjcRwx616Lr+g2934cv8AS9NtrOze6j2ZWIIp4wM7RzxxT/C3h/TdB021htNN0+2uUtkinmtrdYzIQoBJIAJBI71cXZ37cv4X/AmWr9b/AI2/E5PUl8PaX8Vml1iHSbO3ubDMUl1HGkbsMZ+Zhjdz9al8bXmm2fjPwVqUlzawaagulFzuVYF3KgX5vujPauz1LTNM1NETUtNs75UOUW5gWQKfbcDii50zTLqxWwudNsp7NcbbeWBWjGOmFIxUw91K3Rv8W3+pTd5N91b8LHmM2p2GqN8R7nT5xNCLGRfMC4Vv3fUHuPccVueDvA+gt4N8LtBE1vNZxxXcc6EGRnaPkFjyR8x4rtIdP0+GFoYbC0iiddjIkKhWX0IA5HtU8aJHGscaKiKAqqowAB0AFEUoxsvL8Lv9RN338/xSR4ZbrqV1deI7G/1LwNYTT6hKrjXEkW68sufLKNuA246bfbNeyeGLaey8OafaXV4l7NDbqj3CH5ZSB94exp2oaJomozi41HRtNvZgMCS4tUkYD6sCavRokaLHGioijCqowAPQCnHSNvT8Al70ub1/EWiiigQ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H//2Q==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data:image/jpg;base64,%20/9j/4AAQSkZJRgABAQEAYABgAAD/2wBDAAUDBAQEAwUEBAQFBQUGBwwIBwcHBw8LCwkMEQ8SEhEPERETFhwXExQaFRERGCEYGh0dHx8fExciJCIeJBweHx7/2wBDAQUFBQcGBw4ICA4eFBEUHh4eHh4eHh4eHh4eHh4eHh4eHh4eHh4eHh4eHh4eHh4eHh4eHh4eHh4eHh4eHh4eHh7/wAARCADxA7w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6zooqA3tmt6ti15bi7Zd6wGQeYV9QvXHvVEk9FFFABRSng4NJQAUUUUAFFFFABRRSjk8UAJRSsrL95SPqKSgAooooAKKKKACiiigAooooAKKKKACiiigAooooAKKKKACiiigAooooAKKKKACiiigAooooAKKKKACiiigAooqO4ngt1VriaOFWYKpkYKCx6AZ70gJKKKjtbi3uoFntZ4p4mztkjcMpwcHBHvTGSUUDk05kdRlkYD3FAhtFFA5NABRWfZa5ol9ePZWWs6ddXSZ3wQ3KPIuOuVByKspe2cl7JYx3lu93GoaSBZAZEB6Er1AoGT0UUUCCiiigAooooAKKKKACioLy9srPy/tl5b23mtsj86QJvb0Gep9qnoAKKKUgjqKAEooooAKKKKACiiigAooooAKKKKACiioIbyzmupbWG8t5LiLHmxJIC6Z6bh1FAE9FFRy3EELxpNPFG8hxGruAXPoPWgCSikkZY0aSRlRFBLMxwAB1JqpperaTqiu2l6pY34jOHNtcLKFPvtJxQMuUUUUCCiiigAooooAKKKKACiiigAooooAKKKKACiiigAooooAKKKKACiiigAooooAKKKKACiiigAooooAKKKKACiiigAooooAKKKKACvPLa3ux8ZYbnWtJ0Y3ZsmWzvbSabzVi+b5XVvl9enrXodeeXOn/ABIm8a22u/2P4XEMEZgCf2lLuZCT83+r64PSpV+eL9fxTG/gfy/NGl4g8R+JF8Ynwx4d0mxuJ2svtIubuRlijO/bh9vzYPsOuKpDxD4m174f3l7plrpVtqlvNPbXiXEkgiXyyVZoyvPJHGa3rXR71PH7eIZGhFs2nC2KKxLCTeGPbpx1qv4S8OXWm6Hq2nX0kRN9e3MyNExOEkclc++CM0pRvSa62f33f6Dg0pX8191tfxMv4STeNJvDejyaz/Yb6Y1ipSSGWZrpjj5S+75fXNd5XIeArHxho1va6Hqlpoz6TZQ+TDeQXTm4kC/dLRlQoz35rr62qSUpNrZmcIuMUmc34y1TXrGSGLRW8PQFlLPLrN00Ubf7KbTkt354xUvgHxCfE3hyPU3hjhmEskMqxtuTejFSVPdSRke1c14z8H6xqXjX+2bfSdA12zktFg8jWJDttW3ZLxptYE4+melbXws8N3vhXwr/AGTfNaGX7TNKBajEYV3LAAYGMA9Kzhs7/wBamk1tb+tP8zqmIVSx6AZNcgPiZ4LM3k/2leb923H9l3PX6+XXXsMqV5GRjiuQHw90jzvN/tvxdndux/b9xt/LPShfFrsLTlfc65GDorryrAEcdjXGfFjUpbWw0vS0vhp8eq3Zgnut20xxqpdgD6kKV9eeOa7NF2oqgkhQBknJrmPiR4W/4SrRoIYmtxeWVwtza/aIw8ZcdmB7EcZ7daUuna6/r/gddhw/R/fbT8TjPAV/Y6f8RxpvhhdWbw1fWzYlvZZJFe4Qgfu/NJkAA3A5wCa9AivvELeM5tPk0eJdBW2V49Q8z52l7ptz0HriszQNH8RXfiOLxD4qj060ntLVra2tLCZpYgrEEuWYA54wBjvVLSfEmsat8VLrT9KuYL3w1a2xS6Kw4MFyP4SxGTnnjpxVq94xer1/Xf8ATtoiXtKW236bfr82d3RRRSAKKKKACiiigAooooAKKKKACiiigAooooAKKKKACiiigAooooAKKKKACiiigAooooAKKKKACiiigArjtVK6/wDEG10nar2ejIt3c5zzO3MXseN+RXXTu0cEkiRtI6oWVF6sQOAK574fabd2mlz6hqULQ6jqU7XM6P8AejBOVjP+7kikvi9Pz6f5/Ib+H10/r8vmJ8R9Rms/DjWdkSL7U5FsrYr1jaT5fM+i9TWzomnW+k6Ra6dbRrHHBGFwo4z1Y/icmsN9PvtS+IqX93ayR6dpdtizduBLLJkOffAC4rqKcfh9f6X6v5hLe3b8+v6Iw/H7vH4K1Z45HjcWzYZGII+hHSvN5tDh8KfDzSfHGhXepR6jDbQTXSzX0k6XKuFDKVkYhckg5HPFeo+K9Pn1Xw3f6datGs9xCUQyHC5Pqa4e18KeMtZ0bS/DfiiPRrHRLGOMTfYLp5pLvywAEYMq7FPXIJ6UofHfzj9ybv8A8N1B7K+2v6W/4foaPiHxdrH9uT6Z4ePhuL7HGrXEmsXhi3s38MYU5yMHOeORVfX/ABxeXXwvl1/R/D+oXjXFlMZGt5YwLNlU/MxLDI7/AC5NQeI/Al3/AMJPd6vpnhvwr4gjvgpli1ldjQMM8o4RiwOehxjFdJPol1cfDm80GPTtL0q8ubCWAW9m3+jROykDacA7efSs5Juk+/8AX4f8DXvcGlUj2v8A1/XqYXwd8uTQ7Zl8Cy6LKLUOuoTrAftLMcnDIS/U5+ak8JQXMXxa1iXV9J0eHVJ7IObyxmmYyRBlCqyvwDjHQdq6/wAN2N1pXhey09/Kkura2EfDHYzgevpmuQsdP+IyeOn8QXGkeGFglg+zOialKWVNwO4fu+Tx0robXttNtf1/Wxgk1S+79C5qnibxTN4x1Tw34e0fTpGsYIZ/td7I4hAZSSjBfm3emBjg5qFvHty3g7TL+OytIdYv5fIEFxOEghkH3mZic7FyDxzW5puh3lt4313W3eE22oW8EcKhjvBRCDuHbk1y198PL248MWNvJHpV3f2F29xHb3aeZbTq2Mo+QcZx94AkVi76LyV/vV/wubytd2/r3f8A5I2vBXiq91HWrzQNabR31GCFbhJNJnMtu8THaOWOQ2QePTFdhXJeAdEvNLmuZL3wj4V0FnUBX0ZyzSc9Gyi8V1taPoZrqcr4y1jxBp9yE0dvDVvGkZd21i6aIzd/3QU/gc96y7jx9fHwnoOr6foy3V1ql1HavbCQfI7ddpzggfWqXivwTrN94wv9Uj0fw5r1reRJHF/bDktY4XB8tNjDk89uataP4I1ax8OeGtMeeyaTStRS5nZPkVkH90AcH26VFPW3N3X56/h/wB1dPh7fp/mavhPX9euPEuoeHfEtnp0F9bW8d1HJYO7RPG5YAfPzuG057V1lc9b6LeR/ES98Qs8P2SfT4bZFDHeHRnJJHp8wroarogas3b+tF+tzzz4q291NquiPqGk6NqGjx3yGIyTTJcxS4PzAL8pHXrW9498R6hoD6XHpumDUZ9QvFthGW2kZBO7qPSsn4h6b461i7gg0bTvD72NrOs8Ut1fSJK5A5BUIQBn3rS1bSNb1mTw7eXkdhbXNhfLc3cUUzOm0BhhGIBJ57gVNO9rPbm/Bpf8AB/qwqm912/HX/Nf1craBr/im61LWfD+pWWjQ63ZW8c9u8DyG1kEm7buJ+cY284rn/hvcfEWa+1gSf8I1LbJq7LdeZNcF0+VNwi4xjHTPfNdjY6JdwfEDVNfd4TaXdlBBGoY7wybs5Hp8wrL03SvF+g+Ib8aTa6Ne6PqF99qlkubp4p4chVYKqqQ2AuRkjrVx+JPuvxuv8hzXRd1+Wv3NkPiPxjqy6/faX4ePh5BpqgXT6tdmIu5AYJGFOScEcnj3oufHc93oGizaFaWsuqavcm0ijuXPkRyKDvLMvJUFSBjJ6VQ8SeA7v/hKdQ1rTfDnhbxCmolZJY9aG1oHChfkYIxKkAcccms74jaRNcQeF9Bh0zS7G8SRrhbO2vHtLaJgCCyTou5Tz0A5zWafuq/df8EbXvO21v0/zNzwr4u8SSax4is/FNnotrDocatK9i8rF9wJUjfxjj61UsfiBrCXOnXurReHU0nUJ1gjgtb3zL6BnOE8xc7evXbmqvgS2Vm1zwDqWnW1vNcW/nS3VrqMl8XD8/vJZADn0HPep/DHgrVNJvrKG48EeBJ4LZwDqaDy7pgD/rNgjwG9t341pH4lfay+e/MTLZ+r/JWNLUfFnii48Xap4Z8O6JYzTWcSyrd3bssGD/C235tx7YHpmuj8G6vNrnh6DUbm0a0uGZ45YSCNroxU4zzjI49qh0bR7qz8WazqsrxG3vdvlBSdwxjqO3St8knrzUQ+HXf/AIL/AOAOW5T1ma8t9JurjT4Y57qOMvHHISFYjsce2a5p/GE8/hbQdU02zimu9WniiEEhIEe77xOOfl4/OuwOCCDyDwa4vw14RvdN8UzXd1LDJpsEs8unKrncpmI3Ky4wAu0bT7npTj8Wu3+X+YP4b/1r/l/mSeNNe8R6XM50s+GYooYjI8eqXjRyzYGf3YU9D0Gaq674+ms/DWgazpukm+Oqz+R5Ct8yt0yOcYDfpWN4k8Ba5e+JNZu00jwzrMGpN+6u9WYvPYqRjbGhQggdQMjJNbOneD9UtfD/AIV09prQy6PcPJcMpIVlOcbRj36UopuKv3j91/eCektO0vvsrfiX/DmteJ5NfvdE8QaZYW9wtv8AaLSa0MjQsvA2uW/iBIzj0NZHw9iuIviH4mXVtJ0i21fy7d57rT5pWWZWVioIk6Eewr0C5aYQSG3VHlwTGrthS3bJHSvP/D2m/ES38cXuu6jpPhpLfUVhjuFh1GV2iWNSMqCg3E56HFVC3N8n/X+YP4JfL8Gv+Ca/jPWfEWn3Pl6M3hmFEj3t/a920TSn0jCn+dcv4m8Qz63pvgrX9J083Fxc3MvlQFhtD42kk5+6CMnHOOlTeJfA+tXvi/UdQXSPDet2l8iLHNqzF5LHGc+XGUYEcjuM4pbTwZ4o0rwd4WsdNXSLrUtFkkaRJp2igcMT90qpI4PpUR+FN94v8df0/QqS3t2a/DT8f+Cb/hjX9ZuPEd94X8VWWmxagluLmI2JdoJYCQpzv5zuJGOlUvBNnZ2PxN8XwWNnb2kWLQiOCJY1z5XoBir2haR4g/tW98TazHpy6zLa/Zre0t5maCNAdwBkKgnLDJ44zWV4Y034hWnja/1rUtK8NpbamYRcCDUJXeERptygKDcT74rSO69H+en4Cb92Xy/NX/Uk1/xjrR1q+sfDv/CNpHp4AmfV7wxNM/OVjCnPGOS2ByMV1PhLW7bxH4dstatFZYrqPcFYglT0I4+lcPrngO8j8SX+p6b4Z8J+IYtQcSuusrskt35ztYIxYHPQ4xiu+0C1Nno1rbNYWWnskYDW1n/qYz6JwOPwFTD4Pe30/wCCKfxaf1/X+ZeooopiCiiigAooooAKKKKACiiigAooooAKKKKACiiigAooooAKKKKACiiigAooooAKKKKACiiigAooooAKKKKACiiigAooooAKKKdtbG7aceuKAG0UvbPao7mVbe3kuJtwjjQuxAyQBSbSV2NK4+iq2k3tvqmlW2qWZd7W6jEkTshUlT04PSre1sbtpx64ptNOzEmmrobRRSSOscbSOcIilmPoAMmk3YYtFcp4X8U6vr96ZIPCssOimR0i1F71MyBTgN5WNwBrq6fS4uoUUUUAFH5flQOtcpp/irVdQ8VXek2fhd5LGzm8q41A30ahTzyIyNx6Ur62H0udXRXPeOtf1Tw5pMmp2Ph1tYt4I3luit4kBiRRnOGHzd+BWxpV2t/ptteqhjE8SyBSc7cjOM01qrg1a3mWaKxvDfiCDXrm++wwObK1m8lbst8kzj720exyCfUU7Q9di1LUL/TpbaSzvbKUq8MhzvjP3ZFPcEc+2aS1D/hjXooopiCiiigAorH8X69H4d0j7a1s93PJIsNtbI20zSt91MngZweavaTPeXOnQz6hYf2fcuoMlt5wl8s+m4cGhajehaoop21uflPHXigQ2ilVWb7qk/QVX1O8g03Tri/uyy29shklZVLEKOvFJtJXY0m3ZE9FR2kyXVpFdQ7jFKoZCVxkVLg5xg59KbVhJ3V0JRShWPRSfwowckYOR1oASilZWX7ykfUUlABRSqrN91SfoKpaxqVtpNobq88xYgcFlQkLxnLH+Ee5pNpbjSuXKKwvC/irSfEMDSWE6SbE3StE4kjT2LjjPtVLTPiB4a1HVo9Ot5L4GZisNzLZulrMR2SY/K2egweaa12E+rOqopQCegJpKACig9D3rA0LxBdXmuXej6posmlXUKiSHNwsyzxnPzAqOOnTrS62Dpc36KUAnoCaSmAUUVleINaXSZbC3W1kuri9uFhjjRsEA9XJ9B3+tIDVoqDUbuDT9PuL+6fy4LeJpZW/uqBkmq/h7UJdV0a21CayeyadS3ku4YqMnHI9Rg/jTHYv0UyeRIYJJpDhI0LsfQAZNcnpXxF0DVLuG3srLxDJ5z7EmOjzCEn134xj3pLV2B6K519FKFY9FJ+gowckYORTEJRSlWX7ykfUUpVgNxUgeuKAG0UoVj0Un8KCDnGDmgBKKUgg4IwaSgAorA8aeJo/DMWmPJZSXZv75bNVRwpQspO7nr93pXQYJOByaFqr/wBf1qN6f1/XYSilZWX7ykfUVgWfiWO58c3vhZbGVXtLNLo3O8bW3Nt247HvQtXYOlzeoooHJoEFFKysv3lI+opdrY3bTj1xQA2s7X9C0XxBaJaa5pVpqVuj71juI9yhvUe9aQVm6KT9BRg5xg0rDTZm6DoOi6Bata6HpVppsDNuaO3j2gn1rRpWVlPzKR9RSlWAyVIHrincVhtFU5NStI9ah0dmk+2TRGWNBGSCozzn8DV0gg4IwaSdxiUVBf3AtLGe6ZC4iQuVBxnFV/DepDW/D1hrMdu8Ed5AswRjkpnsT3prW/l+t/8AJi7f1/W5fopVVmHyqT9BSUAFFFOKsBkqQPXFADaKVVZvuqT9BRg5xg59KAEopWVl+8pH1FKVYDJUgeuKAG0U5VZvuqT9BSAEnABJ9KAEopWVl+8CPqKUqwGSpA9cUANoptw7RW0s/ls4jQsQO+Bms3wnrCeIPDdhrcdu1ul5CJREzbimexI60Lr/AF/Ww7aXNSiiigQUUUUAFFFFABRRRQAUUUUAFFFFABRRRQAUUUUAFFFFABRRRQAUUUUAFFFFABRRRQAUUUUAFFFFABRRRQAEhQWPQda8H8UXlrdwyeK9H8O687C+jEfiFtTWOKQiQA/uC444K42V7xXHH4ZeD2md2tL543fzPs7X8pgVs5ysedq888Cos+a6Kv7rQzSbqWX4r/vJztbQVmdN3ygmRctjoPrWBoOmaf4m8Aa+mptNewxareyQsl064xI2MMrDIx26V2eveDdA1u4tbm+hukntoxFHJbXTwsUH8DFCNy+x4q74f8P6RoOnSafpVoILWSR5Gj3Fhuckt17c9Kqa5oSj5O333CD5beqf3KxxXww8L6HovgPTfE+mWMx1FtMDF2u5pEYkc/IWKj8BWB/Y1g3w0i+IDaleHxE2LoXq3T7ZJQxxF5edmDgDAXNeiaD4K0HQtTfUNMGoROysvkvfyvbqG6hYidi+2BxUEfw98Kx6sNSS0uwwl85bb7ZJ9lVxyCIc7Bg89KuUuabltt8tW7L1+WxEVaPLv+vr6fqdHp0sk+nWs8wxJJAjuMY+YqCf1rJ8dafe6j4duksddvdIaOGR2e1SNjIoQ/Id4PH05rdplxEk9vJBKMxyoUcZxkEYP6VnUXMnYqm+W1zzv4E6Tqdv4N0nUbjxRqd7bSWgC2EscQijJA5DBdxx7mvR6paHpdjomk2+l6bEYrS3QJEhYsQB7nk1drSTuxWPP/iN4y1bw9rUVnY3OkxRtCHIutNvbhs5P8UClQOOh5rc+HeuXviDRHvL6WzlkEm0G1tZ4Exj+7MA349K6ZXdRhWYD2NIzMxyxJPvUx0TuOWrVgHUVx3gD/kYvFX/AF/f1NdiOorg/DcusaV411i1n8L6vJaahd+ZHqEYj8hVyeWy27v6VK/iL0f5oH8PzX5M2/iV/wAk78Rf9g2f/wBANUNRuJrX4Ryz2+4SLpPBU4K/u+v4U/4p3Gpf8Ilf6Xpfh3VNYn1C1lt1NmExESuAX3MOOe2a19J08SeE7bS9QhID2awTxnqAUww/nQ1enL+u5aaXJ8/0GeB7eG28HaRHAqqps4nOBjLMoLN9SSTWN4lH2b4k+HLuAfvp4pbaUDvGSCWPrjA/OrngCz1jSbOfQdUjaSCzkIs7ztLCeVX2Kghfwpmk6bqF/wCMLjxFq1sbZLVXtNOgY5OwkbpD2+YqCPY9quT5pqS23/r8v+AZRTUGvl/X5/8ABOoooopDCiiigDhviHLLda3oOm3Vs9jZR6rbzR6hIwaOeQBsQqq/MGOTyRjjrXc1y/xJ0291DSLKfT7d7qbTr+K9+zx43zBA3yLnjJz3Ire0m6lvtOhuprC60+SRQWtrnb5kZ9G2kjP0NCfu27P/ACKl09P6/wAye4/495D/ALB/lXkHgzwTdeIPBY1S5129fWFv5msJ3ncJaotwcptU/MCAfvA9fSvYWUMpVuhGDVTRdLstH09dP0+IxW6u7hSxblmLNyfcmlHRt+n4XJfT5nlni1r7X/iBqWk3vhfVvEUGm28Pkw2OopaKjuuWc5dWbnp1AzzV3U/D95qPwdvofGGnXcV3YRSm0ikuj5iRjGzeY2wx65612fiXwdoXiG6ju9Qju4rlF2Cazu5LaRl9GZCCw9jWjpek2enaSulwiaa1VSuLqZpmYHszPkn8aiUeanKPV/n3LUkqkZdF/lt8zmfAfhLQNF8PQ6rpVrPHPPZ/NI15LKrcHoGYgfhXL3N86/Aaxna+dZpdQjVJDMQz/wCmcgHOTx29K7rwz4L0Pw5cvPpX9oruUr5U9/LNEo9FRiVXr2FUT8NPB7SyO1jdMjyrMIWvJDDG4beGjTO1DnrgDNbOV536Np+lm3b8SKa5OV9vx0Wv4GHe6E3iT4oalY6hqN4NIWwTzbKKVkEr4XBLAgjHsRUHivRdW0bwjoOh/wBuzxsfEKR291bsTJHbkPsQlvvEDg5zXo1vpNjb6tPqsUTC7njEcj7yQVGMcdOwpNX0mw1YWov4WkFpcLcw4crtkUEA8dep4qIe7b11/wDAm/y/yHF2d/L/ANtt+Zx3hjSLXwz8SrnStJe5SxurBJXhlneUCQZ+YFySCc89uK7+qR0ux/toax5R+2iLyd+442emOlXaFflSe+v5u34WQn8Tfp+Sv+Nzzb4jSabrPiA6IfDuseJLm0t/Nlgs78Wi2wPG8sWXcefUipPhrHN4q+F4s9QnuIY/tNxbNGXWRjEjlVjZhnOABkg84610XiDwT4f13VU1S+jvku1QRl7W9kgEi5zhwhAYfWtLw5oel+HdMGm6PbfZ7USPKI9xbDOct19zSjFcjjLr/m/0/qxTeqcen+X+ZzHh34d2OgeEr/QdIm+wxXkLK8UOfLWQ9XBPzZP1rl9fn8Rr4Y0Lw3feFV0hrbUbVYpnnR0mKyZzCiMXGOpyMDPNevSKJI2jbOGGDg4P51z+geC9A0S+N9aJfXFxzte+vZLkx567PMJ2Z74xmnFe9rtp+F7fmLS33/jv+QeNtFsdZstPh1HWp9KFvdRzK8U6xmV1IOwk9QSMY966LrXGfErwrqXjCSw0tvsMOjxTR3M1wXb7UkiMGARcbcHABJOeTXYxoI40jXJCqFGTk4FNbP1/Ra/12B7peX6jq43xDc3Fl8QNOnsLR9Snkt3jltIyEdE4/eBmwuB3GcntXZHoe9cloZ1TVPG9zqt1ol7pVpbQeRCbvbuuCc5ZQpPy8DrzzSXxx+f5Nfje3z+YpfA/l+a/4cueNNGsdZTTPt+sz6V9lvI54/LnWPznBBEZz1BxjA9a6E8muL+IvhXUvF97ptjJ9hg0e2njunuBI32oSI27aq427TgDOc12aKFRUGcKABn2ojs/X9Fr/XYct16fq9Ba47Qc654/1HWW+a00tDY2ZzxvP+u9uqrXXXCNJbyRrIY2dCocDJXIxms/wxo8Og6LDpsMrTlMtLM4AaWQ/ecgdCTQviv/AF/Vr/eD2sYXxEd9SutK8JwMQ2ozeZdY6fZ48GRT6bgcCuvjRY40jjGERQqj0AGBWVa6HFD4ovPEElxJNPcQJAiMoCwopJ4+uea1qa0jb5/18vxuD3Kus/8AIGvs9Ps0v/oBrhvhavj/AP4R7SiZPDn9i7eQEn+0+X9c7N3T2r0CaNJoZIZBlJFKMPUEYNcnpfw58M6ZeQ3Vk+txtC++OM6vOYgfTZu249sVMVad+gS+Gxgz6CviX4s+IbPU7+8Okw2Voz2MczRrJIQ+1tykMMc9CM55zVfxlouuaP8AD/RdCj8QTJdLq1vFFfREmRYzKMZ3feIz3yK9HtdJsLbWbzV4YWW9vI44533khlTO0Y6DGTRq+k2OrRwR38TSLbzpPGA5XDqcqeOvI6VUbLlXa1/k0/8AhvLQc3zN2+X/AIDY4278NTeChrHiDQb2QQjS3M0M8skpe4XLecNxIHbgYHtXNalo1hovgHS/Hmm3l5/b8xguDcC6kdbh5Su9PLJK4+ZuAMjFeySKsiMkiK6OCGVhkMD1BHcVy2m/D7wvp+qx6lb296ZI5DJFDLeyPbxsc8rETsXqcYHFEHaSb8vuTu189haW/rX+v61MDVNEbxF8VtSsr7ULtdISwiM1lFKyCVyvByCCuOehFdJ4b8P3Gk+ErrQr7VGktwZEgnDnfDAR8oLN1Yc81sQ6XYxaxPq8cTC8uEWOR95wVUYHHSrF7bQ3lnNaXC74ZkMci5xlT1FZ8tqbjbv+LbGn76k32/BJGZ4L0y10bwxZabY6lLqdvAhVLqWUSNKCxOSw4PXH4VsVn+HNF07w9otto+kwGCytlKxRlyxUEk9TyeSa0K1k7ybJQyWGGXb5sMcmxty71DbT6jPQ1y3xP1CwttFt7C8t769fULhbeKys5PLkuic/u9+RsB9cj611lZPijw7pXiSxjs9WjmaOOUSxvBO0MiOOhV1IIqJK5UXZnBfCeSex8ea1oUej3+h2SWUM66feXy3TJIzNucMGYjIAGCe3SvUBFEspmWKMSMMFwo3EehPWsPw54P0Hw/ey32mW9wLqaJYZZp7l5ndVJI3FiSTyea36tu6RPV/10X6hXF/FO5uzHoujQ3TWVrquoJa3dwrbWEZDEqp7E4HNdpVDX9H07XdMk03VLfzrd/QlWQ/3lYcq3uOalrYaM/SPDfh7wZZ3t5p9vcWULR77h5bmWbhe4Dscde1eTX16ttfaN4n0jwxrlg97qcMa6vc6mrR3MbyBW/cb+MjI4UY61634e8J6PoUd1FZtqM8d0oWVb6/luQQM8ASE469qyrX4Y+D7d4mW11CUQzJNCk+oSyJC6tuBRWOF59OtVF2qKT2Vv+D/AF94acrXr/X9fKxiXvh618TeNPFcGr3l9JZWwDQ2sdw0SJJ5S/vAVIbPtnHtWWDfavoPgmwk1S8t1fU5LSSWJ/nkiQOoVieuQo5r1O30iwgv76+ihYXF/j7S28ndgAdO3AFVLbwvolulgkNq6jT7hrm2/esdkjZyT6/ePBqaa5UlL+t/80TUvLZ/1Zf5M8/Ekngmfx3Z6AZvsthp9vdWkE0rzeXIwbdgsSxz9e1N1LQdN8OaHoPizStQvf7WnvLdJLn7S8i3gkbDKUJK4PT5QMV6Wmi6Yuq3up/Zg1zfRJFcl2LK6ICFG08dCaxtJ+H/AIY0vVY9Stbe9aWIkwxTXskkERPdImO1cdsDihbq/lr106fP/h7lya6Lv+KX6pv5nJ6/4H8M6h8V7FbuxuGN7aNLKovpl3Pg9MPx06CvTNL0+10nT4tPso3it4RhFeRnIH1Ykn8TWf4o8MaP4kSBdUjuQ8DFopba5eCVCRg4dCDj2q/pVhBpmnxWNq07QxDCmeZpXP1ZuT+NEFyx5f63f5XsTLWXN/Wy/O1yLxF/yAb/AP693/lXkmm6BDofgHwn4ntb68bW5JLaNZZZ2Cyo2f3IjB2Y98Z969muYY7m3kt5lLRyKVcA4yDXL+H/AId+FtDvLe6soNQka2GII7u/luIoj2Ko5KqR2IGRRHSTfp+F/wA7hLVL5/jb/I4HVhqHijxT4g+0eEdd1x7C4NraPZapHbLagKCG2F1LNknkgjivUvBX9sjwtYr4ghMOpKhWZGYMVwSFyRwTtxnFU/EHgfw9rmoHULuO/t7plCvJY30tqZAP73lkbj7mt2wtYrKzitIWlMcS7VMshdse7Hk/jThpG3p/XzCesrjdVuoLHTLm8uZTFDDEzO4GSox1A9a8TiuBZ674Z17SfDOuaUNU1GJW1O71NZEvonBJ/c7yV3cHhRj2r3G6giuraW3njEkUqlHU9CCMGuT074aeEbGa1littQla0lWa2FxqEswhZQQNoYnaOeg4ohpNSfl/wf6+8bs4Nev/AADKn0q38a/EPV9N8QNcSWWlQxfZLKK4eLJfdukJQhjnA6nHFWfH8J03T9A8K6dLLp+m31ybaebziXSMYPl72OcvkrnOeeK3PEvg7QfEN1Hd6hHeRXMa7RNZXcltIy+jNGQWA7A9Oas3PhvSLrw8mg3cMtzZIAEM0zPKpByGEh+bcD0bORUpe6l2a+dn19f60HfVvyfy06en9amLqOh6X4C8JatfeHbK6gl8k/fuZJTnoCPMYgY6+lcR4S0vxBHf6HrGi+DtesppnSTUdRudWinhuomUliUDkDLYPygYr0vw94T0fQ4LiC0bULiK5G2Vb6+kugRjGP3hOKpaV4A8O6XqkWo2LavFJFIZI4f7UmMCn0EW7bt54XGBVR0nzX7fhf8AMl6w5fX9DmviNod5J4nm1bV/DeoeI9DFuvkrZX5tmsSv3ywDrv3cdM421reL7e48TeA9Pm8KRvqFgzxSvapK0T3MAPzIrkgqcAjJIrS17wHoGt6hJfX82teZIAGSDVZ4oyB/sKwWruteF9I1bTbfTZxeW1rbf6pLG7e2x7ZjIzUJe5y+a/p9/u73vcpv3+b+tktO33nJeGdT0nRvCXiODRdGv9E1PTY3mubC6uWuJIpPLyrbyzKRjHQ4rmPC+neIXOja5ofgzXra/ndJ7vUp9WilhuEcZbMfmEAc5G0AjAr1bw74Z0fQbOe1sLeWRLgkzNdzNcPLkYwzPkkY7Gs3Tvh94b07U01CyOrwyRyGRIV1SbyFJ7CLdtxz0xitE7TUn5fhv8n6ktXg4+v9eq6aHN3uk6V4t1HxNqHiaWaSHSiYbaMXbwR264PzHay53YB+b8K6L4O4Hwu8OBfuixTH0qxq/gfw3qusPqt7a3DTyACaNLl0hmAGB5kYO1/xBrZ0XTbLRtJttK06Iw2drGI4ULE7VHQZNKn7sOV+X4Xu/ncqbTfz/Dt8i3RRRQSFFFFABRRRQAUUUUAFFFFABRRRQAUUUUAFFFFABRRRQAUUUUAFFFFABRRRQAUUUUAFFFFABRRRQAUUUUAFFFcpf+PtCsdTFncW+rrEZlhF8LBzZlmIA/ffd6nH1pdbDtpc6uiqEer2MmvnQ0dzei3+042/J5e7bnd9TWJq/jbTrfw7eatY2up3ot55LUrb2TSssqEgkqOduQeaUpcq5hxTk7I6qiuM+HPjhfE+n2Cz6VrNvey2ommml014rUnHO1zwfb1p7fEjw0t8Lcrqn2dpxbrqH2FvsTOTgATfdPPFW4tS5epCd48x2FFAIIBBBB5BHeszxLr2k+HtNe+1bUrOxTa3lNcyhA7hSQoz1PHSpk0ldlJXdkadFeY/CfVNP8RTx6u3xAvNQ1ScPO+jpfIYYUJGB5ONw25x1r06nZpK4r6sKKUKxHAJoIIPIxQAlFKOorgvDNrf6p421q9ufEetrDYXeyGxjuALYrk8Mm3J/Okn73L/AF0/zG9r/wBf1od5RWJ4l8TWOgvFHPZ6rfSyDPladZNcug7Fgv3Qex74NS6bqFh4q8OC60u+uore6Uqs0R8uaI5IPXO1gRRum0FrNXNaiuL+GRvodQ8R6Xd6xqOqx2N5HHBLfSiSUKYwxBIA7mrMN/qGt+OJLWyuXttJ0jH2lozg3MxHCZ/uDkEeuKe7Xmr/ACtf9beor6PydvmdXRXM+PLzUtGgg8RWlwfsdgSb+2IyskJxuYf7S44+tdHBKk8Ec0ZykihlPsRmktVcHox9FFFMAorlPiff31notla6fdSWc2pahFZG4jOHhVw2WU9m4rodJs20/ToLNry7vTEoUz3T75X92OBk0LVNjatYtUUjMFUsegGTXFj4oeEXCPDNf3EPnGCWeG0Z4raQPs2ysOIyT0z1BBoWrshdLna0Vz3iXxhpOg3kdnPDqN9cuhkMOnWjXLog/iYL90e9UfFnje007wQ3iHS4Ly+EsJe3MFo0wRv+moH3R65qJTSi5dEVGLclHudfRXK+DPGUHiC2Tdpet2sywiSSS6014IW/3Wbg1ebxZoy+GE8RmWf+znlWJW8o7txk8sfL/vVo007ERfNa3U3KK5nXPHPh/R9Sl0y5ku5tQjjEotLa3Ms0ikA/Io5br2pZvHXhqDw9aa/cXr2+n3VwLZXljKmOQ5+VwfukYwc9DUp32/roVbW39dzpaK5/wx4v0nxDe3NjaQ6ja3dsivJBfWjW7lGzhlDdQcHmugp2EFFYfifxRYeHzGtzZ6reyOCxj0+ya4ZFH8TBeg96qax4mjfwcPEGi3EbqwJSKRPnlODmIDPyyA9ucYNTKSjFy6IpK7SOnorzX4ceOtS1Hwzfat4gsZ9MWwhLG0ufmunA/wCWhPHB7cVLD4g8bWNtpviLWm0t9Ivp44nsILYrPaiRtqky7iGx1PyimtX9347ffb/OxP8Awfw3/r7j0WisfxR4m0nw1bWlxqssqR3dwlvCY4y+XcgLnHQcjmtg0/6/r7xhRQehHSuS0RL7SfG9xpUmsahqVpdQeegvZA7QMOoUgD5Tkce1L7SXf9Ff8rie1/610/M62isfxP4l0nw4LE6rJKn265S1g8uMvmRiAAcdBkjmtk9aFr/X9dxvQSiiuY8S313c+J9J8Pabdy28jMbu8ki6iFMZQntu3cfSjql3/r/gh0bOnorI8Zav/Yfhu71BAGuAuy1jP/LSZuET6k1N4atru00Gzgv7ya8uhGGlmmOWLNzg/TOPwprW/wDX9f8ABB9DRoqnrWoQ6VpNzqM6lo7eMuVHVj2H4nArhLrxB460rSrXxXqkmkSaJKySXFhHbFLi2hfofN3EMRkA/KM0lq7en47BbS56PRXBzeNry31fxFaGCG6Np5EemwRjDzyybsKT/wABHOK63w+urrpEH9uzWsuoFczG3jKID6AEnpQtVf0/EV9S/RRRTAKK57x3Z+Ir2y0+Pw5dm1mS/je5cSBMwAHcOevbitPWtUttH05r26WeRVwBHBEZJXPoqjlj7Ur6XHYvUVh+FvFOmeIjcR2cV/a3FuR5ttfWrW8yg9G2Nzt96j0qz8QR+NtWvby8Z9FliRbKDzAQjcZOO3en1SFfQ6CiisnxbqS6VoU9yYtRkLDy1NjatcSoT/FsXnA9amT5U2VFXdjWorl/hZcS3XgTTrqfW7nWmkQt9tuYTFJIM/xKeRS6b440nUtWXT7Gx1udWcot4mnObRiOuJfu4yCPrVtWly9SU9LnT0UVgeOrLXr7SYIfDt81ndC5RpJFcLmMZ3DP5VPYOjN+iuf8KWOv2mpa1LrN81zbz3bPYIXDeVF2X2+lVrbx5ot3q/8AZ1hZ61fDzvJ+2W2nvJa7v+uo+XA9aFrYbVrvojqaK5/xN4t03w/MIrqz1e8YKWc2Fi9wIh/tlfu+vNJqXjTw7p+madqN1elbbUSFtWVMl2IJ247Hjp60Jpg9NzoaK5vS/Gmk6lYX91b2urrLYKGnspbF0ugD0IiPzHOOPWuf8EfEoa1c3FreaJr4k/tBreCSPSJBHGnG3zW6Kwyc56U0ruwnornolFZ1trVhc3mo2kTyGXTjtuAUwAcA8Hvwazrvxt4dtNDtNaurx4LC7maCKWSPb86kgg+nIwPXildWv/Wo+tv60OiornvDvjHRtdvLuztVvrae1XzHS9tmgLJ/fTd95fcetVdN+IPh2/1SKxiXUolnk8u3vJ7No7W4bsI5T8rZ7Y601q7C7nV0Vx/jjxvpujRX+nQw6td6hHas5OnWTTi3JB2lyv3OR3qqF8T658O9Fn0bU5odQeaKWeVn2s8QkBdST/sgjFKL5np5fi/0tqN6b+f4W/zO6orA8J2Wv2l/rT61etcwTXQewBcN5cWORjtzW/Qtk/QXcKK87bxtFo3jfxBZak+qX8cSRNBaWVs1w8QJbc2xeQOBz7V08Pi7QppNGSG6eQayH+xSKmUYoMsC38J9vXihapNf1fUO9/P8DdorNi1zT5PEk3h+N5Wv4bcXEgEZ2Kmcct0zz09K0qfS4BRWZpGu6dqs+oQWkknm6dM0NysiFSrDuM9QcHB71Si8X6RN4Zh8QW6X9xaT/wCpjitWaeXnHyxjk0rq1/612HZnQUVieG/Eem+Jre6WxF/aywHy5obu3ME8RI67G5HXrWH4NivtP8e61pE2u6tqlqkSyRi/nEhjJxkLgDA5o+0o9/8AK4ujf9djt6Kz7PWbC7v9RsYXkM+nBTcgoQBuBIwe/ANZk/jXQYvDlnrwkupba9IFrFFbl55ieyxjkmi+l/T8dvvHY6Oisjwx4i07xDbzS2K3UMkD7Jre7gMM0Z/2kPI61r07CTCiiigAooooAKKKKACiiigAooooAKKKKACiiigAooooAKKKKACiiigAooooAKKKKACiiigAooooAKKKKAA5wdvJxxXgGt3/AIg1jS7i3vNR8VnVjeKZNGt9PCWMaCQdJGj5GBu4bOa9/p298Y3tj61Ljd/1/X9dCr6WPN77Uv8AhGvH9nq2oWGoSWlxoqW0T21s82Zt6nYwUEr06nipvhnb6hP4J1xbiwnsbi6v711hmGGG6RiOe/1r0EMy/dYj6GgknqSacvejKL63X3u4ovltbun9yseeeANbgvPCdt4Ma31S01i2sDBKs1lKkSsowcSkbD7YPNYEWpyN8PI/h4uh6gmvbfsjxGzf7PGSxzKJsbCADng59K9jLMRtLEj0zRvbbt3Nj0zVSblJyfW1/k3927EkopJdNitp0LW2n21s7bnihSNiO5CgH+VV/ENrDdaJexzW0Vwfs8mxXjD/ADbDjAPer9FTNc6fmOHu2t0OO+Dumx2Xw90bzdOjtbwWyiQtAElHA4PGa7GlJJOTyaSqk7u4jz/4jeBr7xLrUV9bW/h6REhEZOoG78zOSePKkVcc+ma3Ph54fuPDeiPY3MemRu0m/Fh53l9P+mrM2fxrpKKUfdTSHL3mm+go6iuO8Af8jF4q/wCv7+prsB1rlrHwne2Pim51iz8UX0Nrdzebcad9miMbn03kbh17GpS99Pyf5r/IH8Pz/R/5nN/EPVtVtvGiWc+q6/omlfZVaC40ax8+S4lJO5JDscKBxjp1NafwPt7228ISJqEN7HMbt2/0tQJWB6McADnrwK7xWZfusR9DVfUIri5s5Ybe8ks5mUhJ0UO0Z9QG4P40R93z3/NP9Al7zX9dLHKfD7/kavGH/YQh/wDRIqL4bstrrfifR55HN5FftckOOscpZlx6jH5VreDPDUnh4X8lzrV1rF3fzLLPcTwpGSQu0cIAOlWb/Qbe58Q2euxTy2t7bAxu0YGJ4j1RwfoOeoxxVJWcf8KX4L9ULpL1b/F/oyr8SriO28B6y0iCQvavGkZ/5aORwo9zWj4bt5LXQLC3mYmRIFDE9emai1jQ7bVdT0+8vJZWjsXMiW4PyPJxtZvXbjge9atKKtfz/T/h2N628r/jb/JBRRRTEcN8Q4Xs9b0HVZrmW9t5dVt4EsJ8eTC5Dfvkxht/Hckc9K7msrxTokOv6X9jkuJLWVJBNb3EagtBKOjgHgkZPB4q3pNvc2mnQ295qEuozxrh7mSNUaQ+pVeB+FC+GxUnezJ7jP2eTHXYf5VxXwy0Gyb4d/2bqGlqkdxdzyTwyIULnz2ZSe/oRXcUpJJ55pLr52JfTyPIPF1pd6J491LULvXPFGj6dfwQrbS6NaC5B8tdpR18t2Ht0HFdLomiW7fC3UdP0O71K9OoRyyLJqEXkzPI+M7lIXb+QrulZl+6xH0NBJJySSfeplHmg4PqrFKVpqa6W/DQ43wH4nsta0aLRorXVLe/gttksd1YyxIpGRgOwCt+BrgLjVLhvhnD4Qi0PV5NVttQjN0n2VwkSfa9wYORtcYx90nHevcmZmGGYke5o3vjG5sfWtHJuXN3s38nf9SYWha3Tb+vl/wDitH0/wD4urqepSWZ3CxjjiuGjOMYXIBqt4+0K1trLQrbS9MzC/iKO6uI0jLrlg5d2HOBk/Su9ycY7UAkdOKUfdt5P9WxrS/9dLHJNbzf8LYFz5Enk/2aFMuw7c88Z/pXWUuTjHakpRVoqPr+Lb/UHq2/T8El+h5f8QNX1a38amxudV8QaNpv2UG0l0ax89riQtjbI2xwvfrj1rU+CNncxeAvJ1S3uRMdQu2YXiDzTmVvmPAGSD1Ax6V3ysyjCsQPY0hJJ5JNEPdi1/W9wk7/ANeViidP06HTZLX7In2byijJt3Er6epryPT9IttfmstG0TUvFGpafZ3cU7R6tbG2gskR84TcitITyBy2Mc17TTmZm+8xP1NCSUr/ANaA3pb+v6/pnMfELxJZ+E9GttRvdKk1C3a6it8IFPllmCq3zD1I6c10cTiSJJFzhlDDI55rK1Tw1o2qaza6tf20k9zartiDTP5Q75MedrEHoSMitemtnfe4nurbWCuN8Q2kupfEDTreG6l06SC3eX7Vb485l4zH82V2nvxn0Irsj0Pb3rA0Lw5NYa5eaxf63datdXChIzNEkYgQZ+VQg569TzSXxp9r/k1+v3X9AesWvT80yH4g+JrTwrp1he32ly6hDPeRW25Qp8pnYKG5Hqe3NdIjBkVxnDAEZ96ydR8NaNqGuW+tXttJPd2y7Yg0zmIeh8vOwsOxIyK16Ftr3G91ba34jZZEiieWRgqIpZiewAya5H4dxnUrrVfFkwy2pTCO2P8A07x5EZH1Brr3VXUq6hlIwQRkEUkMUcMKQwxpFEgCoiKFVR6ADoKFo7g9rHH64Rr3xBsNFUh7TSUF9eDqDIT+5/EMp/OuypiQwxyvLHDGkkmN7qoDN9T3p9C0Vv6/rp8geruZPjLTZNX8MX2nwjMsseYxnGWU7gM+5ArgtT1ybxX4Sj8FW2lanDrUyR298JrR44bcIRvcSkbHGRgBTznNep04sxG0sSPTNCVpX9Pw/wCH1Hd6W3X6/wDDHkDeHdRj+IPiLxJpNnJ/aGnpAbVZARHdR/NvjBPGTgc9q9H0jXI9V8OHWLSyvMiJm+zTRNFJuA5XDAfnWvk4HJ46VQ8QaTZa9psmnakLh7eQgt5Vw8T8dPmQgj86Tvy8q/r+t/UUVHmu/wCl/wAAz/APie38X+Godbt7OazSR3QwysGZSrFTyODyK3qr6bY2mm2MVlY26QW8S7URBgAf1PvVirla+hKvbUK4v4s6jq+naVYvp0l5bW0l0iXt3ZW5nuLePP3o0AOT17Gu0pVYqcqSD7VDVyk7HlHwrW8m+I+r6hJeeINRspdLhWC91a3ETyYkbIACLjHoRmvVqVmZvvMT9TSVbeiXYHu2FZfibXrHw/pxvNQW9aNz5Y+y2sk7ZI4+VATj3rUpVZlOVYg+xqJK6sCPOvghrNrL4Jt9Ke11KC6sYi1wlxYSxAAsfulgAx+lYOjagun+Irax8B3/AIklhluz5mkX+myQ2UUZOZGV2QEEfMwyxya9kZmb7zE/U0F3IwXYj0Jq27z5/wCv+G/q4SfMn53Yh6nHSkoopCK2q28l3pd1axSGKSWJkVx1Ukda4X4e+JrDRNJ0/wAIajp2rWWqW7GCRE0+WSEsWJDeaq7CDkc5r0Onb327dzY9M0lo352/C/8AmweqXl+v/DHkXjvVtZXxfqmn3mreJNItViC6bHo1h5q3mVGTK5jYKdxK8kcDNZkFyug+GPAtxr1per5OrymWJrVppgcSfwKOT9Bj0r3AOyjAZgPQGsnWdFi1TVNK1CS5ljk0248+NVAIc7SuD7fNTh7tv62v/mFRc/3f5f5HN+Cpptd8aat4qt7W8tdNlgjtoGuYjE87KCGbYwDKBxjPXPFVPCGuQeHNc1bw9q1rqkd3e6tJNbPFZSywyJJtCsZFBVehzk8V6IzFjliSfelDsBtDMB6ZojaNrbbfjf8AMHrdvf8A4FvyPM73Vj4b8WeJoLvS9SuJtUHmWAtrZ5Em+UKAXUFUOR/ERWfBpdxeeA/B9rf6TPkarJJcW8kZYx8uRu9gcc9K9cDMBgMQPQGkyfU1MVypLs0/udwkuZt+TX3qxh+KdChv7W9urOGOPVns3tobgHBCkg7fTsK8q8OW9ndvo+ha54m8drd2txHnTpdNBto5k6DzVh27R/eDY969wp298bd7Y9M04q0r+n4Nv9WN6q3r+Nl+h5QdTl8O3PjHQ59J1O51HVLmWew8i2dknjeNVUGUDanKnhjXcfD+KaHwZpkVzC8EyxHfG4wVO48Gt8MwG0MQPTNNNEdF9y+6/wDmEnd39fxt/kFFFFMR5mviKx8M/EbxHJqOn6o73UUIt3t9NlmWTBbI3qpA6jqaYnhq7034SW73ES219pkp1MRqc+WqOZGQHtuUY/GvUQ7gYDMB7Guf8WeHrjxB5Vu2u3llp/S6s4YkK3K91Zz8yg9ODU2aSS30V+1tvx/rcpWu77b29f8AgNlD4ZxveadceKrqDyrzXHW4dD1RQoVV+mADXW1HbQxW1vHbwRiOKJAiKOiqBgCpKuVr6bEK/Xc868bW2oaZ4pnk0uGbHiK2Fo8kUTMIZl4Rmx90ctkmpPiPNqPh/SNDsdKlvtP0sP5d7e6dame5t1GNoRArfeJOTg16ECRnBIz1oVmU5UkH2qLaJf16fiy763/ra1/wX3HlXwte6j8VeINWurjxBfWLWSvDeanbbJplVucIqKc8H5SM1J4b8YaTcfE3ULpLXXFgvYkigkk0i4RSwAzklflHB5NeolmJyWJ/GlMkhGC7EfWq05ovt/wV+pNtGu//AAP8jzOXVn8N+NvFEN1pWpXE2qRw/wBni3t2dJyI2DAuAVTGf4iK5gaXrFv4O8DatJLrelW+n20kd41hCHuoDJtwfLZWJHBzgZr3IMwGAxA9M0bm3btxz65pK6S+X4aflv8AoVffzv8Ajv8A1+ZwXwtt9MmvtS1m01zxHq11OiwzSavZG3ICnI2jYmevXFd5SszN95ifqaSm2SkFFFFABRRRQAUUUUAFFFFABRRRQAUUUUAFFFFABRRRQAUUUUAFFFFABRRRQAUUUUAFFFFABRRRQAUUUUAFFFeU+LPHl/o2sSMvjTwuWiuo430ExA3IVmAI83dy2Dn7vtSurpDto2erUH34rnLHXLu58f8A9jYjFi2lrdqNvzhy4HX0wawP7S8S+I/BWtSWmp2NhcW19dW5d7LzVaGN2ULjcMNgD5v0pTbjFy7K/wCNhwXM/ml96uehAgjKkEHoQcg0V558KofE1h4M0rUdW8QWN1pCaaHW0i03y5UGOMybznH05qqfEHjw+G18bC70pdJJ89tJNp+9W3Bw37/dywAJ+7zWk48s3Ht/nZfkRGXNFS7nptFR2k63NpDcoCFmjWRQewYZ/rWP43vNbstBuJtD0m31Gby38xZrvyBGmw5YHByR6VnN8qZUVzWsNsvGXha+12TQrPXLWfU42ZHt03FgwOCM4xx9a3q84+Bd74in8Jacl74dsLTTpIDKt7FfB5JXODzHtyM8nrXo9W1a1xX1YUVgeIvFMWi3q2r6D4i1Asm/zNP08zxj2LA9farvh7V01qyN0mnanYANt8u/tjBIffaT0pLXYHpuaVYR8Y+Fx4hHh7+27b+1dwT7KAxfd6dMfrW8OorjvAH/ACMXirgf8f3p7mpT9+3k3+X+Y38N/P8Az/yNfxN4p8O+GVhbX9XttPE2fL83PzY69Aa1oJY54UmhdXjkUMjDoQeQa8j+Juq3Fr43nOkh3jubSPTtTupIN8FgHLBZM55IJJYccAV1uk6nZaf4HurfR9TiA0ki2kvr75YgxAYyc/eUBsgfhRF3g5P+tbf5a7a+Q5K01H+v63+7zOyFYdh4w8MX+vS6DZ61bTapEWD2oDBwVOD1GODXKfD3xrcan4vk8PzeKNE8TxtZm6S80yAQiIhguxlDN1znOa1/Ef8AyU3w3wP+Paft/tLTejj2ZPR90dbPLFBA888ixxRqWd2OAo9TVYarpx0pdVF5H9hZdwn52ketct8Rtuq6voXhGV2W21KR5rpQcebFFjdGfZt3NdfPaWs9k9jNAklo8fkvEw+VkIwVI9MUauLa+X9fh8mN6NJksbrJGskbBkYBlYHgg9DS1yHw0mkt01jw3JI0g0a88iJnOWMbKHA+g3YHsK6+m+jXXX7xbNplbVdQsdK0+bUNSuo7W0gXdLLIflUetJpWoWWq6fDqGnXKXNpOu6KVAcMPUZ5rkPiTcW+p3+i+H7OZLq/j1S3uLqzQ5dLfDZdx2Tkc13PYdOnahbXHJWsFFNlYrE7DqFJFeW6N4j+JWs+G28Q2tvp8UVvePCLJbbzJL2MTFC4OR5eB2wc4z3pLV/11Cx6pQSAMkgD1JxXmfjLx69v4nm0S18VaF4X+yQJJLJqkQlaZnG4KqllwAOCc/hUera5q/i/4P3+p6XqlhavFHLDeOLfzo7nZjJjORtBzweamcuWDnbb+v669kVGN5qPf/hz1AHIyCCPaiuO8B2viq00SC41bxBp9/afZQYYIdO8l0OO77zn8qpS+LtYX4VW/iYfZvt8l2kLfuvk2m58s/Lnrt/WtXG0mu1l97a/Qzpvn5fP/AIH+Z31FcFqmueMbzx1d+GdB+wW0CWaz/b7iHzBAxA4KZG/OemRiq+qeKfGGneE9Mnk023OtS6yNOkjmTyo7hfm/eL12BsZHWoj7239a2/MpK7t/W1/yPRaK47wzqXia28Y3Ph7xHfWOohrVLi2ntrXyNuc7lZcnOOOc12NPomv66fmLq1/Xf8mFFcX8RtfuNIlt4ovGGgeGd6Fg+pQiYzH0CllwPfmofDfxE0efwLDr2uazplkzyTW6TtIFiuJIyV3J7MRkClf3XLsNp3Xmd1RXA/D34k6Brfh8XGpeJNHXUI0eW4iSQL5ca4+YjsOetVNK+K3hy48e6lpk3ijRBpEdrC1nKJQPMmZmDru74AXj3ppXdhPRNnpNFYfitvEzWlk/hT7A0jXEZuDdfdMBI3FffGcVuGgfYDwCT0HNZmh+INF1yS5j0nUoLx7V9k6pnMbehyBWnXH61dWei/EK01LUJEsrW7tjb/aX+WNpB9xCfU5OB35pL4ku9/yv+lvV/Jp6Rb7f52/4PyOworE8VHxPt08+GBYnN0n237V/zwyN2z/axnFbh60IbEqtqF/ZafHHJfXMdussgijLn7znoo9+Ks1x87f298R0tcB7HQo1lkyMhrh+UIPquGH40dUv6t/X42Do2deWAUsSAAMkn0qvpl/Z6nYx32n3CXNtJnZKmcNgkH9Qa5/4l3kyaGmjWZP2zWJRZptPzIjcPIP90EGuh020isNPt7KFQscEYQADA4HJ/E801qm/68/0B9P6/rqWKYJYS/lrPCX/ALokBb8utZPjjUJ9L8J6hfWpKzJGFRh1UsQu4fTOfwrz/wAT+E9G8P8AgOHxZptskXiGySK7fUVbE1zISA29v4gdxOKUXeVvT8f+GHyt2S3e3y/4c9YDKSQGUkdQDyPrQrKw3IyuPVSCP0rxv+0rib4j+IvD1vJNYT6wLZDdn5ViT59wVv8Anoc8DvzXq+g6TYaHpUGl6ZbrBawLhUX9T9TTV7X9P+D9xHMr2X9di9RRRQMp6tqum6TDFNqd5FaRzSrDG0h4aQ9FHucGrlZXiXQNO8Q29pBqSyslrdJdRhH2/OoOM+o5PFR+MtQk0vQZbqPVLDSsEKby9wYoc/xFcjd9Mipbsrsq13obNU4NV0241W40qG8ikvrZQ80APzIp6E/mK4z4aeMZtb13UdEn8QaT4iNrAlwl/psQij2sxXYVBPzDGc5711dloOn2fiG+16FZPtt8qpMzNlcDGAB26Cqaaa7E33/r+tDUpk8scELzTOEjRSzsegHrT6zPE9pql7o8tvpF/aWVw33pLm1+0IUwcqUyOvrmpm2otoqKTauT6Lqum61p0WpaTexXtnL/AKuaI5VvpVyuS+EE/wBo+HWlzi0s7ZmjJMVpD5UWcn7q84rC8FeK9Y17xH9nuvFWjWMyyyLL4ekscXkYXOPn39wA2dvQ1bXv8qJ1UW5d7f19x6VVPV9V03SLZbnVLyK0hdxGryHALHoPrVys3xHoen+ILKOz1KN3hjmWZQrY+YdP51PYOjJdO1bTdRnu4LG9iuJbOQxXKoeYnH8J96u1jWWl6T4cXVtUhV4xdSNd3bE5y3cisDwndeOPEUdt4g/tbS9N0m5cvHpxsPNl8oHGDNuHJwf4eKI66el/n/TG9NfuO4orhPiP4ludGvBFF408O+HCIjIkOowiZ7jHp8y7RnjvVKTxtrt/oPha60OGxkudXujaymQ/u+FbLqfTK5A9KIvm2FK0dz0ikDK33WU+uDnFcTomo+Km1XWPC2o6vpsuqQ26TWmoR2OyPDAk7od3OOP4uc1hfCvT/Gvm6pJ/wlOl/ZI9al+1Q/2T80xAXcVbf8mR04OKcfefla/42CWn3/pc9UormtK1u+uta8S2cvleVpr7bfCYONgPzHvya5zUfGniOHwTomrWNpbXmoX+oSWzw7dqsoZgCPTGAT9KlSuk15fi7IHo7ev4K7PSKK4ux1TxZoupagnilrW909LRrqG7tbXyUhIwDExydxyevHAPFcjpXxOuTfaZdz+LvDOpQ6hcpC2jWiAXFqHPB8zJ8wr3G0ZzTWrt/W7X5p+XyB6Jv+tr/qevzyx28Ek8ziOKNSzseigdTVC61/RbXTYNSuNSt4rO4dY4ZmJ2uzHaAPqTiuL8Q6l4o8RReI4/D+p2GlaZpiyWs32my8+S4kCZbHzDYMMOea0/DehWGv8Aw60Wz1RWkSIpOCh2/Okm4H6ZA4oi7vXb3fud7/gtByVrL1+9W/z1On07VdN1Ka6hsLyK4ktJPLuFQ8xv6H3q5WZouh6fo91qFzYo6yahMJp9zZBYDHHpWnQtl8vv6/iLuVrbULK5vbiyguY5Lm2AM8a9Y89M/kas15lDD4qufiN4oh8OXun6diOFnuLqDz9xy+FCZGPrmrFj421ifSPDetzW8EFnc3TWeqxlMskhOyMoewLY/CnH3rd3b8f+Dp93R3B6X8r/AIfrZf09D0Wiuc0jVtT1Dxxq9lGIRo2nIsJbZ873Bw2Q393acY9a6Ojon3Dq0FFef3OteNtU8c634c0NtPsbWxhhlW/uIPN2swbMfl5G7OOueMdDmquueOtV0vwzoUerzaf4f1rUmdJrm/XEEGzBZtpxnIPAzSvon3t+P9frsO2rXa/4f1/TPSqwdb8ZeFtE1KLTdW1y1tLyXGyF9xY5OB0Bx171zfgbxpf6vLqul2uoaP4qv7ONZoLmyYW8Eyk42t97Y2c+tZHw01LxhN4w8SSzeE9NHnX0S3kv9qAmDEYACjZ8/GPSnFXml5X/ABS/Xf8AzQm0o387fr/X/DnrNFeXeLfH8sfiS/06y8aeGvDsengApqMQlkunIycDcuwDGO+c1PeePdcvNA8K6joGnW00+syeXLC75RDx8wfHQZ64qVJNJrrb8dF/XTqNrldn5/grs9KorirLWvE+hDXP+Es8i/t7Cz+2QXtvbfZ4nHOYep+YY6+44rldG+Jc66lpkt14x8Na1BqEwjfTbGMLPbBvunduO/GQDwO5qo+9JRXW347Cfuxcn0/Q9forz281jxxqOveI7HRrrSrC20coyzz23nNNmPcY9uRjP97PHpUtx411C48GeHbnTbaBdb18RxwrJzHAzD5nI/iA9OM5pLVJrrb8dh9X8/w/r+md7RXLG61/wz4e1TWPFGtWGrJawGZFtrL7KF2jJBO5s59a4zQviRcLq+lrd+MfDWuxajKI2sdPiCTWu77p3bjv6gHgY5NNay5V5fiJ6R5n/Vv69ex65RSsMEj0pKACiiigAooooAKKKKACiiigAooooAKKKKACiiigAooooAKKKKACiiigAooooAKKKKAAgMpU5wRjivLU+GviJdGfw+mvaRHpXn+cki2LfbD8+/DyEkHnjgdK9SoqeVXuO+ljjtX8Ma8viC11rw7rFjZ3C2K2Nyt3btIrICDuTaRtbjgnI9qteCvCsuheHL3SL7UTqDXdxPM8+3ax8xiefcZrp6Kb1TT6/wDDgna1v6toch4S8PeJtJtk0TUdW0m+8PwwGCGNLV1utv8ADucttPvgCsuPwL4jGmx+GJPEVk/heOQYi+zP9saIHPltJnaQckH5eleh0U73d3/XqHSyGQRxwwxwxLtjjUIg9ABgUy/gN1YXNqGCmaF4wxHTcpGf1qailJcyaYLTYxfA+iSeHPCmn6JLcJcvaRCMyopUNgdcGtqiim3d3EYHiLwX4W8RXi3mt6PFe3CJsV2kdSF9PlYDvV7w9oWkeH7I2Wi2KWduzbjGrMwz6/MSa0aKFpsD13FHUVwHgjWNIt/GfiXTbjVLKG+mvv3Vs86rK/J6KTk131VTpumm7F4dOsjdA5E5t08wH/exmpS96/l/l/kN/Db+uv8AmclrfhHXzquqT6Bq+lw2WrL/AKbbajavMNx4JQqwxkeuelZFt8MdRtvAx8MRazZOtveJdWEkkDkAqwcrMM/OMg4xjjFenUURio7f1Z3X3MG7v+vQ4rw74S1y38ZJ4m1rVdMnmFk1r9nsLQwxDLhgVBJPbuTzVfVtX0m++LGhWljqlldXNvbzrPDDOrvEdy8MAcg/Wu9qtDp2nQ3TXUOn2cVw2d0yQIrtnrlgMmna7XZA9n5nL/EmG5sptK8WWdu1w2kSN9ojRcsbd8eYVA5JAUYFdHNrGnQ6G2ttcK1isPneZH825cZwAOp7Y9avEAgggEHqD3qMQQCEQiCIRDpGEG0fh0o15Wl/X9f5he7Tf9f1qcz8N7K5Wyv9cvoTBdazc/amibqihQqZ+qhT+NdVQOmO1FN+X9WF3bOL+K6rBZaNqeFiWz1eCa5uPu+XEA24s393kdeK66xu7W+tI7uxuobq3lXdHLC4dHHqCODT5oop4mhnijlicYZHUMrD0IPBot4YbeFYbeGOGJRhUjQKqj2A4FC2sNu9hZV3xOnTcpFZHgvRZPD/AIfi0uS4W4ZJZZPMVSoO9y2MH0zitmihaXE9bHG694U1f/hIrjXfDN/pVvcXqKl5FqdmbiJyowrKFIIIHv3rbi0u5vPDEuk65JZvLcRNHO1hCYYyD3VSTiteipcU4uL2K5nzc3U5fwfpPizTYBp+uaxpF/p8cXlxfZ7R458c4LMWIP4AVzcvw98TS6CnhtvFFkmj290txbqlq4mfE3mFZWzhh1xgDtXplFVd83N/XcS93YxNP0OS18WXuuNcoyXMCRCIKcqVA5z+FJ4v0KTXV0oR3SQfYdRjvG3KW3hQw2j0Pzda3KKS0tbp/nf8wWn9eVvyMU6JIfGY8QfaE2C1+z+TtOc+ua2qKKErK39au/5sHvf+trfocRr/AIR1yXxhN4g0LU9Jh+1W4guI9QtGnKgHrHggKcDvnmr/AII8KHQPCsmi3tzBqMjz3E3nNCMZlYt0PcZ7V1FFCVouP9f1qDbf9fI5/wAEeG4vDvh6LS5vslzIhbdKsAXcD255qHTfCcNp461TxG32N4b20hgS3FuMxlGYls9Od36V01FO+txdLHC/FO/14vpui+FJNRt9XluI5fMitz9nMIYb1eXG1flDcZBNdxFvESCQgvtG4joT3p+TjGTj0pKS0VvO43q0B6Z7VxdneaXrXxMZ7C5ttRSwsyszROJEidugOMgNx9RXaVBa2dnalza2dtbmQ5cxRKm8+pwOaF8Sfa/4q36iesWvT8Hf9DjPidqGvvfaVovhSXUbfU2uY5pXS3P2drcMN4eXG0HaD8uQTXcpu2LuILYG4jpnvTtxxtycelJQtFYb1dxlw0iwSNCm+UISi5xlscDP1rC8B6TdaXo7yakqrqV7M91dgMG2uxzsyOoXkV0FFC3uD2ObXSb678ftrN9Ei2Nla+Xp43gku+RK2O2QFrpKKKa2SB6u5W1Syg1LTriwuc+TPGUbb1Ge4964y38G+JLi1ttD1zxBY3fh21ZfLhhtnS5mRfuJK5JVhjGcAZIFd5RSWjv/AFpsD1VjjbrwLFeah4guLy7BTVBEYDEu2S1ePdhwfX5qu3V1qWg+CZZNfvJb28jj8r7Rpdk7vk8KwjGSSO5rpaUEg5BIPtScfdcf60GnaSZy/wAL08SJ4MtP+EquJJ9TYuzPIRvKFiU3Y77ccdq6eiirk7shKyCuY+IHhm78Qw6fLp15a217p9ytxD9riaWBsHkOgIJ6etdPRUtXKTOO8IeFNX0zxXe+ItY1Sxup7yzjt2hs7YwxRlXLZUEk4575Oc12NFFO+wdbhWZ4ki1+aw8vw7eabaXRb5nvoHlTb3ACkHNadFJq6sCZx/w48PeJ/DOijSNT1bSL22gj22ptrSSNw2SSXLMcjntiqV34R8U61qlpJ4j1Xw+1lbXAuP8AiXWEkNySpyo3sxGOBnjkZrvaKq/vc3UHqn5/ruKTkk0lFFIQy4hjuIJIJlDRyKVYHuDXH+H/AA/4y0F4NNsde0ebQYJP3cd1ZyNdCMnJXeGC55ODiuzooWjuD1VjgtY8F683ijVdW0PVdIhh1YAXK39m08seFC/umBAXgZ5B5rC13QNX8O2vgrRdL1Oyk1CPVpGjubuBmjO5ZD8yqQSfpivWqY8UUjI0kUbshyhZQSp9R6Uo+7ZIJ+9q/wCtv8jnfCPh7UbDUL7Wtf1KDUNXvQqO1vEY4I41yFVFbJHXnJPQVT07w74n0bXrqTRtY0ldGvLw3Vxb3Vq7zgtjeEdWAAwBjINdjRTWjuhvW5xer+FfEX9u6ld6DrtnY2eqpi8We3Z5kbGC0TAgLwB1B5pbLwTcW3h7QNKOqLK+lXb3DzMhzMG3cex+bk12dFJKysvJ/dqhPV3fZr79GV9Us4NS0+4sblSYZ0KOB6GuQ8P+G/F+kXFpaDVfDV1pNswVTLpjfbGiHrIGC7/fGPau3ooWjuN6qxwmoeDfEC32sw6L4gtLLSNZkaa7je3ZrlJGUKxjcHaBgDqDXVeGNMbRtAtNLafzzbps8zGN3PX61o0ULRW9Pw2B6u7/AK/qwUUUUxHEX3hvxhB4o1PVfD+u6La2+ooiyR3dnJJIm3PKsrAd/Sq/iq28PeF/hy/huS/j+1eSWsYpJAZ57nJZGVepO8joOK7+oJ7Oznmjnns7aaWM5jkkiVmT6EjI/Cpcbx5ehSdnf+rmN8PNKn0jwlY294zPevGJLp2+8ztyc+4zj8K6Ciirk7u5CVkYmj6HJYeJ9Z1hrlJE1FYVWIKQY9m7qe+d1V/GvhubW5LDUNPu4bTVdPdmtpLiLzYSGADK69SCB2xXR0VNtvIpaX8/1MTwpZ+ILNZf7euNCmcn92dMsmgAH+1uJzUfhXw/Loup63ePdJMNSulnVVQgxgLtwfWt+infW/lb8n+iFbS3z/r7zidS8J67ba5d6l4X1HRYY74h7mDVbFrhVcfxRlSCM5Oc5rSuvD9/fTaBdXl3ZLc6axe4FvAUjlY4zsXPyjjvmukopJJJLtb8NhvW/n+pU1vT7fWNIu9Lu94guomicocMAwxke9ct4b8P+MNLubW3uNT8MXWmW/yD/iWOt0yDhcvu27sY5xXaUU1o7g9VY5/TPD0lnqHiK6a6RxrBXYoQgxYjKc+vXNZX/CEXEfgzRdKt9USHVdG2PaXgjPlmRRj5l6lD3AOfeu1opdEvT8Ngvv8Af95zMOi+INV0TUdJ8Y6hpV1DdwmJW0y2eFkBGCfnZsn0qn4b0Lxjpt3bRXupeGLrToBs+TTHS6ZR935923PTJxXZUU+txdLBRRRQAUUUUAFFFFABRRRQAUUUUAFFFFABRRRQAUUUUAFFFFABRRRQAUUUUAFFFFABRRRQAUUUUAFFFFABRRRQAUUUUAFFFFABRRRQAUUUUAFFFFABRRRQAUUUUAFFFFABRRRQAUUUUAFFFFABRRRQAUUUUAFFFFABRRRQAUUUUAFFFFABRRRQAUUUUAFY3iPWZtOvNMsLO2S6u76cJsZsBIh96Q47Dj862f0Fcb4WH9t+NdV8RPhrazzp9jnnaV4mIPuQtJayS+f9eu349BvZ/wBf13On1nUINK0i71O6OILWFpZMeijJxUXhy7vr/RLW81G1itbmZN7RRsWVQT8vJ9sH8a57x4W1fWtI8KRFtk8ou70r0EUeDsb2fkfhXYKqqoVQAqgAAdgOlEdU3/Wn/B0+QPSy/r+uvzFooopiCiiigAooooAK5/xb4s0/wzd6Xb38F1IdSn8mN4gCsfTLPk8KM10FcL8SLGDUvE3hvT7lQ0NwLmNx7ELUybTXqvzKVrO/Z/kdMmuWjeKG8OrHMbpbNLvfgbCjMVAB654q/HdWskvkx3ds8v8AcWZS35A5rxp9X1KPX/ETJIyavpfhnyZWROUdXkIIHspWptX0Xw5pngbQfEXh6zgj8QzTWzxXdsALi4kdl84MRy3BfIPSrSTt2dvxbSCSs7df8km9fmemX3iTSrPX7XRZ7iMXFzG0gbzUCoFOMNk8HmtUTwGEzCeEwgZMnmDZj69K828YeFfCVx8UtFbUfD+kyC9gl84zW64mk3DGc9TjNL8VrePTdK0HQNH0jTjplzeLG9k9x9mtpPSJmAI2tzxjnFZxk+VX3vb8bC0vpta/4HpEM0M6b4JoplzjdG4YZ+opRJGZDGJELgZKBhuA9x1rgPhv4f1vR/EV9cSaHo2gaTPAirYabfedH5oJzIF2qFJyAT3wK3NNsPC8fxB1PULO8D+IZbVEvIPPJKRBvlOztz3q+39f1/kLv5f8D+vU6WsnxVrUuhad9tj0TU9XUH547FULouOWO5gMVrVR8QkDQb/LAf6O/U47VnVk4wcl0Lgk5JMyfA/i6PxVph1SPRNU0qxaNZIbi/EapMp7qVY9PfHWreg+JtI1l7xLa5iRrS6NswkmQF2AByvPI5rD+ElraX/wd8P2d5DDdW8umoksMgDK6nqCPSsP4ZeD/Bv9o6/I3hvRvtdjrLC3LW6h4AEQrt9MHkYronFRqyh0V/waRkm3BS8/0Z6jVPW7ySw0q4uoVhknRCYYpJAgkfsuSauVj+MdI0jWdAurfWdPs76GOJ5ES5QMquEOGAPesJ35XY1hbmVyTwnfalqfh2zvtX09NOvpow01skm8Rt6Bu9X1urRpvJW7tml/55iZS35ZzXL/AAlUN8LdDijcJ/oCKCp+78tch4b0yPwTr+nx6/4X0W5muLg21v4gtnEl5O7EYaVcfLnOCdx6VrJfvHEi3LBvqv6ueuVm+JNbsdA0mXUr9x5ce35A6h2ywHAJGetaZ61xHxm0XSdT8E3lzqGl2l5NbbDFJLEGaIb13EHtxmsasnGDaLppSkkzppdVtm0mW/tJoLgpCZQiyqx6ZwcHioPCmtx614f03UJWtoLm8t1ma3WYErnsAecVkab4f8M6T4PuLrQNI0yya5sNzyWkaqZAV6kiuBsvDukaT4F8C69ZW23VpL+zV71jmZkYnMZbrs4+7W3L78o+cV97l/kjKLclFrqm/uSPZ5ri2hYLPdW8LN0EkqqT9ATUteKX9jqfibxj4ojm8J6DrsttcmCB9S1Iwy2sW0bTGuxtvJPzA/yr1PwVa6tZeFrG01ySOTUIkKytHJvXGTtAbvhcDPtUx1jf0/EqWkrGwSAMkgAdSaiFzbGRYxdW5kYZVBKu5h6gZyaq+I/+Re1L/r1l/wDQDXnHw/8Ah5pV54D8L6oszprMUcF2mouN8yqF4hB6iMZwF9qI6t9lb8b/AORTVo3PUZ7m2gI+0XVvCT082VUz9MmnvJHGhkkkREHVmYBfzNeN6zZX3iPx94gtrjwnoPiE2myKJNU1Iwm3j5w0abGA3c/MDzgeldDd+FfE1/8AC/T9G1C5sZtTtpEkmgln329yivnymcjkbflzj8KlO8Ob0/H/AC/4YGrS5T0GK4tpkLw3MEqL95o5VYD6kHihbi2aXykuYGkxnYsqlseuM5rzPSLjT7fwt4q0GHwvp/hvULW3Z7qHTiGgfMfDK4AycEduKzE0TRdF0TwHqGlxRjX7qa3BuDJm4uFMRJRm6lR6HpgVS1flp+N/ysQ3b8X91n+p69NdWsDBZ7q3hY9BJKqk/mae8kaDLyIgxnLMBx615ho2j+HfFOs+LbjxhZ2d/dWd48MYu0Gba3UnyymemfUdcVk2Nu2uaB4DttUlvZIJZZ1zJIQ80Qx8rn+JSOCO4qVK9vO34/1+Zcklfyv+Cv8Ap+R7JBNDOu63nimXOCY3DjP4Uxbu0eXyUvLZpc48tZlLZ+mc1w3hHSbLRvHPiTQtEhj0uxltFmWK3XakcpO3eoHQ4ArD8P6fD4K8R6euveFNDkmvLt4bXXLNg91LI25gZE2/L8ucncf1pp3aXcl7PyO68V61q2m32l22j6Zb6kbm5Ed2GuAj28RB+cLnJ7fnU2u662ma9pGm+TE0V/5nmSu+3ygu3n07965j4qaPo6614Z1r+z7Iaodbgia72gTFNj/KW644FS/ErTbPV/FnhWxvizWrtMZEWTasg+T5W9VPcd6Wto+cv8i5JK/+G/5ndRTQSoZIbiGVB1dJAyj8RWDoOtavqHijVrC40qCHSrUL9jvo7gSfaCQMggHjGT+Vc/4K0zT9M+IHiPSNFt7eDQfskTSWsKgQpcFiHGOmSu3NSeB9L0nR/iJ4jtdJsrOxgKI3lW6hVLELk4HemmuaPZr/AIP6Ey2fk1/X4l/xP4g8RaL4n0q3/s3SZdF1G7W1Wb7RILlWKFiSmNuPlPeui1u8ksdKuLqFIpJ0QmKOSQIJG7Lk+tcv8T2X7f4Q+ZR/xPFz8w4/dSV0HifSdI1nR5rXWLCzv7dVLrHcqHQMAcEZ71M3ak36lpLnj6L82v0GeFdSvr/w1Z6lrllDpV3LHung84MkR9N2cGk8NeJdK1+y+1WdxGn7xoxHJKm8kHHABrA+FOn6dqXwi0LT7+ztru0a0CvBKoZCNx4IrJ+Dfhbwkmlm/j0DSV1K1vJEEwgUSxEHgZ6jjFazVq0o9Ff80v1M2rQ872/B/wCR6WrxsCVkRgOpDA4+tKjK67kZXX1U5FeX6rcP4X1jxDoVvuH9tqs+nIP7zYjkC+/LP+FegeGNJh0Lw/ZaRCdy20Kxlz1dgOWPuaiOseb+r9V8hy0dv6t0+/8ARmjUUV1azSGOG7tpXHVUmVm/IHNc/wDFK9vtO+Hut32nSyRXMNqzLJGuWT3HvXF65oXhrQbLwtqvhOxtrbVri+t1WazAElzEzL52/H3hgnOelOOr+aX3g1p97+47bxnrupaXcabpmiWFtearqUrJAt1IyQqFUsSxUEjgHGAea1tEbV202NtdgsYL/J8xLORniAzxgsAentXmXjfwjbTfFPw8p13xJH9saYsY9TdTFiNjiP8AuDjtXqWmWi2FjFZpPczrEu0SXEpkkb/eY9TSh8F3u/8AOwpP3rLoTTSRwxtJNIkaKMlnYKB+JrJ8N+JNK16yF1Z3EaZkMYjklTeSPYGr2r6fYapp01jqVnBe2sinfDMgZG47g1598HvCvhKPSP7Qi0DSU1K2vJEEwgUSxsMcZ6jFKL9+z2t+q/zHLSKa7/5nV6D4kW/1bXLK7FtaLpt99ljdpgDKNitnnv8AN0Fb0ksUcfmSyxxx/wB93Cr+Z4ryaLwtoeuax8RbzV7MXzxXUiwpMdyQsIFO9FP3X/2hzwKpa3cahfaL4L0h9Ps9XtrgOGttQvDBBcMgYKjna27AUHBHUZo5tl10/FP/ACKnFKT7a/hb/M9milimQSQyxyoejRuGB/EU6uF+GGha3ot9qrXmlaXo2mXDI1tp9he+fFCwHzFRtXbk8kY5ruqpkLdkUl1ax/626t4+dvzyqvPpyevtT2kjXG6RFyMjLAZHtXklr4e8N6jc/EDUvEMMNykGoz+X9qcNHbYjUmSNT91vVhzwPSoLuxuPEFp8NrXVLi5haWe58xo5CrvGI2wpP91lABHcGiKvZen4pv8ACxckoya8n+Fv8z2GGaCZS0E8Myjq0cgYD8RTYrq1lkMcN3byyDqiSqzD8Ac1554p8OJ4K8L+JtU8KsLGG6SLFlbxYSE7lR3UDvt3E/XNUNV0PwzoUfhHVPC1nBBqd1eQoLi0AEt3GyksZSOWBwCc96UXd/cvm/0JkrK/r+CT/U9SmurSFwk93bQueQskyqfyJpRPbsgdbiAqwJVhIMEDqQc814T4ks7XxBrPjK1v/CN54ivp5WtNN1GO3DxWuM4QuTmPbnkgHrXQ+IPClqurfD3w2x+y28S3IlS0Plq4EQLIcdVPII7jNELyS87fk3+A5Kza7X/D/M9WhmhmTfBNFMv96Nww/MU2K6tZnMcN1byuvVUlVmH1ANceND0fwFp3iDVrJWg0qdRIdPtY9ixNtC/JjpnHP1JrgbIS6d408IXkHhPQPDp1S55msb7zLi6haNmxKuwZycEkk80Rd5W/rr/kJrRv+tD243VqpIa6twQMkGVQQPU80r3FsiCR7qBEPIZpVAP45rwvTPDuk32tWc13bmZ7nWb9JyzZ82MOP3beqf7PTgVSt9PtNU8L6JDqEf2iGHQLt1ic5TcqnaSO+O3pS5vdbfT/AORcv0Glf70vvdj6CjlhkZljmikZfvBHBK/XHSmxXNtM7Rw3VvK6/eWOVWYfUA8V4haK3h9tXm0dHWaTwxDNM/mEO7GVlMjP1yFA+bsFHpWl4M8Na5/afh/WNK8L+G9FjUrLdX1lqpklvI2TkSL5Y35JDcnrV297l9P1/wAiL+7zfP8ABP8AU9dkubWMZlureMZxl5VXn05PWpRyMjkV5V4c8GaN4i1vxbNrUZvo3vCkEE/zRW7c/vFU8bs9/rXo3h3T5tK0Gx02e8e9ltoVia4dcGUj+Iiog+aCk+qT+9X/AAKlpJpdG19xfoooqhBRRRQAUUUUAFFFFABRRRQAUUUUAFFFFABRRRQAUUUUAFFFFABRRRQAUUUUAFFFFABRRRQAUUUUAFFFFABRRRQAUUUUAFFFFABRRRQAUUUUAFFFFADJ4xNBJCWZRIhUspwQCMce9VNA0q10TSYNMs95ihXG6Q5dz3Zj3J7mr1KAT0GaQzMtdFs7fX7vXFMr3l1EkLl2yFRCSAo7dTWlRSkEHBGDTASiiigQUUUUAFFFFABVe5sLO5ure6uLaOWe2JMEjDmPPXH5CrFFICjBo2kwazPrMOn26ajcIEmuQvzyKOgPrWdpfgvwnpesHWNO8P2NtqBZmNwindk9Tycc5Nb9FC02G9dzN8Q6DoviKyWy1zTbfULZX8xY5gSA3TIx9aYPDmgjw+fD/wDZNt/ZRXYbQglNvp1z+tatFFugXZi+G/Cfhvw280mgaLa6c04CymHPzgdM5Jq5BpGlwaxPrENhAmo3EYjmuQvzugOQCfTNXqKdxBWZ4i8P6J4itEtNd0y31C3Rw6xzA4DevBFadFJq47mN4a8K+G/DPnf8I/otrpvn4EvkAjdjp1Puaj1Hwd4W1LWo9avtCs7jUomVkuWB3qVOQeD2NbtFO7umIKy/Efh3QvEdtHba9pdvqMMb70SbOFb14I9a1KKTVxrQw9B8IeF9BhuYdF0O0sI7oBZ0hBAkA7HJqHQ/Avg7Q9RXUtI8O2NleKGUTRhtwB69Sa6KinfW4vIKbNHHNC8MyLJHIpV1YZDAjBBp+DjpSUhmFoXg/wALaELgaNoVnYi5XbMIgcOPQ5NXm0XSW0+009tPgNpZuj20O35YmT7pX6Vfop3F1uYXiLwd4V8RXCXGu6DZ6hMi7VeUHIHpwRWvY2ttY2kVnZwrDbxLtjjXoo9BU1FJaKyB6jJoo5oXhmQPG6lXU9CD1FMsLS2sLKGysoEt7aBBHFEgwqKOgHtU1FMZieI/CPhjxHLFLr2h2eoSRAiNpQcqPwIov/CPhnUNGttGvdFtZ9Otf9Rbvu2R/TnNbgBOcAmkpWVrBd3uc5P4V0zTvCOpaL4b0u1sVuYXURR/KrMVI5JzVX4f+BfD/hfT7Ge10Kys9WWzSG5niyzFsDdyTjqO1dbRTTabfe34X/zFZaf1uYXiHwb4V8Q3aXet6DZX86DaskqnIH4EVpz6dYTy2ss1pE72mfs7Ff8AVZGDt/IVaopW0sN6lOTS9NkuLq4eyhaa7i8m4fHMkf8AdPtWVoXgfwfoV+NQ0fw7Y2V0BgSxhtwH4k10NFNabC6WOb1vwD4L1zUX1HWPDVhfXbgBppQxY46d6m1DwX4T1DSrTSr7QLO4sbMYtoHB2xD25zW9RSsrW6Du73M3TtA0XTtGfRbDTLe2051ZHt0B2spGCD35rI034deBdNv4r+w8LafbXUR3RyoG3KfzrqsHGcUlO+t+ouluhzWteAPBWtajJqWreGbC9vJcb5pQxZsDA71a1Hwj4Z1HR7bR77RLW40+1x5Fu4bZHjpjnNbdFKytboO7vcxfDXhPw14ZaZvD+i2mmmcAS+QCNwHTOT7mmSeDvCz+ID4gbQrM6qW3m6wQ5bGM9cdPat2inre4ujRxsOk61rvjS01rX9JttOtdIZzYxrcrO8znI8wkY2jaT8p7967KiihbJDeruBAIIYAg9QRkGsHRPBfhPQ9RbUtI8P2VleMCDNGp3c9epreooWjuHSxVuNOsbi/tr+e0ikurXPkTMPmjyMHH4E1aopTweaBCVhN4P8LNr/8Ab50Kz/tXfv8AtQBD7vXrjP4Vujk0Udbh0sVIdL06Fr1orOFDfMXuyB/rmIwS34ACq1/4d0K/0T+xLzSrafTf+fZl+Qc5+vWtSilZDuzJ8N+GdA8NxTRaDpNvpyTsGlWHPzkcAnJNa1OZWUfMpH1FNpt3EcBo3w70ebxPrmt+ItBsbu5uNTa4sp3Yswjwu3gHA5B4NdrcafY3F1aXU9pFJPZkm2cjmIkbTt9MjirVFC0SS6Dbu2+4jqroyOoZWBBBGQRWHong3wromqSappGg2VleyKVaeNTuIJyep9a3aKXW4dLHj2r+B9TbWNYnvvh7pXimW7upJrfUJ9TWApG33UKdfl/XNd94Q8NLpeh6PBq0keo6lpsbCO6ZTmMtnIX2wdv4V0dLg4zjinH3Y2X9f1f/ADCT5nciuYIbq3kt7iNZYZVKOjDIZSMEGsHSPAvg7SJo5tM8N2FrJHKJY2RTlXAI3DJ4OCRXRUULR3C/QzodB0WF45ItMt0aOV5kIX7rv95vqe9RReGvD8UMcMej2iRxwtAiheFjb7yj2Na1FKwFG20fSra6+1W+nwRzeQLfeF58oHIT6ZJrK03wJ4N03WF1jT/DljbagjtItxGGDBjnJ647mujop31uLpYrWVhZWTzvaWscLTv5kpQY3t6mrNFFIYUUUUxBRRRQAUUUUAFFFFABRRRQAUUUUAFFFFABRRRQAUUUUAFFFFABRRRQAUUUUAFFFFABRRRQAUUUUAFFFFABRRRQAUUUUAFFFFABRRRQAUUUUAFFFFABXJ+JJ5NU8YaX4dtZpo47f/Tr14m24C/cjYjnDAn8q6meVIIJJ5DhI0Lt9AM1ynw3he7iv/FFwpE2rzb4iRz9nXPlfoaS1l6a/wCX+fyG/h9dP8/w/M0vHWrvovhm4uLf/j9lxb2S9d078IPzq34Z086VoNnYtNNM8ceXeVyzFjyck+5Irn9QDa98R7ax2sbHRIRczZX5JJn4QfVCufxrsacfhv3/ACW36/KwS3t2/P8A4b9fMKKKKBBRRRQAUUUUAFcf8WPEWr+HPC1xd6PpN9dzeUx+0weWUtiBwzhyMj6A9K7CsPx/pl1rHgzVdNsgpuZ7dliDHALY4FTLuVHV2K3hrxNeXuny3WteG9U0GC3tlme6vniKSDGWI2MT781nWvxEge4tWvvDes6bpl3L5Vvqdx5ZgkP8JwrFgG7ZA6ikW4v/ABb4O1Lw83h3WNEujp5gSXUoFSGRypUbSGJIzz06Vh3X/CQ+I/DWm+DH8L6tpckLwJd39xCotQsJU5jIOW3FBjIHWtPt/d93V/IlfDr/AMN2+/8Aqx6oeDWT4o1230HT1uZbe4u5pZBFb2tuAZJ5D0Rc8An1OBWqa4f4t6Ffata6de2ceoXCWE/mT29hctBcSJ38tl6sOwyM+tZyb09V+Y4+ZqaD4ti1Jr63vNH1DR9RsohNLY3mwyGM5w4KkqQcEdc8Vk2fxM066NncR6Hqw0q6m8hdTYIIEk3bQpBO7k8ZAxzVLwTo9jv1a8ttD8a2d81p5Qk1+4MnmDnCx5dumfbrTb/Q9Yk+Eek6UunXDX0V9BJJBj5lVbkMSfYLzVxV5K/938W7/hb0f4pavl73/JW/Fv5fh0ev+Ln0/XDo2m+HNU168jj8ydbF4l8gEjG7ew65HTNXtQ1+HT20eO7srmKbVJ1gSM7SYXYE4fnHGO2a474kW1tda5JJb+FfGjanFFsi1HRyIopCeVDsHBdQcZBHapddtPFKeHfCep39hJquo6ZdxXGoQWagysAhB2KcAnJ6ZFTB6e93/C7/AKYST+z2/Q61fEFq3iHUNE8ibz7G1juZH42Mr7sAd8/Ka5bT/itpN/a2moWei6vLpc8620l/tQRW8zPtCMCdx5xyoI560nhuPXdQ8beIdbvtAu9MtbvToIrRZ8eY23fkMOzcjI5+tbPw70f7L8PtL0rVdNRHiQmS3mjB2tvYgkevQ04rS78vxvf8Ehza5rL+tI/q2Gv+Ml07VJdO07w/quvTW8fmXRsdgFuvX5i5GTjnAya3NE1O11jS4NRsnLQzLkZ6qe6n3B4NeXeJfDVxY+M9Y1C703xlqNlqTpNCfDt88fllUCFZEDKP4eDz2Feh+B9OstL8M21rp9lqFlBlpPJv23TqzHLbzk85PrRDWN2E9JWX9bGjqlzNZ6fPc29jPfyxoWW3gKh5D6LuIGfqa4DwB438S6rcXkN/4N12VBqbwC53W4S1T5flfD5O3OSQD1r0iuB8L3OqeG9b1PR7rwzrV3Ffao9xDf2kKvbqj7QC7FgRjHOAaIfFr2/VCl8Kt3/RlAeLZ9F8Z+KYI9I1fXZIpRKbe0K/uIgi/N85C4yDwOfauxPiSCTw1b61p9hd6iblQYLSADzXbumSQoI5zkgcVn6Lp9/Dr/i2aW1lSK7kzbsRxL8gHH4iuW1DTfE9p8ONG0+Cy1hYxezHU7fTjtvDCWYr5ZBGDnaevTNZwv7NL0/Fsp/Ht3/BI6zSPGL6gmpwHwzq9rq2nortpcxj8+UMMgoQ2zp71z/w+8ceJtWuL2G/8H65Mg1WaAXGbdUtIwRhHw+SV7kA/jUfwu0bULPxnqeoyaXr9np09sqwNrF0005IAyG3E7fYAmr3hW41Tw1ruqaNdeGdZu4b7VZbuHULSFXt1SU8b2LAgjHOAa1jur9V+Tt+Wor+6/X9P8/6Z39Z+vam2l2XnQ6dd6lcMdsVpageZKe+CxCjA55IrQrivixFrk1jp0emw6vPp5uD/aUWkttu2jx8vltkEfNjPPTNRJ7Dia3hTxRHrtze2M+k3+j6hZFfOs7zaXAYZDAoSpGCO9b9ea/CvRtQsfFmr38uma5Z6fcQoLZtXummuDgDIYsTt5zxk16VVdEyFuzzz4oXTt4g8PWtxaeIrW0XUYNl/YyRiCSRm4jkBYNjjnjvXWeK9etvDumrd3EE11JJIsMFvCQHmdiAFUsQM5I6muR+KuoapcXGm6fp/hHxFqP2LUra8kuLa3RomRGywUlgS3titbxfcWeseEYH1Lwh4jvEuGDi0t4VF5bMpyGPzfIQRkEGp/5d3Xf/AC/4Y1aXMvT/ADNrw3ql9qttLLf+HdS0N0fasV60bM4x94bGIx2rVrh/hbBrcL6j9qi1q30fev2GDWW33inA3FmJYkZzjmu5HWrfQyRxur+P7ez1S/0ux8P6vrF5YANcxWgQbEOfmy5AI46ZzVq/8babBoem6lY2t1qkup/8eVlbbRNN/exuIA298movDun39v4l8V3E1rLHDd+X9ncjiTAbOPzFcjpGi+INC0XwVrn9iXN3NpEE8F7p8SA3IEvAKDODjqeRUxWi5n/L+Kd/xSXle/kX3a7tW79v66/idlo3jEakl/CPD2q2+rWIDSaVKY/PdT0ZSG2EdutYHw98beJdWMseoeDtckU3kkf2rNuI4FDHCsA+TjGOAa1PCEGpap42vvF17pl5pNu1oljb2l4gWcqr7y7AEgckjGe1VPCdzqnhvV7/AEK78M6zdRT3rTQ6haxK9ttclvmYsCMZx0NCXvq/b8br80KXwO3f8LP8md9WL4q8RW+gRW6mzudQvbp9ltZW2PNmPfG4gADjkkda2q4vx1FqVj4r0HxPZaRe6tBZRz29xb2SBp/3oUBlUkAgbTnmjqv6/rsNLcqeA9cubrX/ABTf6xZ32jxW5Dtb3sisYVAyThCRj6Vf0zx7FdX9rDe+HNY0qzvXMdnfXXl+TOwzjAUlhkDI3AVj2Gj+INcg8YG801tJfWICtmJHwRlcAOR90564zgVieFvDtpJeaZY6x4b+I3n27KGlub95bAOnRuX5Xjj5fSimtUpeX/B+ZMn7smvP/gfL+kd3rHjB7TX5tF0rw1quvXNsFN39ieJRb7gCobewzkHPGaofFbxRrfh/wm95pOiajJO8W43EflFbQ8cOGPP4A1j/ABGtYbzX7iey8LeN11ZUCJqOknyreZuCvmEOC4HAOR04rf8AEmk+INX+FcmmXrW82vSWS+d5fyxvMMZx6CkvgUn3X3f1/TKa96y6r8bf5lrS/FF9LpF9qGq+E9Y0eOyt/OJunhJnAGSE2MeeO+OtZmnfEzS76bT5IdI1QaXfv5UOqOqiASdAhBO7OeM4xU76tf8AiLwfrNiPC2u6ZcrYNGi30CoJnKkYTDHPTvjqK2fDWlwR+F9Msb/T4v8AR0RvJkjBCODkHHYg81X23fZW/W/9d/ucfZVt9f0t+f8AXTI1jx5HZ6he2uneG9X1uLTyFvrqyMfl25xkg7mBbA5+UH86vJ4w0uS80SGFJpINajL2tyABHu4wjZ5DEc4x2NcvZy6/4TXWdGHhbVNWF7NJJZXdhGrRASZ/1xJBUhm7A8Cpdb0C90n4UWxkkhOraQVvo2B+QT9CoPp8xGahStFSltpf9fu/TqW4ty5Y+dv0+/8ArY6geKdO/tzVtLkWWNdJt0uLq6YDylD5wM9cjac1m6T47jvL+1hvPDur6VaXpK2d9dhPKnPYAKSwz23AVQsfDt3rXww1aLd9n1HxFHJcP5n/ACyaTohPoP61z/hfQbSXVNNt9W8N/EQXNtIrmS71B5rFZEOQw3PyvAI+WtIxanyy8r/r93T8b3Jk04c0fP8AS339fwsdV408YSWo1TSdI8P6trU9vaSfaZrFo1S1YqcBi7DnBB4zWp8OZpbjwPpU07SNI8CljI2Wzjua5W5/4SDRb7xXplr4Zv8AUm1mRprO6hA+zKDEExI2cqcg9Ae1dd4CtLux8H6bZ30JguooQssf91u9Zw7+S+/W6+Q57pev6WfzGfEWWSHwLrM0UjxOlqWDoSGXkcgisLwx49gl/sizu9G1W1tL1RHaapcbBBcP2AGd4LZ43AV0Pj21ub3wZq1pZwPPcS25WONPvOcjgVyKf2r4sj0HS5PC+saRDpl1Dd3E+pQrGGMZyFjwxznnrjtTp/xHf+7/AO3X+4J/Cv8At7/22xu6942GnaldWdn4c1fWI7Jd19c2ezy7buQ24gkgc4UHis74ifEHQ9J8IG5h1J47m+tg9oUt5HyrHaTkKQCMnrjkVzOt+G7jT/FOtyalpXjnU7bULg3NvJ4fv3WMKVClJE3qA3B9eCK63XtFKfCaTRdB0+/XKIYrWdt04zIGbcSeT1J5qJXdFvr/AFcuNlVS6f8ADWKHwwn8E22jXGs6Tqmo3EsNsv8AaM15NcFdxAJIWX5Rk/3a0dO+IMNxe2Md94b1nSrLUHEdlqF15ZhmY/dACsWXd23AVf8AFGiXeufDabQUYRXUtlHGPM6Ky7Tg/liuaup/EHiiHRtAfwvqujtaXMU99eXUSi3Ij6rEQSWznjIHSt5O9RpeXpbq/l2/Myiv3afV3++yt9+pq6n8RbK11TU9KsdD1bVtQ0wk3FvahAQmM7wWIGOvGc8dKvXnjWwj0XTtQ0+xvdWm1LItLK1C+dIR94ZYhRtwc5I6UzwdpdzaeIvE11dWbRJd3eYpGUfvUAGPqOtYXxK8MSG+0nUtP0/VpdOsw8c1nodw1vcANn5owpAbk8gkcZNYpvlV+tv1/wCB+Pyt7vyv/X5nWeFfEcOvJdRmxu9NvrNwl1ZXWPNhJGVyVJU5GDwT1rbri/hjpmn2v9oXlrpHirT55nVZW1+YySy4HBUlm4GMV2lasldTze98ceJoPiDLpcXgvXrm0S3ysEbW4Mh/56Al/un0Jz7U/wAY+Ip9O8XeE7uax1JGuY7gf2ahBkd/L+VDg7c5xyTgetX/ABQdS0XxxbeIrfQ9S1m0ltWt5Y9PjDyxsOh2kgYOT37VPewX+o+NfC+sR6beQW0cVwZxMgVoC0eAHAPBJqKSdo3/AL1//JvzVvw9Aq/at5W/8l/J3/rUt6B4xsdT0vUry6s7vSZdLcpfWt3tMkJ27gDtJByCOhPWqui+OY7/AFK0tb3w7q+jwX4/0C7vPL8q6JGVChSWBK8/MBwKyNQ8M6tqUvjy3SGS2/tG5hks5WbaJQkadGHI5UjPasnwhoNlJrWlLqXhz4hpd2bhxNf3zzWMcoUgsNznK8nBx0NVDWSv2X5alTXKtP62t+Z63RRRQSFFFFABRRRQAUUUUAFFFFABRRRQAUUUUAFFFFABRRRQAUUUUAFFFFABRRRQAUUUUAFFFFABRRRQAUUUUAFFFFABRRRQAUUUUAFFFFABRRRQAUUUUAFFFFABRRRQAUUUUAFFFUtX1ax0lbdr6Vk+0zrBCFQsXds4GB9KQF38qKbLJHFE0sjBI0XczMcAD1NVdF1K01jTIdRsWka3mzsMkZQnBI6HnqKYy5RRRQIKKKKACiiigAoorO8Q6zaaFpxv72G9lhDBStpavO+T/soCce9JtLcaTexo0Vn+HdYsPEGi22saXJJJZ3KlomkjKMQCRyp5HINaFNpp2YgooqjqurWOmS2cd5IyNeTrbwAIW3SN0Bx0+tAF6iiqOtatY6NbR3OoStHFJKkKlULZdmCqOPcigC9RSng4pKACiisey8TaNeeJ73w3b3DtqdlGstxEYyAqsSAd3Q9KXWw+lzYooopiCiiigAoorO8R61Z6DprahfRXskCnkWtq87j32oCcUm0txpN7GjRVDRNXsdZ0eLVtPaV7WVSyF4yjYH+yeQfas/wx4w0XxFfXdjp41CO5tFVporuykt2AbOCA4GQcGnbWwul+hv0UUUAFFUrbVbG41a60qGRjd2gUzKUIChhkc9+DV2ktVcYUUUUxBRRRQAUUUUAFFFFABRRRQAUUUUAFFFFABRRRQAVg+JfCth4hureTUrzUWtofv2MdxttrjnP7xMfN+db1FHVMYAYAA4A6UUUUCCiiigAooooAKKKKACiiigAooooAKKKKACiiigAooooAKKKKACiiigAooooAKKKKACiiigAooooAKKKKACiiigAooooAKKKKACiiigAooooAKKKKACiiigAooooAKKKKACiiigAooooAKKKKACiiigAooooAKKKKACiiigAooooAKKKKACuPhZte+JErdbDQogq8ZWSd+c/VNpH411tx5v2eTyNvm7Ds3HjdjjP41j+CtGm0TRBDePHLfzytcXciElTK5y2CeSM9KS+K/b8/6v8AOw38Pr+X9aelzO+JdzNNp1r4ctG/0nWpfs7AHkW//LZh7hTmuntLeO1tYbWIARxIqLgdgMViw6LdSeOJtevpIXgitlhsY1JLRk58xjnpuG3p6Vv018Pr/S/rzB7+n9P/AC+QUUUUCCiiigAooooAKbKSsMhBIO09KdWZ4ksNU1CxEGk66+jTbvmmW1Sckem1+Kiom4tIqO5z3wefy/hbpkhaNNsczbpDhR+8fkn0rkJPHBtfEVlNY+NtU1hZrwQzadLpZjtQpO35JfLGcHuW5xXY+EvBN3o3hy68O6h4mn1fSprZ7dIXs44TEHJ3HcvJzuPWqEXw4vmtbGwvvGd9dadp0qyWVqtnHEse05AYqcuMcfN9etbNp1+Z7XX3X1/D/hyamsJcu7vb9Px/pmJr+ueM/wDhJbwWGvi2trbVY7KK2MKlZFdGYlzjPGOMfjVTUL3xDqWjaTbvqiXWpWnitrOK8uYwCyoxAZggxn6Cu8ufBNvNfXF0dRmUzagl8VEYwGVWXb9Pm61Tvvh+0lh5Nh4huLC5GsPqsdwLZJCjsc7NrcED1rOnpFc3938OW/4839WHP3ua3n+cv05SvZ6rrnhjX9T03WdXudftotON9FNNHGkikbiyYQAYwBjvXO+J7LxJd+HNK8Qat4pupo7jUbZzpkcEYtkBmUKA23fwMHk9a7rRPCIt5L+613VZtd1C/h+zTXEkSwjyRnCBE+UdTyOTn2rHj+HFzJBa2epeLtQvbKwnWaxg+zpGISr7sMVOZBjj5unWnC6nFyezj+Em387W+771NXjJLrf8kvuvf7/ur/E3xFHY6xLajx1qGiTRQl47bTtO+1b++ZT5b7eeMccV1Hw71e413wbp2p3ZVriSMCRgpUOw6tg9M+lZmqeCb6XxBqmqaR4pudITVgBfQR2kcnm4XaCHb5l4Hat3wjocPhzQLfR4LiW4jgyFkl+8fr6/WlC/K7/1/X9JDn8St/W39fqap5BAOD6+lcH4Rj1Sw+J2s6Vf63Nq8X9nQ3KST2sMciFpHBXcigkYA65rupVdonWOTy3Iwr4ztPrjvXD2HgnxJbeKm8QyfEC5nnlRIZ0OlQKskKsWCcdOp5HNOPxaj+y1/W5Q+Imt6pY+LI7O78Q6v4Z0g2waC8sLFbkTS7sFXyjbcDnPA4rv9JkSXS7WSO++3qYlxc8Zm4+8dvGT14rD8S6D4k1S4nWy8aTaZp86GN7NdNhlBUjDDe3PIzWv4d0m10LRLXSbIEQW6BVz3Pc+30pQ+HX+v6/pClvp/X9f0ybVbyPT9Mub6RWZIIzIQvU4rjvBdp4q1u1sfE2o+Lr22iuz540q3t4jbqmeE3Mu/t613E0cc0LwyqGR1KsD3BrktC8JazolzDBp3jK6TRYHzHpsllHJtTP3PNPz496I/E7+Vvxv+n3A/h/r5fqYvxK8RxWOqS2qeOtQ0W5hhLpa6dppugx5x5p8ttvPbI4rpfCOsza78PotWm4lmtZQ5AI3FQV3Y7ZxnHvWdqXga9k1zVNQ0fxVdaPBqxzf28VpHIZTgKSJG+ZMqAOOnWrcXhO/sfB1t4c0PxLcad5JcNdNapO8iMTlSH479etSl+7ae7/4N/0/yG3+8TW3/Df8H/Md8K/+RIs/99/51U0gk/GPxFkk/wDEts/5SVa8E+GNW8OadJYTeKptTg2nyBJYxRGFj3yv3voaztJ8E+I7LxQ+vzeP7m6mnWOO6jOlQIs0aZ2rx93qeRzWkfi+QlpCS/rdM5nxP43ln8Sazap4u1PQF0yU28EFnpT3K3DgZ3SN5bAA5AwCDW7J4l1vWtD8NWVjLJo+oa2zrJdGL54FjBJZUcdWC9x3rX1Dwlqcer3eo+GfFd14fN62+7iS0juEkk/vgP8AdPTp6VP4i8MXer2umyjX57XWdOcvBqSW6MdxG1iYz8pyCRioj8Kv5fr+tuu3QJfFeP8AW39bGJ4A0++034geJbfUNau9Ym2Qn7RcxojkbF4wgA/SvQSCBkg4rmvCXhRdB1S+1STVbrUby/2m4eYAAsoAyADhRx0HFSaF4bn0zxNqusya9f3seoFSlnMf3VtjP3Oe+aI3SjF+f5v+vzE9215fkjoKKKKoAooooAKKKKACiiigAooooAKKKKACiiigAooooAKKKKACiiigAooooAKKKKACiiigAooooAKKKKACiiigAooooAKKKKACiiigAooooAKKKKACiismXxN4bh1f+x5fEGlx6luC/Y2uVE27025zmjrYOlzWoqIXVsb02IuIjdBPMMO4bwucbsdcZrL1rxRoOk6RNqd1q9gkETtFue4VVaVc5jyf4uDxUtpK7Gk27I2aK5vwb438OeKLO0bT9W09r+eATPYx3SyTReoIHPHerx8T+Ghq50c+IdLGpB9htPtK+du9Nuc5q3Fp8r3JTTVzWooNc94/1u70DQ0vrMQmQzpGfNXKhSeTSW6Xdpfe7Dbsm+1392p0NFZ+l65oerT3EGk6xYX8lu22ZLedZDGfRgOlaFLzGFFFFMQUUCuL1LVfFmq+NL7QPC93pWnx6ZDFJdTXtq1wZDICVChWXbjafXrS62HbRs7SisPxdrjeH9B+1GH7XfyMsFtAgx50zcKPYZ6ntVof24PDm4/ZZNY8kttC7YjJjITrx2Gfxobsm+wLdLuaVFZHhHWk17RY7zyjBcKxiuYT1jlU4YfTIOD3FXk1Cwk1GTTUvrdr6NA8lsJAZFU9CV6gU2tbCLNFFFABRRRQAUUUUAFFFFABRRRQAUUUUAFFFFABRRRQAUUUUAFFFFABRRRQAUUUUAFFFFABRRWD4l1i7tNW0nSNMEDXl7LucSjOy3X77geoyv50uw+jZvUVQ8Q6nDouhXuq3A3JawtIVHViB0Huab4al1KfQrSfV/I+2ypvkEK7UAPKgDJ7YprqDNGimXE0dvBJcTOEijQu7HsoGSa4/SvGerarIl9p/hG4l8Ps+0ag10FlZc43rBt3MOmMHkc0LV2QW0udnRWZrfiLw/obRLreuadpjTZ8oXVwsZfHXGevWna1/al1pBbw7qFjb3LYaOe5gM8RXv8AKpGcjvmpcrK4Ja2NGiub+G+salr/AIKtNU1M2326QypIYIysZZZGUEKSSB8o71T8N6p4mXx1faBrt5pd3AlqbmB7S1aFlG4AK2WOeD14q3FqXL/Wgnorv+tbHYUUVz/jrxdpHhDRpL/Urq1SUIzQW8k6xvOR1C56mpuOx0FFc3H4w0PUtBv7zQNZ0zULq1smuGiguFlMZ2kjcAemeKPC/i7SNSgsbO61jTF1ueIM1isyiXOM8JnPTmn1a/r+tBdL/wBdP8zpKKzda8QaDojxJrWt6fprzf6pbq4WMvzjjPXmtCN0kjWSN1dHG5WU5BHqKBjqKD0461xvh3VfFCfEC+8O69eaXeW6WC3lu9paNCy5kK7WyxzwPahauwW0udlRWZrXiLw/oksUOta5p2myTDMSXVwsZcZxkAnnmpL7WtGsLZLm+1aytYHj81ZJZlVWTj5gT25HPvSAv0VkS+INKntb3+y9UsLy6toPOMcUwcqD0JA7HBrO8H+MNL1bTtNhvtY0xNbuojI1kkwWThiOEznoKa1v8vxv/kxN2t8/wt/mjqKKx/E/iTQ/D1q7arrWnafM0TvAl1OsfmEA4wCeeRVTwz4lt7nwVB4i1q9srOBgWknZwkKrnAOSeBUprUbWx0dFUtH1bStZtftej6laajb7ivm20okXI6jIq7VCCiuW8dazrFlfaNoegG0i1PVppFjnu4zJHEqLvYlAQWyAR1rW02a80+ytrfxJqmnS6jM5RXgiMCStyQqoxJzj37ULVXG1b+v67GnRUDXtmtxJbtdQCaNN8kZcbkX1I7CqUHiTw7PqMemwa9pst9IgkS2S5UyMp6MFzkiktRGpRWbrmv6DoSxNretafpglJEZu51j3464z1rL8XeOPD/hzRI9UuNSsZBMU+zxm6VDOpYAspPUDk/hScklcaTbsdNRWToXibw/rkDy6TrWnXwiQPMLe4WTyhjJ3Y6Vj+DvEd5rvifWI4dR0G/0SAILSSwuVllBIO7zACce1VZ83KK/u8x11FZeteJPDuiSxw61r2m6bJIMol1crGWHqATzVu41CwtoUmuL63hjkQujvIAGUDJIPcAc/SlfS47dCzRVDRda0fW4Hn0XVrLUoo22O9rMsiq3oSOhq/TEFFFV9Sv7HTLN73Ury3s7VPvzTyBEX6k0m7DLFFUtH1bStZtTd6PqVpqNuG2mW2lEiA+mR3q7TEFFch4y8S3Vlr+k6Nomp6B9smuVF7aXlyqz+SQTmNSQS3TFdNqeoWGl2bXup3tvZWyY3zTyBEX6k0r6XHZ3sWaKo6NrGk61atdaNqlnqNurbGltZhIob0yO9Xqb0EFFcbe/ErwlZ+LRoFxrmlRKLd5Zbp75FSKRWC+Uw7NyT+BrpJNY0iPSBrEmqWaaaUDi7aYCHae+7pil05ug2mnYvUVzmteKbFvA+seIPDepafqX2K1lkjkhkEsXmKucHB/SrGleILP8AsLSbzWL+ys7jUEXy1eQIJJCPuoCeT7U1q2vT8f8Ahg6J+v4Wv+Zt0Vl6t4j8PaReRWWra7pthdTf6qG4uFjd+ccAnnnirl7f2Nkoa8vLe2UgkGWQKCPXmldWuFtbFiiqWjaxpOtWxutH1Sz1GAMVMttMJFBHbI71dpiCiuX8b6vrVpqGkaH4fa0h1HVJXVZ7qIyRxKqliSgILZwR1rU064utOsLeHxNq2myag7MPMhjMEcmMnCoxJyFHPPY0ltcb0djUoqho2taPrUEk+j6tZajFGcO9tMsiqfQkdKg0nxP4a1e8ay0nxBpd/dKCWht7lXcAdTgGnbWwvM1qKyp/Enh23ujaz69pkVwEaQxPcqGCKMs2M9AAcn2q/Y3lpf2kd5Y3MN1bSjMc0ThkceoI60LVXB6aE1FQaje2enWUt7qF1DaW0S7pJpnCIg9yelcv4T+I3hTxA7Qx61pcF2bt7aC2N6jST7TgMo7hu1C1dkD0Vzr6K47SfG1jHqOtW/iLVdL01LXU5LOz86URGVVVT3PzN83aum1PVNM0vTzqGpaha2VmMZuJ5QkYz0+Y8c5pdLjas7Fuiqulalp+rWSX2l31tfWr52TW8gdGxwcEcVapiCiszW/EOgaEYhret6dphmz5QurhY9+OuM9akvta0aw0xdUvtWsrWwbG26lmVYjnp8x45pX0uMv0VSsdX0m/04alY6nZ3VielzFMGjPOPvDiobPxDoF5qT6ZZ63p1xfIu97aO4VpFX1KjnFHWwvM06K42X4l+EIfE8+iXGvaTCsMe5rh75AofumOzCuoj1LTpPsvl39s/wBsUtbYkB84DqU/vAe1C1V1/X9WG9HYtUVWfULBDcK97bqbVd1wDIP3S+regqrD4h8PzaomlQ65p0moOodLVbhTKykZBC9cEc/SmtQNOisvUfEnh3TdQTT9R17TbO9kxst57hUkbPTCk5NalHS4vICdoLYJwOgr5+8S+IJdV8OSXkY8IWNqb+MR2bRySaqm2UYLFW4ORnJGMV9A1njQtCF090NE0wXD/flFom9vq2Mmocbu5XNpZHGRarp+l/FKG61a+hs0l8PptlncIJG8xSVUn7zew5qr8OVs9Y8AeIJY7eO6il1K+kiWWEE58xsHaw4P616FfaXpd/5X2/TLK78kgxefAsnlkdNuRx+FT29vb26FLe3ihVmLFY0Cgk9Tx3NVJc0ZRfVNfe7ii+W1u6f3KxwXw3u9DfwBp9rpE2lDXY9N2tFF5YukcDkMv3h75rlEm8Kv8ILexVbV/EZIVICR9uW73naxH3xg4OTxjrxXr1to+j2t899a6Rp8F2+d9xFbIsjZ65YDJzQNH0caidSGkaeL4nJuhbJ5pPrvxn9aqUuabk+tvwben3/kKKUYqK6f1r/XfuTaasy6barcZ84QIJM9d20Z/WuN+OK2r+Cdt8yLbG6i8wu+1QNw6ntXdVDe2lpfW7W99awXUDfejmjDofqDxSlq0/NP7ncErRcfJr8LHAwLotz8VNHm8KyWkkFtp86XktiytDgsm1XZeC2AcZ5616JVXTdN03TI3j0zTrOxRzl1toFjDH1IUDNWqOiX9dw63OB+IkPjKTWYm8Pf8JR9l8kbv7Mu7OKPdk9RMpbPTpxW38PY9cj0V18Qf2v9q8zj+0poJZdvsYQFx+tdHRRH3U0OWrRHdQRXVvJbzrvikUq65IyD7jmvIPB3gLwi3xT8U2h0tzFYx2b26/bJsozB8nO/J6DrmvY6ijt7eOeS4jt4kmlAEkioAz46ZPU4oj7suby/VBLWPKch433J458HNIVFmJLhW3dN+1dn456V2vO73zWN4x0GHxFoj2LytBOjrNa3C/ehmU5Rx64PbvUoi1s+HPIa4tU1fySnnrkxh+gcZHXocYxmknaL8n99/wCvusN6yXpb8f8AgnP+A8nxh4yaH/j0N7D5fpu8kbsfjmrdrP4OX4lXlvAqJ4rezU3DFXDPAAMcn5T26c1p+FNFi0HRItPjkaWTJknmbrJIxyzH8ScDtVDRfCcVl4nu/El/qE2qanMpihllhSP7PCT/AKsBeo4HJ54prRxXZW/C2n9bCbupPu/16/1vqdJRRRQIKKKKACiiigAooooAKKKKACiiigAooooAKKKKACiiigAooooAKKKKACiiigAooooACQASTgDkn2rjvBgOseJ9Z8UScwh/sNkD0VY8h2H+9wfwrrp40mgkhkyUkUqwBwcEYPNQaTp9npOmwadYQ+VbQIEjXJJAHqTyT7mkt7/1/VtPmxva39f1f8jl/Gf/ABOvFOj+F05hjkGoX2D91UOYwfUMQw/Cuy4HAGAOg9KpW2lWFtqt1qsMOLy6RUmlLEllXO0DPQDJ6VdoWkbf1/VrA9WZHjS1nvfCeqWtqpeaS2cIo6scdPxrA+H3izw+PBekW0upW1ve29tHbS2LSAXCyIArKIvvHn0FdtVAaJoo1EakNG04XwbcLn7Knm7vXfjOfxpx0b7O34X/AMweqXlf8bf5HnXjDXpZfGGrabBH4SsjaW8XmSa8jSSXIYNgQopzxjsOcitT4P6pZ2nwi0a61TUrW2i8oqJbiYRp948Aua7O80fR7y7S8vNJ0+5uUxsmmtkeRcdMMRkUtxpOk3FktjcaVYTWinKwSW6NGD7KRips+Rx72/X/AD+Q202v66HG/A/VdLuPANtBb6nZTTQvcPLHHcKzRr5z/MwByB7modP8QeH5PjDdNHr2lOH0zy1K3kZDPvX5Rzyfau1sdF0WwaRrDRtOtGlXZIYLVIy6+hwOR7VDH4Z8NRyiaPw5oySK24OtjGGB9c461o5Xqc39apr9SZap+bv+NzVrk/i3Zx3fw+1gtZx3Msdq7JmIOy8fw8Zz9K6yhgGUqwBB4IPQ1m0Umr6nHJe+G7nwNqX9h3OjyTLpLecLNo96/uz98LyOc9a5K60nS9M+G/hm8sbOGC4S7idZwMyZZgG+Y8nIJ4zXqFloui2JmNjo+nWpnG2YwWqJ5g9GwOR9asNaWjQpA1rA0SEFIzGCqkdMDoKpaVOfzi/udyGm4cvk196seS+Ip9SX4meIYp7vwdZK0cS27eIY5Pmj2fN5TbgvXGcc5rvPhpp02leD7Wym1Ky1EKWMc1mxaEIfuqhJJIH1NbGp6TpOqFDqmlWF+Y8hDc26S7c9cbgcVPa29vaW6W9pbxW8KDCRxIEVR6ADgUoe7HlKnrK5IzKqlmYKoGSSeAK86tPEHh9/jTdMmvaUyvosUKkXkZDSee3yDnlvbrXorKrKVZQykYII4IrKTwz4ZSVZU8N6MkitvV1sYwwbrkHHX3pxdpXewX91o888ba9LN4l13TbdfCViLOACZ9dVnluS0YI8hQwOADjgdayPD0NtqWm+DBeRx3CR6fdNGrA7Rt2gfK3OB6GvYr3RtHvrpbq90jT7q4X7ss1sjuPoxGanWysl2bbO2XYCExEvyg9QOOM1nyPlt/XUbld3/rZHi3gK3tra08PtbxpGZ/Dc0kpXq7YHJPeltI/DE3wy8PWGiSWM2tm/t5AtpKslyhE+WLYJYKB1zxivZ47GxjCCOxtkCJ5abYlG1P7o44HtVew0PRNPuTdWGi6bZ3ByDLBapG/PXkDNbOV3f+tJSl/7d+BDXvOS8/xUV+n4nnn27Q7XxJ42bxTLZm/QBLNbpVZ3h8hSfKQ/e+fP3R1qmNcXT/h74Wt4bXTN19dMsVxq2UtLY4Y5kXI7DGPevU7vStKvLuO7vNLsbm5iGI5pbdHdB6BiMilvNM0y8tRa3mm2VzbhtwhmgV0Deu0jGfes0v0/D/MtvX+uyX6Hm3wguppvH/itZbjRpv3Vrk6RG6WpO1+VDE5PqRwa9UqtZafp9iMWNha2o2hf3MKpwOg4HQVZq29EuyJ6t/1sjyHx94K8L3HxW8KrNpzN/aUtybsfapR5hWEkYw3y8j+HFbnj+103w+3gxYlFppljqrFpJJCUhUxOMs7HgZOMk9676S3t5J455LeJ5os+XIyAsmRg7T1GR6U29tLS+tntb61gurd/vxTRh0b6g8GlFuMYpdP83+mg27ybfVW+9WPOF1bTdW8d+J5NOukuY49KCtKnKN8o+63RvwrHi0nS9P8Ahh4Cu7OzihuDqVk/nD75LE5+Y84OOmcV63a6bptrH5drp9nbpt27YoFQbfTAHSpDZ2ZgigNpbmGIhoo/LG1COhUdBj2op2gtO6/CUn/7cJ6y5n5/ikv0PPdPn0O2+I3iKXxfcafFctsFidQKrF9m7BDJ8pOd2cc9M1rfFC2sLz4fXFxb2tpdRRmKSN44lcLGJAWKkDpgHpXTanpOk6ps/tTS7G/8v7n2m3SXb9NwOKsR29vHbC1jgiSALsESoAm30x0x7VEo3p8pSlafMY3he/8ADFzpaS6PdaM6CBWnNq0XyjaPv7en41yfg/VvDK/FjxHHp+qaKqXEFmsK29xEBK2xshQp+Y/Su7sdG0axWVbHR9PtFmGJRBbIgcejYHP41DbeG/DdtNHNbeHdHgljO6N47KNWQ+oIHFac3v8AMStIOPp+DT/Q4XRrrw7beKPF3/CZy2MVw103knUSgD2v8Aj3df4vu81i6fpqXfhzwNZaraSC2bUJ3hgmc52Dlc85x3we3tXrepaPo+pukmpaTp986DCNc2ySFR7FgcVZe3t5DG0kETmL/VlkB2duPT8KiKtbyt+Dv9/5a9ypO97db/imv1/I43w/b21l8WdZtbGGK2hksEleKJQqlwyqGwOM44rd0XxRoes6xqOkabe+de6awS7j8th5ZPTk8H8K1lhhW4a4WGMTMNrSBRuI9CeuKjgs7O3nlnt7O3hmlOZZI4grSH/aI5P401fRdFf89Ce79CeuJ+KmuNpX9k2cVvpZmvpmVLrVSfsduFwSZORknPH0rtqr6hY2OowfZ9QsbW8hzny7iJZFz64YEUmr2KTsea/CO8mn8d+I4pLnRpgII2J0iN0tWbIG5dxOTjjI4r1Kq1jp+n2KhbGwtLRQu0CCFUAXOccDpmrNW2rJdiEtWecfFzUfDtvqPhzz7/SIb+LWoGl3yxrMibH5bPzBenXitT4jQ6drGjadeQeJNHsWhuEubSW9nQ2lxt52tz8yn2rob3w/oF9ctc3ug6VdTsMNLNZxu5HuSMmn3GiaJcWkVncaNps1tDxFDJaoyR/7qkYH4VOvLbre/wCX+Rblr8rfn/mc78M9ck1SLULOaz0pHsptjXWlKBZ3JwPmTGfXue1djUFhZWen24trCzt7OAHIigiEaA/QcVPVNko868RR6Dpvxc0681iDS7Syn0mZPOuYo0iaXzVIBZhjdgHrz1q18R9etdP03RodOh0WSK+uFS3urxh9ghHZm2kAj07V2Opadp2pQrDqWn2l9ErblS5hWRQfUBgeabPpWlT2CafPpdjLZpjZbvbq0S46YUjAqNeVLt/ncpu7v5HidneTTL8SoprrRJlXQVYnR42S1JIkyy7icnjqODWr8LXTTdYs/wDhOpbWS+vLeP8Asa7fi2EWP9SgbpJnJ55OeO1er2+k6VbwvBb6XYwxPH5bxx26KrJ/dIAwRyeOnNOuNO064jhjuNPtJkt2DQrJCrCJh0Kgj5T9KuLs7+i+6/8An+nUJPmVv66f5f1Y8bum1KbxF4ntbzUPBGnzTzbD/b0cgmKFMK0bbgMYx93oevNbmp6LCE+H2kancW+qJFOi+bE5McoCHBBzll+uc16JqWi6Nqkqy6no+nX0ijar3NskrKPQFgeKsLZ2arAq2luq2+BABGAIsdNv938KmmuVRXa34Ez95vzv+JxvhGGC0+KXiu0tIo4IBa2cnlRKFUM3mZOBwM4ruKjSCBJ3uEhiWaQAPIEAZgOgJ6nFSU+iXZDerbPI/GvgfwrcfFLw7HNprsNQaZrkfa5R5hEbEYw3HTtitP4ieG9HuNT8EaG8Lrp8ep/LCJW5AjcgFidx6eteiyW9vJPHPJBE80efLkZAWT6HqKJIIJZI5JYY5HiO6NmQEofUHsaUPdUUun/Bt9wpXk5Pv/TOB+I/hxdL8MeJ9Y8Ppcw3d7aIstvZoFGE4yqgfewTWbrk3hi9l8JReDzp0+opfwv/AKCyeZHbgjzfM28gY7NXqlUbDRtG0+4a40/R9Ps5mGGkt7ZI2Ye5UZNOHuteqf3dPT8tRy1X9dTxy00vTLjXbeSe1hkeXxHPvZuS2IkIGfT26V33wX2/8IDAFxtF5dgAdAPtD8CurWxsVYMtlbBg5cERLkMeC3Tr71JbwQW8XlW8McMeSdkaBRknJOB70qfuw5fT8El+gS1/rzk/1/AWeKOeF4poo5UYYKOoZT9QeK88+GE3huzbUtOujo9rqq6zceVBMsST4LfLsB+bHpivRqoy6No82oLqM2kafJeqQVuXtkMqkdCHIz+tOOjuJ6o830vRdIuz8S7y6sYJ7h7y4iZ5BuwojGAAeFPJ5GDWbrVxqC2fgqQTaNFZrDJtn1hJHtVkwwAcqQBxgAtxnHevY1tbVRKFtoVExLS4jA8wnqW9T9ajudP0+6svsNzYWs9px+4khVo/X7pGKmzuvl+Ca/UuUuZv5/jb/I474XafcQX2s6jJrXhu+S8lRjDobMYIWVQOhJwTjPGOtd1VTTdM0zTI3j0zTbOxRzudbaBYwx9SFAzVuqfREdWea6JPoVr478TP4vuNOivmmUWp1EqqG2ydgjMnyk9c7eeme1WfiNrsdpqOhadYx+HkF2JWhvtWb/QYlC5IwCASeg9K7TU9I0jVGRtU0mwvyn3Dc2yS7fpuBxReaRpF7bR2t7pNhdW8X+rimt0dE/3QRgfhUpaJdir+833PHvDFw9x4b+IqzTadIv2hd39nI8dt/qVyUVjkD/8AXV9P+Efmh+H9n4Wk0+fUYJ4Zrg2jiR0j8lg5kZSTjcRwx616Lr+g2934cv8AS9NtrOze6j2ZWIIp4wM7RzxxT/C3h/TdB021htNN0+2uUtkinmtrdYzIQoBJIAJBI71cXZ37cv4X/AmWr9b/AI2/E5PUl8PaX8Vml1iHSbO3ubDMUl1HGkbsMZ+Zhjdz9al8bXmm2fjPwVqUlzawaagulFzuVYF3KgX5vujPauz1LTNM1NETUtNs75UOUW5gWQKfbcDii50zTLqxWwudNsp7NcbbeWBWjGOmFIxUw91K3Rv8W3+pTd5N91b8LHmM2p2GqN8R7nT5xNCLGRfMC4Vv3fUHuPccVueDvA+gt4N8LtBE1vNZxxXcc6EGRnaPkFjyR8x4rtIdP0+GFoYbC0iiddjIkKhWX0IA5HtU8aJHGscaKiKAqqowAB0AFEUoxsvL8Lv9RN338/xSR4ZbrqV1deI7G/1LwNYTT6hKrjXEkW68sufLKNuA246bfbNeyeGLaey8OafaXV4l7NDbqj3CH5ZSB94exp2oaJomozi41HRtNvZgMCS4tUkYD6sCavRokaLHGioijCqowAPQCnHSNvT8Al70ub1/EWiiigQ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H//2Q=="/>
          <p:cNvSpPr>
            <a:spLocks noChangeAspect="1" noChangeArrowheads="1"/>
          </p:cNvSpPr>
          <p:nvPr/>
        </p:nvSpPr>
        <p:spPr bwMode="auto">
          <a:xfrm>
            <a:off x="36512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923132" y="3625950"/>
            <a:ext cx="2343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 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0950" y="4211519"/>
            <a:ext cx="5038725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vi-VN" sz="2000" dirty="0" smtClean="0"/>
              <a:t>[</a:t>
            </a:r>
            <a:r>
              <a:rPr lang="en-US" sz="2000" dirty="0" smtClean="0"/>
              <a:t>    </a:t>
            </a:r>
            <a:r>
              <a:rPr lang="vi-VN" sz="2000" dirty="0" smtClean="0"/>
              <a:t>] </a:t>
            </a:r>
            <a:r>
              <a:rPr lang="vi-VN" sz="2000" dirty="0"/>
              <a:t>- Nu captează nimic.</a:t>
            </a:r>
            <a:endParaRPr lang="vi-VN" sz="2000" dirty="0"/>
          </a:p>
          <a:p>
            <a:r>
              <a:rPr lang="vi-VN" sz="2000" dirty="0"/>
              <a:t/>
            </a:r>
            <a:br>
              <a:rPr lang="vi-VN" sz="2000" dirty="0"/>
            </a:br>
            <a:r>
              <a:rPr lang="vi-VN" sz="2000" dirty="0" smtClean="0"/>
              <a:t>[</a:t>
            </a:r>
            <a:r>
              <a:rPr lang="en-US" sz="2000" dirty="0" smtClean="0"/>
              <a:t> </a:t>
            </a:r>
            <a:r>
              <a:rPr lang="vi-VN" sz="2000" dirty="0" smtClean="0"/>
              <a:t>=</a:t>
            </a:r>
            <a:r>
              <a:rPr lang="en-US" sz="2000" dirty="0" smtClean="0"/>
              <a:t> </a:t>
            </a:r>
            <a:r>
              <a:rPr lang="vi-VN" sz="2000" dirty="0" smtClean="0"/>
              <a:t>] </a:t>
            </a:r>
            <a:r>
              <a:rPr lang="vi-VN" sz="2000" dirty="0"/>
              <a:t>- Toate prin </a:t>
            </a:r>
            <a:r>
              <a:rPr lang="vi-VN" sz="2000" b="1" dirty="0"/>
              <a:t>valoare</a:t>
            </a:r>
            <a:r>
              <a:rPr lang="vi-VN" sz="2000" dirty="0"/>
              <a:t> (copie).</a:t>
            </a:r>
            <a:endParaRPr lang="vi-VN" sz="2000" dirty="0"/>
          </a:p>
          <a:p>
            <a:r>
              <a:rPr lang="vi-VN" sz="2000" dirty="0"/>
              <a:t/>
            </a:r>
            <a:br>
              <a:rPr lang="vi-VN" sz="2000" dirty="0"/>
            </a:br>
            <a:r>
              <a:rPr lang="vi-VN" sz="2000" dirty="0" smtClean="0"/>
              <a:t>[</a:t>
            </a:r>
            <a:r>
              <a:rPr lang="en-US" sz="2000" dirty="0" smtClean="0"/>
              <a:t> </a:t>
            </a:r>
            <a:r>
              <a:rPr lang="vi-VN" sz="2000" dirty="0" smtClean="0"/>
              <a:t>&amp;</a:t>
            </a:r>
            <a:r>
              <a:rPr lang="en-US" sz="2000" dirty="0" smtClean="0"/>
              <a:t> </a:t>
            </a:r>
            <a:r>
              <a:rPr lang="vi-VN" sz="2000" dirty="0" smtClean="0"/>
              <a:t>] </a:t>
            </a:r>
            <a:r>
              <a:rPr lang="vi-VN" sz="2000" dirty="0"/>
              <a:t>- Toate prin </a:t>
            </a:r>
            <a:r>
              <a:rPr lang="vi-VN" sz="2000" b="1" dirty="0"/>
              <a:t>referință</a:t>
            </a:r>
            <a:r>
              <a:rPr lang="vi-VN" sz="2000" dirty="0"/>
              <a:t>.</a:t>
            </a:r>
            <a:endParaRPr lang="vi-VN" sz="2000" dirty="0"/>
          </a:p>
          <a:p>
            <a:r>
              <a:rPr lang="vi-VN" sz="2000" dirty="0"/>
              <a:t/>
            </a:r>
            <a:br>
              <a:rPr lang="vi-VN" sz="2000" dirty="0"/>
            </a:br>
            <a:r>
              <a:rPr lang="vi-VN" sz="2000" dirty="0" smtClean="0"/>
              <a:t>[</a:t>
            </a:r>
            <a:r>
              <a:rPr lang="en-US" sz="2000" dirty="0" smtClean="0"/>
              <a:t> </a:t>
            </a:r>
            <a:r>
              <a:rPr lang="vi-VN" sz="2000" dirty="0" smtClean="0"/>
              <a:t>x</a:t>
            </a:r>
            <a:r>
              <a:rPr lang="vi-VN" sz="2000" dirty="0"/>
              <a:t>, &amp;</a:t>
            </a:r>
            <a:r>
              <a:rPr lang="vi-VN" sz="2000" dirty="0" smtClean="0"/>
              <a:t>y</a:t>
            </a:r>
            <a:r>
              <a:rPr lang="en-US" sz="2000" dirty="0" smtClean="0"/>
              <a:t> </a:t>
            </a:r>
            <a:r>
              <a:rPr lang="vi-VN" sz="2000" dirty="0" smtClean="0"/>
              <a:t>] </a:t>
            </a:r>
            <a:r>
              <a:rPr lang="vi-VN" sz="2000" dirty="0"/>
              <a:t>- Specific: x copie, y referință.</a:t>
            </a:r>
            <a:endParaRPr lang="vi-VN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5590147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Google Shape;872;p81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35919151-B4C0-4937-A686-EB084E54DD49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71</a:t>
            </a:fld>
            <a:endParaRPr lang="en-US" sz="1800"/>
          </a:p>
        </p:txBody>
      </p:sp>
      <p:sp>
        <p:nvSpPr>
          <p:cNvPr id="64517" name="Google Shape;875;p81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64518" name="Google Shape;876;p81"/>
          <p:cNvSpPr txBox="1">
            <a:spLocks noChangeArrowheads="1"/>
          </p:cNvSpPr>
          <p:nvPr/>
        </p:nvSpPr>
        <p:spPr bwMode="auto">
          <a:xfrm>
            <a:off x="274638" y="1271588"/>
            <a:ext cx="9658350" cy="163750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 anchor="t"/>
          <a:lstStyle/>
          <a:p>
            <a:pPr>
              <a:buNone/>
            </a:pPr>
            <a:r>
              <a:rPr lang="en-US" sz="2000" b="1" dirty="0">
                <a:solidFill>
                  <a:srgbClr val="0000FF"/>
                </a:solidFill>
                <a:latin typeface="Arial"/>
                <a:cs typeface="Arial"/>
              </a:rPr>
              <a:t>C++11</a:t>
            </a:r>
            <a:endParaRPr lang="ro-RO" dirty="0"/>
          </a:p>
          <a:p>
            <a:r>
              <a:rPr lang="en-US" sz="2000" b="1" dirty="0" err="1" smtClean="0">
                <a:latin typeface="Arial"/>
                <a:cs typeface="Arial"/>
              </a:rPr>
              <a:t>Expresii</a:t>
            </a:r>
            <a:r>
              <a:rPr lang="en-US" sz="2000" b="1" dirty="0" smtClean="0">
                <a:latin typeface="Arial"/>
                <a:cs typeface="Arial"/>
              </a:rPr>
              <a:t> Lambda</a:t>
            </a:r>
            <a:endParaRPr lang="en-US" sz="2000" b="1" dirty="0">
              <a:latin typeface="Arial"/>
              <a:cs typeface="Arial"/>
            </a:endParaRPr>
          </a:p>
          <a:p>
            <a:pPr>
              <a:buClr>
                <a:srgbClr val="000000"/>
              </a:buClr>
              <a:buSzPts val="1100"/>
            </a:pPr>
            <a:endParaRPr lang="en-US" sz="2000" dirty="0">
              <a:latin typeface="Arial"/>
              <a:cs typeface="Arial"/>
            </a:endParaRPr>
          </a:p>
          <a:p>
            <a:pPr>
              <a:buClr>
                <a:srgbClr val="000000"/>
              </a:buClr>
              <a:buSzPts val="1100"/>
            </a:pPr>
            <a:r>
              <a:rPr lang="en-US" sz="2000" dirty="0" err="1" smtClean="0">
                <a:latin typeface="Arial"/>
                <a:cs typeface="Arial"/>
              </a:rPr>
              <a:t>Exemplu</a:t>
            </a:r>
            <a:r>
              <a:rPr lang="en-US" sz="2000" dirty="0" smtClean="0">
                <a:latin typeface="Arial"/>
                <a:cs typeface="Arial"/>
              </a:rPr>
              <a:t> (</a:t>
            </a:r>
            <a:r>
              <a:rPr lang="en-US" sz="2000" dirty="0" err="1" smtClean="0">
                <a:latin typeface="Arial"/>
                <a:cs typeface="Arial"/>
              </a:rPr>
              <a:t>preluat</a:t>
            </a:r>
            <a:r>
              <a:rPr lang="en-US" sz="2000" dirty="0" smtClean="0">
                <a:latin typeface="Arial"/>
                <a:cs typeface="Arial"/>
              </a:rPr>
              <a:t>)</a:t>
            </a:r>
            <a:endParaRPr lang="en-US" sz="2000" dirty="0">
              <a:latin typeface="Arial"/>
              <a:cs typeface="Arial"/>
            </a:endParaRPr>
          </a:p>
          <a:p>
            <a:pPr>
              <a:buClr>
                <a:srgbClr val="000000"/>
              </a:buClr>
              <a:buSzPts val="1100"/>
            </a:pPr>
            <a:endParaRPr lang="en-US" sz="2000" dirty="0"/>
          </a:p>
        </p:txBody>
      </p:sp>
      <p:sp>
        <p:nvSpPr>
          <p:cNvPr id="2" name="AutoShape 2" descr="data:image/jpg;base64,%20/9j/4AAQSkZJRgABAQEAYABgAAD/2wBDAAUDBAQEAwUEBAQFBQUGBwwIBwcHBw8LCwkMEQ8SEhEPERETFhwXExQaFRERGCEYGh0dHx8fExciJCIeJBweHx7/2wBDAQUFBQcGBw4ICA4eFBEUHh4eHh4eHh4eHh4eHh4eHh4eHh4eHh4eHh4eHh4eHh4eHh4eHh4eHh4eHh4eHh4eHh7/wAARCADxA7w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6zooqA3tmt6ti15bi7Zd6wGQeYV9QvXHvVEk9FFFABRSng4NJQAUUUUAFFFFABRRSjk8UAJRSsrL95SPqKSgAooooAKKKKACiiigAooooAKKKKACiiigAooooAKKKKACiiigAooooAKKKKACiiigAooooAKKKKACiiigAooqO4ngt1VriaOFWYKpkYKCx6AZ70gJKKKjtbi3uoFntZ4p4mztkjcMpwcHBHvTGSUUDk05kdRlkYD3FAhtFFA5NABRWfZa5ol9ePZWWs6ddXSZ3wQ3KPIuOuVByKspe2cl7JYx3lu93GoaSBZAZEB6Er1AoGT0UUUCCiiigAooooAKKKKACioLy9srPy/tl5b23mtsj86QJvb0Gep9qnoAKKKUgjqKAEooooAKKKKACiiigAooooAKKKKACiioIbyzmupbWG8t5LiLHmxJIC6Z6bh1FAE9FFRy3EELxpNPFG8hxGruAXPoPWgCSikkZY0aSRlRFBLMxwAB1JqpperaTqiu2l6pY34jOHNtcLKFPvtJxQMuUUUUCCiiigAooooAKKKKACiiigAooooAKKKKACiiigAooooAKKKKACiiigAooooAKKKKACiiigAooooAKKKKACiiigAooooAKKKKACvPLa3ux8ZYbnWtJ0Y3ZsmWzvbSabzVi+b5XVvl9enrXodeeXOn/ABIm8a22u/2P4XEMEZgCf2lLuZCT83+r64PSpV+eL9fxTG/gfy/NGl4g8R+JF8Ynwx4d0mxuJ2svtIubuRlijO/bh9vzYPsOuKpDxD4m174f3l7plrpVtqlvNPbXiXEkgiXyyVZoyvPJHGa3rXR71PH7eIZGhFs2nC2KKxLCTeGPbpx1qv4S8OXWm6Hq2nX0kRN9e3MyNExOEkclc++CM0pRvSa62f33f6Dg0pX8191tfxMv4STeNJvDejyaz/Yb6Y1ipSSGWZrpjj5S+75fXNd5XIeArHxho1va6Hqlpoz6TZQ+TDeQXTm4kC/dLRlQoz35rr62qSUpNrZmcIuMUmc34y1TXrGSGLRW8PQFlLPLrN00Ubf7KbTkt354xUvgHxCfE3hyPU3hjhmEskMqxtuTejFSVPdSRke1c14z8H6xqXjX+2bfSdA12zktFg8jWJDttW3ZLxptYE4+melbXws8N3vhXwr/AGTfNaGX7TNKBajEYV3LAAYGMA9Kzhs7/wBamk1tb+tP8zqmIVSx6AZNcgPiZ4LM3k/2leb923H9l3PX6+XXXsMqV5GRjiuQHw90jzvN/tvxdndux/b9xt/LPShfFrsLTlfc65GDorryrAEcdjXGfFjUpbWw0vS0vhp8eq3Zgnut20xxqpdgD6kKV9eeOa7NF2oqgkhQBknJrmPiR4W/4SrRoIYmtxeWVwtza/aIw8ZcdmB7EcZ7daUuna6/r/gddhw/R/fbT8TjPAV/Y6f8RxpvhhdWbw1fWzYlvZZJFe4Qgfu/NJkAA3A5wCa9AivvELeM5tPk0eJdBW2V49Q8z52l7ptz0HriszQNH8RXfiOLxD4qj060ntLVra2tLCZpYgrEEuWYA54wBjvVLSfEmsat8VLrT9KuYL3w1a2xS6Kw4MFyP4SxGTnnjpxVq94xer1/Xf8ATtoiXtKW236bfr82d3RRRSAKKKKACiiigAooooAKKKKACiiigAooooAKKKKACiiigAooooAKKKKACiiigAooooAKKKKACiiigArjtVK6/wDEG10nar2ejIt3c5zzO3MXseN+RXXTu0cEkiRtI6oWVF6sQOAK574fabd2mlz6hqULQ6jqU7XM6P8AejBOVjP+7kikvi9Pz6f5/Ib+H10/r8vmJ8R9Rms/DjWdkSL7U5FsrYr1jaT5fM+i9TWzomnW+k6Ra6dbRrHHBGFwo4z1Y/icmsN9PvtS+IqX93ayR6dpdtizduBLLJkOffAC4rqKcfh9f6X6v5hLe3b8+v6Iw/H7vH4K1Z45HjcWzYZGII+hHSvN5tDh8KfDzSfHGhXepR6jDbQTXSzX0k6XKuFDKVkYhckg5HPFeo+K9Pn1Xw3f6datGs9xCUQyHC5Pqa4e18KeMtZ0bS/DfiiPRrHRLGOMTfYLp5pLvywAEYMq7FPXIJ6UofHfzj9ybv8A8N1B7K+2v6W/4foaPiHxdrH9uT6Z4ePhuL7HGrXEmsXhi3s38MYU5yMHOeORVfX/ABxeXXwvl1/R/D+oXjXFlMZGt5YwLNlU/MxLDI7/AC5NQeI/Al3/AMJPd6vpnhvwr4gjvgpli1ldjQMM8o4RiwOehxjFdJPol1cfDm80GPTtL0q8ubCWAW9m3+jROykDacA7efSs5Juk+/8AX4f8DXvcGlUj2v8A1/XqYXwd8uTQ7Zl8Cy6LKLUOuoTrAftLMcnDIS/U5+ak8JQXMXxa1iXV9J0eHVJ7IObyxmmYyRBlCqyvwDjHQdq6/wAN2N1pXhey09/Kkura2EfDHYzgevpmuQsdP+IyeOn8QXGkeGFglg+zOialKWVNwO4fu+Tx0robXttNtf1/Wxgk1S+79C5qnibxTN4x1Tw34e0fTpGsYIZ/td7I4hAZSSjBfm3emBjg5qFvHty3g7TL+OytIdYv5fIEFxOEghkH3mZic7FyDxzW5puh3lt4313W3eE22oW8EcKhjvBRCDuHbk1y198PL248MWNvJHpV3f2F29xHb3aeZbTq2Mo+QcZx94AkVi76LyV/vV/wubytd2/r3f8A5I2vBXiq91HWrzQNabR31GCFbhJNJnMtu8THaOWOQ2QePTFdhXJeAdEvNLmuZL3wj4V0FnUBX0ZyzSc9Gyi8V1taPoZrqcr4y1jxBp9yE0dvDVvGkZd21i6aIzd/3QU/gc96y7jx9fHwnoOr6foy3V1ql1HavbCQfI7ddpzggfWqXivwTrN94wv9Uj0fw5r1reRJHF/bDktY4XB8tNjDk89uataP4I1ax8OeGtMeeyaTStRS5nZPkVkH90AcH26VFPW3N3X56/h/wB1dPh7fp/mavhPX9euPEuoeHfEtnp0F9bW8d1HJYO7RPG5YAfPzuG057V1lc9b6LeR/ES98Qs8P2SfT4bZFDHeHRnJJHp8wroarogas3b+tF+tzzz4q291NquiPqGk6NqGjx3yGIyTTJcxS4PzAL8pHXrW9498R6hoD6XHpumDUZ9QvFthGW2kZBO7qPSsn4h6b461i7gg0bTvD72NrOs8Ut1fSJK5A5BUIQBn3rS1bSNb1mTw7eXkdhbXNhfLc3cUUzOm0BhhGIBJ57gVNO9rPbm/Bpf8AB/qwqm912/HX/Nf1craBr/im61LWfD+pWWjQ63ZW8c9u8DyG1kEm7buJ+cY284rn/hvcfEWa+1gSf8I1LbJq7LdeZNcF0+VNwi4xjHTPfNdjY6JdwfEDVNfd4TaXdlBBGoY7wybs5Hp8wrL03SvF+g+Ib8aTa6Ne6PqF99qlkubp4p4chVYKqqQ2AuRkjrVx+JPuvxuv8hzXRd1+Wv3NkPiPxjqy6/faX4ePh5BpqgXT6tdmIu5AYJGFOScEcnj3oufHc93oGizaFaWsuqavcm0ijuXPkRyKDvLMvJUFSBjJ6VQ8SeA7v/hKdQ1rTfDnhbxCmolZJY9aG1oHChfkYIxKkAcccms74jaRNcQeF9Bh0zS7G8SRrhbO2vHtLaJgCCyTou5Tz0A5zWafuq/df8EbXvO21v0/zNzwr4u8SSax4is/FNnotrDocatK9i8rF9wJUjfxjj61UsfiBrCXOnXurReHU0nUJ1gjgtb3zL6BnOE8xc7evXbmqvgS2Vm1zwDqWnW1vNcW/nS3VrqMl8XD8/vJZADn0HPep/DHgrVNJvrKG48EeBJ4LZwDqaDy7pgD/rNgjwG9t341pH4lfay+e/MTLZ+r/JWNLUfFnii48Xap4Z8O6JYzTWcSyrd3bssGD/C235tx7YHpmuj8G6vNrnh6DUbm0a0uGZ45YSCNroxU4zzjI49qh0bR7qz8WazqsrxG3vdvlBSdwxjqO3St8knrzUQ+HXf/AIL/AOAOW5T1ma8t9JurjT4Y57qOMvHHISFYjsce2a5p/GE8/hbQdU02zimu9WniiEEhIEe77xOOfl4/OuwOCCDyDwa4vw14RvdN8UzXd1LDJpsEs8unKrncpmI3Ky4wAu0bT7npTj8Wu3+X+YP4b/1r/l/mSeNNe8R6XM50s+GYooYjI8eqXjRyzYGf3YU9D0Gaq674+ms/DWgazpukm+Oqz+R5Ct8yt0yOcYDfpWN4k8Ba5e+JNZu00jwzrMGpN+6u9WYvPYqRjbGhQggdQMjJNbOneD9UtfD/AIV09prQy6PcPJcMpIVlOcbRj36UopuKv3j91/eCektO0vvsrfiX/DmteJ5NfvdE8QaZYW9wtv8AaLSa0MjQsvA2uW/iBIzj0NZHw9iuIviH4mXVtJ0i21fy7d57rT5pWWZWVioIk6Eewr0C5aYQSG3VHlwTGrthS3bJHSvP/D2m/ES38cXuu6jpPhpLfUVhjuFh1GV2iWNSMqCg3E56HFVC3N8n/X+YP4JfL8Gv+Ca/jPWfEWn3Pl6M3hmFEj3t/a920TSn0jCn+dcv4m8Qz63pvgrX9J083Fxc3MvlQFhtD42kk5+6CMnHOOlTeJfA+tXvi/UdQXSPDet2l8iLHNqzF5LHGc+XGUYEcjuM4pbTwZ4o0rwd4WsdNXSLrUtFkkaRJp2igcMT90qpI4PpUR+FN94v8df0/QqS3t2a/DT8f+Cb/hjX9ZuPEd94X8VWWmxagluLmI2JdoJYCQpzv5zuJGOlUvBNnZ2PxN8XwWNnb2kWLQiOCJY1z5XoBir2haR4g/tW98TazHpy6zLa/Zre0t5maCNAdwBkKgnLDJ44zWV4Y034hWnja/1rUtK8NpbamYRcCDUJXeERptygKDcT74rSO69H+en4Cb92Xy/NX/Uk1/xjrR1q+sfDv/CNpHp4AmfV7wxNM/OVjCnPGOS2ByMV1PhLW7bxH4dstatFZYrqPcFYglT0I4+lcPrngO8j8SX+p6b4Z8J+IYtQcSuusrskt35ztYIxYHPQ4xiu+0C1Nno1rbNYWWnskYDW1n/qYz6JwOPwFTD4Pe30/wCCKfxaf1/X+ZeooopiCiiigAooooAKKKKACiiigAooooAKKKKACiiigAooooAKKKKACiiigAooooAKKKKACiiigAooooAKKKKACiiigAooooAKKKdtbG7aceuKAG0UvbPao7mVbe3kuJtwjjQuxAyQBSbSV2NK4+iq2k3tvqmlW2qWZd7W6jEkTshUlT04PSre1sbtpx64ptNOzEmmrobRRSSOscbSOcIilmPoAMmk3YYtFcp4X8U6vr96ZIPCssOimR0i1F71MyBTgN5WNwBrq6fS4uoUUUUAFH5flQOtcpp/irVdQ8VXek2fhd5LGzm8q41A30ahTzyIyNx6Ur62H0udXRXPeOtf1Tw5pMmp2Ph1tYt4I3luit4kBiRRnOGHzd+BWxpV2t/ptteqhjE8SyBSc7cjOM01qrg1a3mWaKxvDfiCDXrm++wwObK1m8lbst8kzj720exyCfUU7Q9di1LUL/TpbaSzvbKUq8MhzvjP3ZFPcEc+2aS1D/hjXooopiCiiigAorH8X69H4d0j7a1s93PJIsNtbI20zSt91MngZweavaTPeXOnQz6hYf2fcuoMlt5wl8s+m4cGhajehaoop21uflPHXigQ2ilVWb7qk/QVX1O8g03Tri/uyy29shklZVLEKOvFJtJXY0m3ZE9FR2kyXVpFdQ7jFKoZCVxkVLg5xg59KbVhJ3V0JRShWPRSfwowckYOR1oASilZWX7ykfUUlABRSqrN91SfoKpaxqVtpNobq88xYgcFlQkLxnLH+Ee5pNpbjSuXKKwvC/irSfEMDSWE6SbE3StE4kjT2LjjPtVLTPiB4a1HVo9Ot5L4GZisNzLZulrMR2SY/K2egweaa12E+rOqopQCegJpKACig9D3rA0LxBdXmuXej6posmlXUKiSHNwsyzxnPzAqOOnTrS62Dpc36KUAnoCaSmAUUVleINaXSZbC3W1kuri9uFhjjRsEA9XJ9B3+tIDVoqDUbuDT9PuL+6fy4LeJpZW/uqBkmq/h7UJdV0a21CayeyadS3ku4YqMnHI9Rg/jTHYv0UyeRIYJJpDhI0LsfQAZNcnpXxF0DVLuG3srLxDJ5z7EmOjzCEn134xj3pLV2B6K519FKFY9FJ+gowckYORTEJRSlWX7ykfUUpVgNxUgeuKAG0UoVj0Un8KCDnGDmgBKKUgg4IwaSgAorA8aeJo/DMWmPJZSXZv75bNVRwpQspO7nr93pXQYJOByaFqr/wBf1qN6f1/XYSilZWX7ykfUVgWfiWO58c3vhZbGVXtLNLo3O8bW3Nt247HvQtXYOlzeoooHJoEFFKysv3lI+opdrY3bTj1xQA2s7X9C0XxBaJaa5pVpqVuj71juI9yhvUe9aQVm6KT9BRg5xg0rDTZm6DoOi6Bata6HpVppsDNuaO3j2gn1rRpWVlPzKR9RSlWAyVIHrincVhtFU5NStI9ah0dmk+2TRGWNBGSCozzn8DV0gg4IwaSdxiUVBf3AtLGe6ZC4iQuVBxnFV/DepDW/D1hrMdu8Ed5AswRjkpnsT3prW/l+t/8AJi7f1/W5fopVVmHyqT9BSUAFFFOKsBkqQPXFADaKVVZvuqT9BRg5xg59KAEopWVl+8pH1FKVYDJUgeuKAG0U5VZvuqT9BSAEnABJ9KAEopWVl+8CPqKUqwGSpA9cUANoptw7RW0s/ls4jQsQO+Bms3wnrCeIPDdhrcdu1ul5CJREzbimexI60Lr/AF/Ww7aXNSiiigQUUUUAFFFFABRRRQAUUUUAFFFFABRRRQAUUUUAFFFFABRRRQAUUUUAFFFFABRRRQAUUUUAFFFFABRRRQAEhQWPQda8H8UXlrdwyeK9H8O687C+jEfiFtTWOKQiQA/uC444K42V7xXHH4ZeD2md2tL543fzPs7X8pgVs5ysedq888Cos+a6Kv7rQzSbqWX4r/vJztbQVmdN3ygmRctjoPrWBoOmaf4m8Aa+mptNewxareyQsl064xI2MMrDIx26V2eveDdA1u4tbm+hukntoxFHJbXTwsUH8DFCNy+x4q74f8P6RoOnSafpVoILWSR5Gj3Fhuckt17c9Kqa5oSj5O333CD5beqf3KxxXww8L6HovgPTfE+mWMx1FtMDF2u5pEYkc/IWKj8BWB/Y1g3w0i+IDaleHxE2LoXq3T7ZJQxxF5edmDgDAXNeiaD4K0HQtTfUNMGoROysvkvfyvbqG6hYidi+2BxUEfw98Kx6sNSS0uwwl85bb7ZJ9lVxyCIc7Bg89KuUuabltt8tW7L1+WxEVaPLv+vr6fqdHp0sk+nWs8wxJJAjuMY+YqCf1rJ8dafe6j4duksddvdIaOGR2e1SNjIoQ/Id4PH05rdplxEk9vJBKMxyoUcZxkEYP6VnUXMnYqm+W1zzv4E6Tqdv4N0nUbjxRqd7bSWgC2EscQijJA5DBdxx7mvR6paHpdjomk2+l6bEYrS3QJEhYsQB7nk1drSTuxWPP/iN4y1bw9rUVnY3OkxRtCHIutNvbhs5P8UClQOOh5rc+HeuXviDRHvL6WzlkEm0G1tZ4Exj+7MA349K6ZXdRhWYD2NIzMxyxJPvUx0TuOWrVgHUVx3gD/kYvFX/AF/f1NdiOorg/DcusaV411i1n8L6vJaahd+ZHqEYj8hVyeWy27v6VK/iL0f5oH8PzX5M2/iV/wAk78Rf9g2f/wBANUNRuJrX4Ryz2+4SLpPBU4K/u+v4U/4p3Gpf8Ilf6Xpfh3VNYn1C1lt1NmExESuAX3MOOe2a19J08SeE7bS9QhID2awTxnqAUww/nQ1enL+u5aaXJ8/0GeB7eG28HaRHAqqps4nOBjLMoLN9SSTWN4lH2b4k+HLuAfvp4pbaUDvGSCWPrjA/OrngCz1jSbOfQdUjaSCzkIs7ztLCeVX2Kghfwpmk6bqF/wCMLjxFq1sbZLVXtNOgY5OwkbpD2+YqCPY9quT5pqS23/r8v+AZRTUGvl/X5/8ABOoooopDCiiigDhviHLLda3oOm3Vs9jZR6rbzR6hIwaOeQBsQqq/MGOTyRjjrXc1y/xJ0291DSLKfT7d7qbTr+K9+zx43zBA3yLnjJz3Ire0m6lvtOhuprC60+SRQWtrnb5kZ9G2kjP0NCfu27P/ACKl09P6/wAye4/495D/ALB/lXkHgzwTdeIPBY1S5129fWFv5msJ3ncJaotwcptU/MCAfvA9fSvYWUMpVuhGDVTRdLstH09dP0+IxW6u7hSxblmLNyfcmlHRt+n4XJfT5nlni1r7X/iBqWk3vhfVvEUGm28Pkw2OopaKjuuWc5dWbnp1AzzV3U/D95qPwdvofGGnXcV3YRSm0ikuj5iRjGzeY2wx65612fiXwdoXiG6ju9Qju4rlF2Cazu5LaRl9GZCCw9jWjpek2enaSulwiaa1VSuLqZpmYHszPkn8aiUeanKPV/n3LUkqkZdF/lt8zmfAfhLQNF8PQ6rpVrPHPPZ/NI15LKrcHoGYgfhXL3N86/Aaxna+dZpdQjVJDMQz/wCmcgHOTx29K7rwz4L0Pw5cvPpX9oruUr5U9/LNEo9FRiVXr2FUT8NPB7SyO1jdMjyrMIWvJDDG4beGjTO1DnrgDNbOV536Np+lm3b8SKa5OV9vx0Wv4GHe6E3iT4oalY6hqN4NIWwTzbKKVkEr4XBLAgjHsRUHivRdW0bwjoOh/wBuzxsfEKR291bsTJHbkPsQlvvEDg5zXo1vpNjb6tPqsUTC7njEcj7yQVGMcdOwpNX0mw1YWov4WkFpcLcw4crtkUEA8dep4qIe7b11/wDAm/y/yHF2d/L/ANtt+Zx3hjSLXwz8SrnStJe5SxurBJXhlneUCQZ+YFySCc89uK7+qR0ux/toax5R+2iLyd+442emOlXaFflSe+v5u34WQn8Tfp+Sv+Nzzb4jSabrPiA6IfDuseJLm0t/Nlgs78Wi2wPG8sWXcefUipPhrHN4q+F4s9QnuIY/tNxbNGXWRjEjlVjZhnOABkg84610XiDwT4f13VU1S+jvku1QRl7W9kgEi5zhwhAYfWtLw5oel+HdMGm6PbfZ7USPKI9xbDOct19zSjFcjjLr/m/0/qxTeqcen+X+ZzHh34d2OgeEr/QdIm+wxXkLK8UOfLWQ9XBPzZP1rl9fn8Rr4Y0Lw3feFV0hrbUbVYpnnR0mKyZzCiMXGOpyMDPNevSKJI2jbOGGDg4P51z+geC9A0S+N9aJfXFxzte+vZLkx567PMJ2Z74xmnFe9rtp+F7fmLS33/jv+QeNtFsdZstPh1HWp9KFvdRzK8U6xmV1IOwk9QSMY966LrXGfErwrqXjCSw0tvsMOjxTR3M1wXb7UkiMGARcbcHABJOeTXYxoI40jXJCqFGTk4FNbP1/Ra/12B7peX6jq43xDc3Fl8QNOnsLR9Snkt3jltIyEdE4/eBmwuB3GcntXZHoe9cloZ1TVPG9zqt1ol7pVpbQeRCbvbuuCc5ZQpPy8DrzzSXxx+f5Nfje3z+YpfA/l+a/4cueNNGsdZTTPt+sz6V9lvI54/LnWPznBBEZz1BxjA9a6E8muL+IvhXUvF97ptjJ9hg0e2njunuBI32oSI27aq427TgDOc12aKFRUGcKABn2ojs/X9Fr/XYct16fq9Ba47Qc654/1HWW+a00tDY2ZzxvP+u9uqrXXXCNJbyRrIY2dCocDJXIxms/wxo8Og6LDpsMrTlMtLM4AaWQ/ecgdCTQviv/AF/Vr/eD2sYXxEd9SutK8JwMQ2ozeZdY6fZ48GRT6bgcCuvjRY40jjGERQqj0AGBWVa6HFD4ovPEElxJNPcQJAiMoCwopJ4+uea1qa0jb5/18vxuD3Kus/8AIGvs9Ps0v/oBrhvhavj/AP4R7SiZPDn9i7eQEn+0+X9c7N3T2r0CaNJoZIZBlJFKMPUEYNcnpfw58M6ZeQ3Vk+txtC++OM6vOYgfTZu249sVMVad+gS+Gxgz6CviX4s+IbPU7+8Okw2Voz2MczRrJIQ+1tykMMc9CM55zVfxlouuaP8AD/RdCj8QTJdLq1vFFfREmRYzKMZ3feIz3yK9HtdJsLbWbzV4YWW9vI44533khlTO0Y6DGTRq+k2OrRwR38TSLbzpPGA5XDqcqeOvI6VUbLlXa1/k0/8AhvLQc3zN2+X/AIDY4278NTeChrHiDQb2QQjS3M0M8skpe4XLecNxIHbgYHtXNalo1hovgHS/Hmm3l5/b8xguDcC6kdbh5Su9PLJK4+ZuAMjFeySKsiMkiK6OCGVhkMD1BHcVy2m/D7wvp+qx6lb296ZI5DJFDLeyPbxsc8rETsXqcYHFEHaSb8vuTu189haW/rX+v61MDVNEbxF8VtSsr7ULtdISwiM1lFKyCVyvByCCuOehFdJ4b8P3Gk+ErrQr7VGktwZEgnDnfDAR8oLN1Yc81sQ6XYxaxPq8cTC8uEWOR95wVUYHHSrF7bQ3lnNaXC74ZkMci5xlT1FZ8tqbjbv+LbGn76k32/BJGZ4L0y10bwxZabY6lLqdvAhVLqWUSNKCxOSw4PXH4VsVn+HNF07w9otto+kwGCytlKxRlyxUEk9TyeSa0K1k7ybJQyWGGXb5sMcmxty71DbT6jPQ1y3xP1CwttFt7C8t769fULhbeKys5PLkuic/u9+RsB9cj611lZPijw7pXiSxjs9WjmaOOUSxvBO0MiOOhV1IIqJK5UXZnBfCeSex8ea1oUej3+h2SWUM66feXy3TJIzNucMGYjIAGCe3SvUBFEspmWKMSMMFwo3EehPWsPw54P0Hw/ey32mW9wLqaJYZZp7l5ndVJI3FiSTyea36tu6RPV/10X6hXF/FO5uzHoujQ3TWVrquoJa3dwrbWEZDEqp7E4HNdpVDX9H07XdMk03VLfzrd/QlWQ/3lYcq3uOalrYaM/SPDfh7wZZ3t5p9vcWULR77h5bmWbhe4Dscde1eTX16ttfaN4n0jwxrlg97qcMa6vc6mrR3MbyBW/cb+MjI4UY61634e8J6PoUd1FZtqM8d0oWVb6/luQQM8ASE469qyrX4Y+D7d4mW11CUQzJNCk+oSyJC6tuBRWOF59OtVF2qKT2Vv+D/AF94acrXr/X9fKxiXvh618TeNPFcGr3l9JZWwDQ2sdw0SJJ5S/vAVIbPtnHtWWDfavoPgmwk1S8t1fU5LSSWJ/nkiQOoVieuQo5r1O30iwgv76+ihYXF/j7S28ndgAdO3AFVLbwvolulgkNq6jT7hrm2/esdkjZyT6/ePBqaa5UlL+t/80TUvLZ/1Zf5M8/Ekngmfx3Z6AZvsthp9vdWkE0rzeXIwbdgsSxz9e1N1LQdN8OaHoPizStQvf7WnvLdJLn7S8i3gkbDKUJK4PT5QMV6Wmi6Yuq3up/Zg1zfRJFcl2LK6ICFG08dCaxtJ+H/AIY0vVY9Stbe9aWIkwxTXskkERPdImO1cdsDihbq/lr106fP/h7lya6Lv+KX6pv5nJ6/4H8M6h8V7FbuxuGN7aNLKovpl3Pg9MPx06CvTNL0+10nT4tPso3it4RhFeRnIH1Ykn8TWf4o8MaP4kSBdUjuQ8DFopba5eCVCRg4dCDj2q/pVhBpmnxWNq07QxDCmeZpXP1ZuT+NEFyx5f63f5XsTLWXN/Wy/O1yLxF/yAb/AP693/lXkmm6BDofgHwn4ntb68bW5JLaNZZZ2Cyo2f3IjB2Y98Z969muYY7m3kt5lLRyKVcA4yDXL+H/AId+FtDvLe6soNQka2GII7u/luIoj2Ko5KqR2IGRRHSTfp+F/wA7hLVL5/jb/I4HVhqHijxT4g+0eEdd1x7C4NraPZapHbLagKCG2F1LNknkgjivUvBX9sjwtYr4ghMOpKhWZGYMVwSFyRwTtxnFU/EHgfw9rmoHULuO/t7plCvJY30tqZAP73lkbj7mt2wtYrKzitIWlMcS7VMshdse7Hk/jThpG3p/XzCesrjdVuoLHTLm8uZTFDDEzO4GSox1A9a8TiuBZ674Z17SfDOuaUNU1GJW1O71NZEvonBJ/c7yV3cHhRj2r3G6giuraW3njEkUqlHU9CCMGuT074aeEbGa1littQla0lWa2FxqEswhZQQNoYnaOeg4ohpNSfl/wf6+8bs4Nev/AADKn0q38a/EPV9N8QNcSWWlQxfZLKK4eLJfdukJQhjnA6nHFWfH8J03T9A8K6dLLp+m31ybaebziXSMYPl72OcvkrnOeeK3PEvg7QfEN1Hd6hHeRXMa7RNZXcltIy+jNGQWA7A9Oas3PhvSLrw8mg3cMtzZIAEM0zPKpByGEh+bcD0bORUpe6l2a+dn19f60HfVvyfy06en9amLqOh6X4C8JatfeHbK6gl8k/fuZJTnoCPMYgY6+lcR4S0vxBHf6HrGi+DtesppnSTUdRudWinhuomUliUDkDLYPygYr0vw94T0fQ4LiC0bULiK5G2Vb6+kugRjGP3hOKpaV4A8O6XqkWo2LavFJFIZI4f7UmMCn0EW7bt54XGBVR0nzX7fhf8AMl6w5fX9DmviNod5J4nm1bV/DeoeI9DFuvkrZX5tmsSv3ywDrv3cdM421reL7e48TeA9Pm8KRvqFgzxSvapK0T3MAPzIrkgqcAjJIrS17wHoGt6hJfX82teZIAGSDVZ4oyB/sKwWruteF9I1bTbfTZxeW1rbf6pLG7e2x7ZjIzUJe5y+a/p9/u73vcpv3+b+tktO33nJeGdT0nRvCXiODRdGv9E1PTY3mubC6uWuJIpPLyrbyzKRjHQ4rmPC+neIXOja5ofgzXra/ndJ7vUp9WilhuEcZbMfmEAc5G0AjAr1bw74Z0fQbOe1sLeWRLgkzNdzNcPLkYwzPkkY7Gs3Tvh94b07U01CyOrwyRyGRIV1SbyFJ7CLdtxz0xitE7TUn5fhv8n6ktXg4+v9eq6aHN3uk6V4t1HxNqHiaWaSHSiYbaMXbwR264PzHay53YB+b8K6L4O4Hwu8OBfuixTH0qxq/gfw3qusPqt7a3DTyACaNLl0hmAGB5kYO1/xBrZ0XTbLRtJttK06Iw2drGI4ULE7VHQZNKn7sOV+X4Xu/ncqbTfz/Dt8i3RRRQSFFFFABRRRQAUUUUAFFFFABRRRQAUUUUAFFFFABRRRQAUUUUAFFFFABRRRQAUUUUAFFFFABRRRQAUUUUAFFFcpf+PtCsdTFncW+rrEZlhF8LBzZlmIA/ffd6nH1pdbDtpc6uiqEer2MmvnQ0dzei3+042/J5e7bnd9TWJq/jbTrfw7eatY2up3ot55LUrb2TSssqEgkqOduQeaUpcq5hxTk7I6qiuM+HPjhfE+n2Cz6VrNvey2ommml014rUnHO1zwfb1p7fEjw0t8Lcrqn2dpxbrqH2FvsTOTgATfdPPFW4tS5epCd48x2FFAIIBBBB5BHeszxLr2k+HtNe+1bUrOxTa3lNcyhA7hSQoz1PHSpk0ldlJXdkadFeY/CfVNP8RTx6u3xAvNQ1ScPO+jpfIYYUJGB5ONw25x1r06nZpK4r6sKKUKxHAJoIIPIxQAlFKOorgvDNrf6p421q9ufEetrDYXeyGxjuALYrk8Mm3J/Okn73L/AF0/zG9r/wBf1od5RWJ4l8TWOgvFHPZ6rfSyDPladZNcug7Fgv3Qex74NS6bqFh4q8OC60u+uore6Uqs0R8uaI5IPXO1gRRum0FrNXNaiuL+GRvodQ8R6Xd6xqOqx2N5HHBLfSiSUKYwxBIA7mrMN/qGt+OJLWyuXttJ0jH2lozg3MxHCZ/uDkEeuKe7Xmr/ACtf9beor6PydvmdXRXM+PLzUtGgg8RWlwfsdgSb+2IyskJxuYf7S44+tdHBKk8Ec0ZykihlPsRmktVcHox9FFFMAorlPiff31notla6fdSWc2pahFZG4jOHhVw2WU9m4rodJs20/ToLNry7vTEoUz3T75X92OBk0LVNjatYtUUjMFUsegGTXFj4oeEXCPDNf3EPnGCWeG0Z4raQPs2ysOIyT0z1BBoWrshdLna0Vz3iXxhpOg3kdnPDqN9cuhkMOnWjXLog/iYL90e9UfFnje007wQ3iHS4Ly+EsJe3MFo0wRv+moH3R65qJTSi5dEVGLclHudfRXK+DPGUHiC2Tdpet2sywiSSS6014IW/3Wbg1ebxZoy+GE8RmWf+znlWJW8o7txk8sfL/vVo007ERfNa3U3KK5nXPHPh/R9Sl0y5ku5tQjjEotLa3Ms0ikA/Io5br2pZvHXhqDw9aa/cXr2+n3VwLZXljKmOQ5+VwfukYwc9DUp32/roVbW39dzpaK5/wx4v0nxDe3NjaQ6ja3dsivJBfWjW7lGzhlDdQcHmugp2EFFYfifxRYeHzGtzZ6reyOCxj0+ya4ZFH8TBeg96qax4mjfwcPEGi3EbqwJSKRPnlODmIDPyyA9ucYNTKSjFy6IpK7SOnorzX4ceOtS1Hwzfat4gsZ9MWwhLG0ufmunA/wCWhPHB7cVLD4g8bWNtpviLWm0t9Ivp44nsILYrPaiRtqky7iGx1PyimtX9347ffb/OxP8Awfw3/r7j0WisfxR4m0nw1bWlxqssqR3dwlvCY4y+XcgLnHQcjmtg0/6/r7xhRQehHSuS0RL7SfG9xpUmsahqVpdQeegvZA7QMOoUgD5Tkce1L7SXf9Ff8rie1/610/M62isfxP4l0nw4LE6rJKn265S1g8uMvmRiAAcdBkjmtk9aFr/X9dxvQSiiuY8S313c+J9J8Pabdy28jMbu8ki6iFMZQntu3cfSjql3/r/gh0bOnorI8Zav/Yfhu71BAGuAuy1jP/LSZuET6k1N4atru00Gzgv7ya8uhGGlmmOWLNzg/TOPwprW/wDX9f8ABB9DRoqnrWoQ6VpNzqM6lo7eMuVHVj2H4nArhLrxB460rSrXxXqkmkSaJKySXFhHbFLi2hfofN3EMRkA/KM0lq7en47BbS56PRXBzeNry31fxFaGCG6Np5EemwRjDzyybsKT/wABHOK63w+urrpEH9uzWsuoFczG3jKID6AEnpQtVf0/EV9S/RRRTAKK57x3Z+Ir2y0+Pw5dm1mS/je5cSBMwAHcOevbitPWtUttH05r26WeRVwBHBEZJXPoqjlj7Ur6XHYvUVh+FvFOmeIjcR2cV/a3FuR5ttfWrW8yg9G2Nzt96j0qz8QR+NtWvby8Z9FliRbKDzAQjcZOO3en1SFfQ6CiisnxbqS6VoU9yYtRkLDy1NjatcSoT/FsXnA9amT5U2VFXdjWorl/hZcS3XgTTrqfW7nWmkQt9tuYTFJIM/xKeRS6b440nUtWXT7Gx1udWcot4mnObRiOuJfu4yCPrVtWly9SU9LnT0UVgeOrLXr7SYIfDt81ndC5RpJFcLmMZ3DP5VPYOjN+iuf8KWOv2mpa1LrN81zbz3bPYIXDeVF2X2+lVrbx5ot3q/8AZ1hZ61fDzvJ+2W2nvJa7v+uo+XA9aFrYbVrvojqaK5/xN4t03w/MIrqz1e8YKWc2Fi9wIh/tlfu+vNJqXjTw7p+madqN1elbbUSFtWVMl2IJ247Hjp60Jpg9NzoaK5vS/Gmk6lYX91b2urrLYKGnspbF0ugD0IiPzHOOPWuf8EfEoa1c3FreaJr4k/tBreCSPSJBHGnG3zW6Kwyc56U0ruwnornolFZ1trVhc3mo2kTyGXTjtuAUwAcA8Hvwazrvxt4dtNDtNaurx4LC7maCKWSPb86kgg+nIwPXildWv/Wo+tv60OiornvDvjHRtdvLuztVvrae1XzHS9tmgLJ/fTd95fcetVdN+IPh2/1SKxiXUolnk8u3vJ7No7W4bsI5T8rZ7Y601q7C7nV0Vx/jjxvpujRX+nQw6td6hHas5OnWTTi3JB2lyv3OR3qqF8T658O9Fn0bU5odQeaKWeVn2s8QkBdST/sgjFKL5np5fi/0tqN6b+f4W/zO6orA8J2Wv2l/rT61etcwTXQewBcN5cWORjtzW/Qtk/QXcKK87bxtFo3jfxBZak+qX8cSRNBaWVs1w8QJbc2xeQOBz7V08Pi7QppNGSG6eQayH+xSKmUYoMsC38J9vXihapNf1fUO9/P8DdorNi1zT5PEk3h+N5Wv4bcXEgEZ2Kmcct0zz09K0qfS4BRWZpGu6dqs+oQWkknm6dM0NysiFSrDuM9QcHB71Si8X6RN4Zh8QW6X9xaT/wCpjitWaeXnHyxjk0rq1/612HZnQUVieG/Eem+Jre6WxF/aywHy5obu3ME8RI67G5HXrWH4NivtP8e61pE2u6tqlqkSyRi/nEhjJxkLgDA5o+0o9/8AK4ujf9djt6Kz7PWbC7v9RsYXkM+nBTcgoQBuBIwe/ANZk/jXQYvDlnrwkupba9IFrFFbl55ieyxjkmi+l/T8dvvHY6Oisjwx4i07xDbzS2K3UMkD7Jre7gMM0Z/2kPI61r07CTCiiigAooooAKKKKACiiigAooooAKKKKACiiigAooooAKKKKACiiigAooooAKKKKACiiigAooooAKKKKAA5wdvJxxXgGt3/AIg1jS7i3vNR8VnVjeKZNGt9PCWMaCQdJGj5GBu4bOa9/p298Y3tj61Ljd/1/X9dCr6WPN77Uv8AhGvH9nq2oWGoSWlxoqW0T21s82Zt6nYwUEr06nipvhnb6hP4J1xbiwnsbi6v711hmGGG6RiOe/1r0EMy/dYj6GgknqSacvejKL63X3u4ovltbun9yseeeANbgvPCdt4Ma31S01i2sDBKs1lKkSsowcSkbD7YPNYEWpyN8PI/h4uh6gmvbfsjxGzf7PGSxzKJsbCADng59K9jLMRtLEj0zRvbbt3Nj0zVSblJyfW1/k3927EkopJdNitp0LW2n21s7bnihSNiO5CgH+VV/ENrDdaJexzW0Vwfs8mxXjD/ADbDjAPer9FTNc6fmOHu2t0OO+Dumx2Xw90bzdOjtbwWyiQtAElHA4PGa7GlJJOTyaSqk7u4jz/4jeBr7xLrUV9bW/h6REhEZOoG78zOSePKkVcc+ma3Ph54fuPDeiPY3MemRu0m/Fh53l9P+mrM2fxrpKKUfdTSHL3mm+go6iuO8Af8jF4q/wCv7+prsB1rlrHwne2Pim51iz8UX0Nrdzebcad9miMbn03kbh17GpS99Pyf5r/IH8Pz/R/5nN/EPVtVtvGiWc+q6/omlfZVaC40ax8+S4lJO5JDscKBxjp1NafwPt7228ISJqEN7HMbt2/0tQJWB6McADnrwK7xWZfusR9DVfUIri5s5Ybe8ks5mUhJ0UO0Z9QG4P40R93z3/NP9Al7zX9dLHKfD7/kavGH/YQh/wDRIqL4bstrrfifR55HN5FftckOOscpZlx6jH5VreDPDUnh4X8lzrV1rF3fzLLPcTwpGSQu0cIAOlWb/Qbe58Q2euxTy2t7bAxu0YGJ4j1RwfoOeoxxVJWcf8KX4L9ULpL1b/F/oyr8SriO28B6y0iCQvavGkZ/5aORwo9zWj4bt5LXQLC3mYmRIFDE9emai1jQ7bVdT0+8vJZWjsXMiW4PyPJxtZvXbjge9atKKtfz/T/h2N628r/jb/JBRRRTEcN8Q4Xs9b0HVZrmW9t5dVt4EsJ8eTC5Dfvkxht/Hckc9K7msrxTokOv6X9jkuJLWVJBNb3EagtBKOjgHgkZPB4q3pNvc2mnQ295qEuozxrh7mSNUaQ+pVeB+FC+GxUnezJ7jP2eTHXYf5VxXwy0Gyb4d/2bqGlqkdxdzyTwyIULnz2ZSe/oRXcUpJJ55pLr52JfTyPIPF1pd6J491LULvXPFGj6dfwQrbS6NaC5B8tdpR18t2Ht0HFdLomiW7fC3UdP0O71K9OoRyyLJqEXkzPI+M7lIXb+QrulZl+6xH0NBJJySSfeplHmg4PqrFKVpqa6W/DQ43wH4nsta0aLRorXVLe/gttksd1YyxIpGRgOwCt+BrgLjVLhvhnD4Qi0PV5NVttQjN0n2VwkSfa9wYORtcYx90nHevcmZmGGYke5o3vjG5sfWtHJuXN3s38nf9SYWha3Tb+vl/wDitH0/wD4urqepSWZ3CxjjiuGjOMYXIBqt4+0K1trLQrbS9MzC/iKO6uI0jLrlg5d2HOBk/Su9ycY7UAkdOKUfdt5P9WxrS/9dLHJNbzf8LYFz5Enk/2aFMuw7c88Z/pXWUuTjHakpRVoqPr+Lb/UHq2/T8El+h5f8QNX1a38amxudV8QaNpv2UG0l0ax89riQtjbI2xwvfrj1rU+CNncxeAvJ1S3uRMdQu2YXiDzTmVvmPAGSD1Ax6V3ysyjCsQPY0hJJ5JNEPdi1/W9wk7/ANeViidP06HTZLX7In2byijJt3Er6epryPT9IttfmstG0TUvFGpafZ3cU7R6tbG2gskR84TcitITyBy2Mc17TTmZm+8xP1NCSUr/ANaA3pb+v6/pnMfELxJZ+E9GttRvdKk1C3a6it8IFPllmCq3zD1I6c10cTiSJJFzhlDDI55rK1Tw1o2qaza6tf20k9zartiDTP5Q75MedrEHoSMitemtnfe4nurbWCuN8Q2kupfEDTreG6l06SC3eX7Vb485l4zH82V2nvxn0Irsj0Pb3rA0Lw5NYa5eaxf63datdXChIzNEkYgQZ+VQg569TzSXxp9r/k1+v3X9AesWvT80yH4g+JrTwrp1he32ly6hDPeRW25Qp8pnYKG5Hqe3NdIjBkVxnDAEZ96ydR8NaNqGuW+tXttJPd2y7Yg0zmIeh8vOwsOxIyK16Ftr3G91ba34jZZEiieWRgqIpZiewAya5H4dxnUrrVfFkwy2pTCO2P8A07x5EZH1Brr3VXUq6hlIwQRkEUkMUcMKQwxpFEgCoiKFVR6ADoKFo7g9rHH64Rr3xBsNFUh7TSUF9eDqDIT+5/EMp/OuypiQwxyvLHDGkkmN7qoDN9T3p9C0Vv6/rp8geruZPjLTZNX8MX2nwjMsseYxnGWU7gM+5ArgtT1ybxX4Sj8FW2lanDrUyR298JrR44bcIRvcSkbHGRgBTznNep04sxG0sSPTNCVpX9Pw/wCH1Hd6W3X6/wDDHkDeHdRj+IPiLxJpNnJ/aGnpAbVZARHdR/NvjBPGTgc9q9H0jXI9V8OHWLSyvMiJm+zTRNFJuA5XDAfnWvk4HJ46VQ8QaTZa9psmnakLh7eQgt5Vw8T8dPmQgj86Tvy8q/r+t/UUVHmu/wCl/wAAz/APie38X+Godbt7OazSR3QwysGZSrFTyODyK3qr6bY2mm2MVlY26QW8S7URBgAf1PvVirla+hKvbUK4v4s6jq+naVYvp0l5bW0l0iXt3ZW5nuLePP3o0AOT17Gu0pVYqcqSD7VDVyk7HlHwrW8m+I+r6hJeeINRspdLhWC91a3ETyYkbIACLjHoRmvVqVmZvvMT9TSVbeiXYHu2FZfibXrHw/pxvNQW9aNz5Y+y2sk7ZI4+VATj3rUpVZlOVYg+xqJK6sCPOvghrNrL4Jt9Ke11KC6sYi1wlxYSxAAsfulgAx+lYOjagun+Irax8B3/AIklhluz5mkX+myQ2UUZOZGV2QEEfMwyxya9kZmb7zE/U0F3IwXYj0Jq27z5/wCv+G/q4SfMn53Yh6nHSkoopCK2q28l3pd1axSGKSWJkVx1Ukda4X4e+JrDRNJ0/wAIajp2rWWqW7GCRE0+WSEsWJDeaq7CDkc5r0Onb327dzY9M0lo352/C/8AmweqXl+v/DHkXjvVtZXxfqmn3mreJNItViC6bHo1h5q3mVGTK5jYKdxK8kcDNZkFyug+GPAtxr1per5OrymWJrVppgcSfwKOT9Bj0r3AOyjAZgPQGsnWdFi1TVNK1CS5ljk0248+NVAIc7SuD7fNTh7tv62v/mFRc/3f5f5HN+Cpptd8aat4qt7W8tdNlgjtoGuYjE87KCGbYwDKBxjPXPFVPCGuQeHNc1bw9q1rqkd3e6tJNbPFZSywyJJtCsZFBVehzk8V6IzFjliSfelDsBtDMB6ZojaNrbbfjf8AMHrdvf8A4FvyPM73Vj4b8WeJoLvS9SuJtUHmWAtrZ5Em+UKAXUFUOR/ERWfBpdxeeA/B9rf6TPkarJJcW8kZYx8uRu9gcc9K9cDMBgMQPQGkyfU1MVypLs0/udwkuZt+TX3qxh+KdChv7W9urOGOPVns3tobgHBCkg7fTsK8q8OW9ndvo+ha54m8drd2txHnTpdNBto5k6DzVh27R/eDY969wp298bd7Y9M04q0r+n4Nv9WN6q3r+Nl+h5QdTl8O3PjHQ59J1O51HVLmWew8i2dknjeNVUGUDanKnhjXcfD+KaHwZpkVzC8EyxHfG4wVO48Gt8MwG0MQPTNNNEdF9y+6/wDmEnd39fxt/kFFFFMR5mviKx8M/EbxHJqOn6o73UUIt3t9NlmWTBbI3qpA6jqaYnhq7034SW73ES219pkp1MRqc+WqOZGQHtuUY/GvUQ7gYDMB7Guf8WeHrjxB5Vu2u3llp/S6s4YkK3K91Zz8yg9ODU2aSS30V+1tvx/rcpWu77b29f8AgNlD4ZxveadceKrqDyrzXHW4dD1RQoVV+mADXW1HbQxW1vHbwRiOKJAiKOiqBgCpKuVr6bEK/Xc868bW2oaZ4pnk0uGbHiK2Fo8kUTMIZl4Rmx90ctkmpPiPNqPh/SNDsdKlvtP0sP5d7e6dame5t1GNoRArfeJOTg16ECRnBIz1oVmU5UkH2qLaJf16fiy763/ra1/wX3HlXwte6j8VeINWurjxBfWLWSvDeanbbJplVucIqKc8H5SM1J4b8YaTcfE3ULpLXXFgvYkigkk0i4RSwAzklflHB5NeolmJyWJ/GlMkhGC7EfWq05ovt/wV+pNtGu//AAP8jzOXVn8N+NvFEN1pWpXE2qRw/wBni3t2dJyI2DAuAVTGf4iK5gaXrFv4O8DatJLrelW+n20kd41hCHuoDJtwfLZWJHBzgZr3IMwGAxA9M0bm3btxz65pK6S+X4aflv8AoVffzv8Ajv8A1+ZwXwtt9MmvtS1m01zxHq11OiwzSavZG3ICnI2jYmevXFd5SszN95ifqaSm2SkFFFFABRRRQAUUUUAFFFFABRRRQAUUUUAFFFFABRRRQAUUUUAFFFFABRRRQAUUUUAFFFFABRRRQAUUUUAFFFeU+LPHl/o2sSMvjTwuWiuo430ExA3IVmAI83dy2Dn7vtSurpDto2erUH34rnLHXLu58f8A9jYjFi2lrdqNvzhy4HX0wawP7S8S+I/BWtSWmp2NhcW19dW5d7LzVaGN2ULjcMNgD5v0pTbjFy7K/wCNhwXM/ml96uehAgjKkEHoQcg0V558KofE1h4M0rUdW8QWN1pCaaHW0i03y5UGOMybznH05qqfEHjw+G18bC70pdJJ89tJNp+9W3Bw37/dywAJ+7zWk48s3Ht/nZfkRGXNFS7nptFR2k63NpDcoCFmjWRQewYZ/rWP43vNbstBuJtD0m31Gby38xZrvyBGmw5YHByR6VnN8qZUVzWsNsvGXha+12TQrPXLWfU42ZHt03FgwOCM4xx9a3q84+Bd74in8Jacl74dsLTTpIDKt7FfB5JXODzHtyM8nrXo9W1a1xX1YUVgeIvFMWi3q2r6D4i1Asm/zNP08zxj2LA9farvh7V01qyN0mnanYANt8u/tjBIffaT0pLXYHpuaVYR8Y+Fx4hHh7+27b+1dwT7KAxfd6dMfrW8OorjvAH/ACMXirgf8f3p7mpT9+3k3+X+Y38N/P8Az/yNfxN4p8O+GVhbX9XttPE2fL83PzY69Aa1oJY54UmhdXjkUMjDoQeQa8j+Juq3Fr43nOkh3jubSPTtTupIN8FgHLBZM55IJJYccAV1uk6nZaf4HurfR9TiA0ki2kvr75YgxAYyc/eUBsgfhRF3g5P+tbf5a7a+Q5K01H+v63+7zOyFYdh4w8MX+vS6DZ61bTapEWD2oDBwVOD1GODXKfD3xrcan4vk8PzeKNE8TxtZm6S80yAQiIhguxlDN1znOa1/Ef8AyU3w3wP+Paft/tLTejj2ZPR90dbPLFBA888ixxRqWd2OAo9TVYarpx0pdVF5H9hZdwn52ketct8Rtuq6voXhGV2W21KR5rpQcebFFjdGfZt3NdfPaWs9k9jNAklo8fkvEw+VkIwVI9MUauLa+X9fh8mN6NJksbrJGskbBkYBlYHgg9DS1yHw0mkt01jw3JI0g0a88iJnOWMbKHA+g3YHsK6+m+jXXX7xbNplbVdQsdK0+bUNSuo7W0gXdLLIflUetJpWoWWq6fDqGnXKXNpOu6KVAcMPUZ5rkPiTcW+p3+i+H7OZLq/j1S3uLqzQ5dLfDZdx2Tkc13PYdOnahbXHJWsFFNlYrE7DqFJFeW6N4j+JWs+G28Q2tvp8UVvePCLJbbzJL2MTFC4OR5eB2wc4z3pLV/11Cx6pQSAMkgD1JxXmfjLx69v4nm0S18VaF4X+yQJJLJqkQlaZnG4KqllwAOCc/hUera5q/i/4P3+p6XqlhavFHLDeOLfzo7nZjJjORtBzweamcuWDnbb+v669kVGN5qPf/hz1AHIyCCPaiuO8B2viq00SC41bxBp9/afZQYYIdO8l0OO77zn8qpS+LtYX4VW/iYfZvt8l2kLfuvk2m58s/Lnrt/WtXG0mu1l97a/Qzpvn5fP/AIH+Z31FcFqmueMbzx1d+GdB+wW0CWaz/b7iHzBAxA4KZG/OemRiq+qeKfGGneE9Mnk023OtS6yNOkjmTyo7hfm/eL12BsZHWoj7239a2/MpK7t/W1/yPRaK47wzqXia28Y3Ph7xHfWOohrVLi2ntrXyNuc7lZcnOOOc12NPomv66fmLq1/Xf8mFFcX8RtfuNIlt4ovGGgeGd6Fg+pQiYzH0CllwPfmofDfxE0efwLDr2uazplkzyTW6TtIFiuJIyV3J7MRkClf3XLsNp3Xmd1RXA/D34k6Brfh8XGpeJNHXUI0eW4iSQL5ca4+YjsOetVNK+K3hy48e6lpk3ijRBpEdrC1nKJQPMmZmDru74AXj3ppXdhPRNnpNFYfitvEzWlk/hT7A0jXEZuDdfdMBI3FffGcVuGgfYDwCT0HNZmh+INF1yS5j0nUoLx7V9k6pnMbehyBWnXH61dWei/EK01LUJEsrW7tjb/aX+WNpB9xCfU5OB35pL4ku9/yv+lvV/Jp6Rb7f52/4PyOworE8VHxPt08+GBYnN0n237V/zwyN2z/axnFbh60IbEqtqF/ZafHHJfXMdussgijLn7znoo9+Ks1x87f298R0tcB7HQo1lkyMhrh+UIPquGH40dUv6t/X42Do2deWAUsSAAMkn0qvpl/Z6nYx32n3CXNtJnZKmcNgkH9Qa5/4l3kyaGmjWZP2zWJRZptPzIjcPIP90EGuh020isNPt7KFQscEYQADA4HJ/E801qm/68/0B9P6/rqWKYJYS/lrPCX/ALokBb8utZPjjUJ9L8J6hfWpKzJGFRh1UsQu4fTOfwrz/wAT+E9G8P8AgOHxZptskXiGySK7fUVbE1zISA29v4gdxOKUXeVvT8f+GHyt2S3e3y/4c9YDKSQGUkdQDyPrQrKw3IyuPVSCP0rxv+0rib4j+IvD1vJNYT6wLZDdn5ViT59wVv8Anoc8DvzXq+g6TYaHpUGl6ZbrBawLhUX9T9TTV7X9P+D9xHMr2X9di9RRRQMp6tqum6TDFNqd5FaRzSrDG0h4aQ9FHucGrlZXiXQNO8Q29pBqSyslrdJdRhH2/OoOM+o5PFR+MtQk0vQZbqPVLDSsEKby9wYoc/xFcjd9Mipbsrsq13obNU4NV0241W40qG8ikvrZQ80APzIp6E/mK4z4aeMZtb13UdEn8QaT4iNrAlwl/psQij2sxXYVBPzDGc5711dloOn2fiG+16FZPtt8qpMzNlcDGAB26Cqaaa7E33/r+tDUpk8scELzTOEjRSzsegHrT6zPE9pql7o8tvpF/aWVw33pLm1+0IUwcqUyOvrmpm2otoqKTauT6Lqum61p0WpaTexXtnL/AKuaI5VvpVyuS+EE/wBo+HWlzi0s7ZmjJMVpD5UWcn7q84rC8FeK9Y17xH9nuvFWjWMyyyLL4ekscXkYXOPn39wA2dvQ1bXv8qJ1UW5d7f19x6VVPV9V03SLZbnVLyK0hdxGryHALHoPrVys3xHoen+ILKOz1KN3hjmWZQrY+YdP51PYOjJdO1bTdRnu4LG9iuJbOQxXKoeYnH8J96u1jWWl6T4cXVtUhV4xdSNd3bE5y3cisDwndeOPEUdt4g/tbS9N0m5cvHpxsPNl8oHGDNuHJwf4eKI66el/n/TG9NfuO4orhPiP4ludGvBFF408O+HCIjIkOowiZ7jHp8y7RnjvVKTxtrt/oPha60OGxkudXujaymQ/u+FbLqfTK5A9KIvm2FK0dz0ikDK33WU+uDnFcTomo+Km1XWPC2o6vpsuqQ26TWmoR2OyPDAk7od3OOP4uc1hfCvT/Gvm6pJ/wlOl/ZI9al+1Q/2T80xAXcVbf8mR04OKcfefla/42CWn3/pc9UormtK1u+uta8S2cvleVpr7bfCYONgPzHvya5zUfGniOHwTomrWNpbXmoX+oSWzw7dqsoZgCPTGAT9KlSuk15fi7IHo7ev4K7PSKK4ux1TxZoupagnilrW909LRrqG7tbXyUhIwDExydxyevHAPFcjpXxOuTfaZdz+LvDOpQ6hcpC2jWiAXFqHPB8zJ8wr3G0ZzTWrt/W7X5p+XyB6Jv+tr/qevzyx28Ek8ziOKNSzseigdTVC61/RbXTYNSuNSt4rO4dY4ZmJ2uzHaAPqTiuL8Q6l4o8RReI4/D+p2GlaZpiyWs32my8+S4kCZbHzDYMMOea0/DehWGv8Aw60Wz1RWkSIpOCh2/Okm4H6ZA4oi7vXb3fud7/gtByVrL1+9W/z1On07VdN1Ka6hsLyK4ktJPLuFQ8xv6H3q5WZouh6fo91qFzYo6yahMJp9zZBYDHHpWnQtl8vv6/iLuVrbULK5vbiyguY5Lm2AM8a9Y89M/kas15lDD4qufiN4oh8OXun6diOFnuLqDz9xy+FCZGPrmrFj421ifSPDetzW8EFnc3TWeqxlMskhOyMoewLY/CnH3rd3b8f+Dp93R3B6X8r/AIfrZf09D0Wiuc0jVtT1Dxxq9lGIRo2nIsJbZ873Bw2Q393acY9a6Ojon3Dq0FFef3OteNtU8c634c0NtPsbWxhhlW/uIPN2swbMfl5G7OOueMdDmquueOtV0vwzoUerzaf4f1rUmdJrm/XEEGzBZtpxnIPAzSvon3t+P9frsO2rXa/4f1/TPSqwdb8ZeFtE1KLTdW1y1tLyXGyF9xY5OB0Bx171zfgbxpf6vLqul2uoaP4qv7ONZoLmyYW8Eyk42t97Y2c+tZHw01LxhN4w8SSzeE9NHnX0S3kv9qAmDEYACjZ8/GPSnFXml5X/ABS/Xf8AzQm0o387fr/X/DnrNFeXeLfH8sfiS/06y8aeGvDsengApqMQlkunIycDcuwDGO+c1PeePdcvNA8K6joGnW00+syeXLC75RDx8wfHQZ64qVJNJrrb8dF/XTqNrldn5/grs9KorirLWvE+hDXP+Es8i/t7Cz+2QXtvbfZ4nHOYep+YY6+44rldG+Jc66lpkt14x8Na1BqEwjfTbGMLPbBvunduO/GQDwO5qo+9JRXW347Cfuxcn0/Q9forz281jxxqOveI7HRrrSrC20coyzz23nNNmPcY9uRjP97PHpUtx411C48GeHbnTbaBdb18RxwrJzHAzD5nI/iA9OM5pLVJrrb8dh9X8/w/r+md7RXLG61/wz4e1TWPFGtWGrJawGZFtrL7KF2jJBO5s59a4zQviRcLq+lrd+MfDWuxajKI2sdPiCTWu77p3bjv6gHgY5NNay5V5fiJ6R5n/Vv69ex65RSsMEj0pKACiiigAooooAKKKKACiiigAooooAKKKKACiiigAooooAKKKKACiiigAooooAKKKKAAgMpU5wRjivLU+GviJdGfw+mvaRHpXn+cki2LfbD8+/DyEkHnjgdK9SoqeVXuO+ljjtX8Ma8viC11rw7rFjZ3C2K2Nyt3btIrICDuTaRtbjgnI9qteCvCsuheHL3SL7UTqDXdxPM8+3ax8xiefcZrp6Kb1TT6/wDDgna1v6toch4S8PeJtJtk0TUdW0m+8PwwGCGNLV1utv8ADucttPvgCsuPwL4jGmx+GJPEVk/heOQYi+zP9saIHPltJnaQckH5eleh0U73d3/XqHSyGQRxwwxwxLtjjUIg9ABgUy/gN1YXNqGCmaF4wxHTcpGf1qailJcyaYLTYxfA+iSeHPCmn6JLcJcvaRCMyopUNgdcGtqiim3d3EYHiLwX4W8RXi3mt6PFe3CJsV2kdSF9PlYDvV7w9oWkeH7I2Wi2KWduzbjGrMwz6/MSa0aKFpsD13FHUVwHgjWNIt/GfiXTbjVLKG+mvv3Vs86rK/J6KTk131VTpumm7F4dOsjdA5E5t08wH/exmpS96/l/l/kN/Db+uv8AmclrfhHXzquqT6Bq+lw2WrL/AKbbajavMNx4JQqwxkeuelZFt8MdRtvAx8MRazZOtveJdWEkkDkAqwcrMM/OMg4xjjFenUURio7f1Z3X3MG7v+vQ4rw74S1y38ZJ4m1rVdMnmFk1r9nsLQwxDLhgVBJPbuTzVfVtX0m++LGhWljqlldXNvbzrPDDOrvEdy8MAcg/Wu9qtDp2nQ3TXUOn2cVw2d0yQIrtnrlgMmna7XZA9n5nL/EmG5sptK8WWdu1w2kSN9ojRcsbd8eYVA5JAUYFdHNrGnQ6G2ttcK1isPneZH825cZwAOp7Y9avEAgggEHqD3qMQQCEQiCIRDpGEG0fh0o15Wl/X9f5he7Tf9f1qcz8N7K5Wyv9cvoTBdazc/amibqihQqZ+qhT+NdVQOmO1FN+X9WF3bOL+K6rBZaNqeFiWz1eCa5uPu+XEA24s393kdeK66xu7W+tI7uxuobq3lXdHLC4dHHqCODT5oop4mhnijlicYZHUMrD0IPBot4YbeFYbeGOGJRhUjQKqj2A4FC2sNu9hZV3xOnTcpFZHgvRZPD/AIfi0uS4W4ZJZZPMVSoO9y2MH0zitmihaXE9bHG694U1f/hIrjXfDN/pVvcXqKl5FqdmbiJyowrKFIIIHv3rbi0u5vPDEuk65JZvLcRNHO1hCYYyD3VSTiteipcU4uL2K5nzc3U5fwfpPizTYBp+uaxpF/p8cXlxfZ7R458c4LMWIP4AVzcvw98TS6CnhtvFFkmj290txbqlq4mfE3mFZWzhh1xgDtXplFVd83N/XcS93YxNP0OS18WXuuNcoyXMCRCIKcqVA5z+FJ4v0KTXV0oR3SQfYdRjvG3KW3hQw2j0Pzda3KKS0tbp/nf8wWn9eVvyMU6JIfGY8QfaE2C1+z+TtOc+ua2qKKErK39au/5sHvf+trfocRr/AIR1yXxhN4g0LU9Jh+1W4guI9QtGnKgHrHggKcDvnmr/AII8KHQPCsmi3tzBqMjz3E3nNCMZlYt0PcZ7V1FFCVouP9f1qDbf9fI5/wAEeG4vDvh6LS5vslzIhbdKsAXcD255qHTfCcNp461TxG32N4b20hgS3FuMxlGYls9Od36V01FO+txdLHC/FO/14vpui+FJNRt9XluI5fMitz9nMIYb1eXG1flDcZBNdxFvESCQgvtG4joT3p+TjGTj0pKS0VvO43q0B6Z7VxdneaXrXxMZ7C5ttRSwsyszROJEidugOMgNx9RXaVBa2dnalza2dtbmQ5cxRKm8+pwOaF8Sfa/4q36iesWvT8Hf9DjPidqGvvfaVovhSXUbfU2uY5pXS3P2drcMN4eXG0HaD8uQTXcpu2LuILYG4jpnvTtxxtycelJQtFYb1dxlw0iwSNCm+UISi5xlscDP1rC8B6TdaXo7yakqrqV7M91dgMG2uxzsyOoXkV0FFC3uD2ObXSb678ftrN9Ei2Nla+Xp43gku+RK2O2QFrpKKKa2SB6u5W1Syg1LTriwuc+TPGUbb1Ge4964y38G+JLi1ttD1zxBY3fh21ZfLhhtnS5mRfuJK5JVhjGcAZIFd5RSWjv/AFpsD1VjjbrwLFeah4guLy7BTVBEYDEu2S1ePdhwfX5qu3V1qWg+CZZNfvJb28jj8r7Rpdk7vk8KwjGSSO5rpaUEg5BIPtScfdcf60GnaSZy/wAL08SJ4MtP+EquJJ9TYuzPIRvKFiU3Y77ccdq6eiirk7shKyCuY+IHhm78Qw6fLp15a217p9ytxD9riaWBsHkOgIJ6etdPRUtXKTOO8IeFNX0zxXe+ItY1Sxup7yzjt2hs7YwxRlXLZUEk4575Oc12NFFO+wdbhWZ4ki1+aw8vw7eabaXRb5nvoHlTb3ACkHNadFJq6sCZx/w48PeJ/DOijSNT1bSL22gj22ptrSSNw2SSXLMcjntiqV34R8U61qlpJ4j1Xw+1lbXAuP8AiXWEkNySpyo3sxGOBnjkZrvaKq/vc3UHqn5/ruKTkk0lFFIQy4hjuIJIJlDRyKVYHuDXH+H/AA/4y0F4NNsde0ebQYJP3cd1ZyNdCMnJXeGC55ODiuzooWjuD1VjgtY8F683ijVdW0PVdIhh1YAXK39m08seFC/umBAXgZ5B5rC13QNX8O2vgrRdL1Oyk1CPVpGjubuBmjO5ZD8yqQSfpivWqY8UUjI0kUbshyhZQSp9R6Uo+7ZIJ+9q/wCtv8jnfCPh7UbDUL7Wtf1KDUNXvQqO1vEY4I41yFVFbJHXnJPQVT07w74n0bXrqTRtY0ldGvLw3Vxb3Vq7zgtjeEdWAAwBjINdjRTWjuhvW5xer+FfEX9u6ld6DrtnY2eqpi8We3Z5kbGC0TAgLwB1B5pbLwTcW3h7QNKOqLK+lXb3DzMhzMG3cex+bk12dFJKysvJ/dqhPV3fZr79GV9Us4NS0+4sblSYZ0KOB6GuQ8P+G/F+kXFpaDVfDV1pNswVTLpjfbGiHrIGC7/fGPau3ooWjuN6qxwmoeDfEC32sw6L4gtLLSNZkaa7je3ZrlJGUKxjcHaBgDqDXVeGNMbRtAtNLafzzbps8zGN3PX61o0ULRW9Pw2B6u7/AK/qwUUUUxHEX3hvxhB4o1PVfD+u6La2+ooiyR3dnJJIm3PKsrAd/Sq/iq28PeF/hy/huS/j+1eSWsYpJAZ57nJZGVepO8joOK7+oJ7Oznmjnns7aaWM5jkkiVmT6EjI/Cpcbx5ehSdnf+rmN8PNKn0jwlY294zPevGJLp2+8ztyc+4zj8K6Ciirk7u5CVkYmj6HJYeJ9Z1hrlJE1FYVWIKQY9m7qe+d1V/GvhubW5LDUNPu4bTVdPdmtpLiLzYSGADK69SCB2xXR0VNtvIpaX8/1MTwpZ+ILNZf7euNCmcn92dMsmgAH+1uJzUfhXw/Loup63ePdJMNSulnVVQgxgLtwfWt+infW/lb8n+iFbS3z/r7zidS8J67ba5d6l4X1HRYY74h7mDVbFrhVcfxRlSCM5Oc5rSuvD9/fTaBdXl3ZLc6axe4FvAUjlY4zsXPyjjvmukopJJJLtb8NhvW/n+pU1vT7fWNIu9Lu94guomicocMAwxke9ct4b8P+MNLubW3uNT8MXWmW/yD/iWOt0yDhcvu27sY5xXaUU1o7g9VY5/TPD0lnqHiK6a6RxrBXYoQgxYjKc+vXNZX/CEXEfgzRdKt9USHVdG2PaXgjPlmRRj5l6lD3AOfeu1opdEvT8Ngvv8Af95zMOi+INV0TUdJ8Y6hpV1DdwmJW0y2eFkBGCfnZsn0qn4b0Lxjpt3bRXupeGLrToBs+TTHS6ZR935923PTJxXZUU+txdLBRRRQAUUUUAFFFFABRRRQAUUUUAFFFFABRRRQAUUUUAFFFFABRRRQAUUUUAFFFFABRRRQAUUUUAFFFFABRRRQAUUUUAFFFFABRRRQAUUUUAFFFFABRRRQAUUUUAFFFFABRRRQAUUUUAFFFFABRRRQAUUUUAFFFFABRRRQAUUUUAFFFFABRRRQAUUUUAFY3iPWZtOvNMsLO2S6u76cJsZsBIh96Q47Dj862f0Fcb4WH9t+NdV8RPhrazzp9jnnaV4mIPuQtJayS+f9eu349BvZ/wBf13On1nUINK0i71O6OILWFpZMeijJxUXhy7vr/RLW81G1itbmZN7RRsWVQT8vJ9sH8a57x4W1fWtI8KRFtk8ou70r0EUeDsb2fkfhXYKqqoVQAqgAAdgOlEdU3/Wn/B0+QPSy/r+uvzFooopiCiiigAooooAK5/xb4s0/wzd6Xb38F1IdSn8mN4gCsfTLPk8KM10FcL8SLGDUvE3hvT7lQ0NwLmNx7ELUybTXqvzKVrO/Z/kdMmuWjeKG8OrHMbpbNLvfgbCjMVAB654q/HdWskvkx3ds8v8AcWZS35A5rxp9X1KPX/ETJIyavpfhnyZWROUdXkIIHspWptX0Xw5pngbQfEXh6zgj8QzTWzxXdsALi4kdl84MRy3BfIPSrSTt2dvxbSCSs7df8km9fmemX3iTSrPX7XRZ7iMXFzG0gbzUCoFOMNk8HmtUTwGEzCeEwgZMnmDZj69K828YeFfCVx8UtFbUfD+kyC9gl84zW64mk3DGc9TjNL8VrePTdK0HQNH0jTjplzeLG9k9x9mtpPSJmAI2tzxjnFZxk+VX3vb8bC0vpta/4HpEM0M6b4JoplzjdG4YZ+opRJGZDGJELgZKBhuA9x1rgPhv4f1vR/EV9cSaHo2gaTPAirYabfedH5oJzIF2qFJyAT3wK3NNsPC8fxB1PULO8D+IZbVEvIPPJKRBvlOztz3q+39f1/kLv5f8D+vU6WsnxVrUuhad9tj0TU9XUH547FULouOWO5gMVrVR8QkDQb/LAf6O/U47VnVk4wcl0Lgk5JMyfA/i6PxVph1SPRNU0qxaNZIbi/EapMp7qVY9PfHWreg+JtI1l7xLa5iRrS6NswkmQF2AByvPI5rD+ElraX/wd8P2d5DDdW8umoksMgDK6nqCPSsP4ZeD/Bv9o6/I3hvRvtdjrLC3LW6h4AEQrt9MHkYronFRqyh0V/waRkm3BS8/0Z6jVPW7ySw0q4uoVhknRCYYpJAgkfsuSauVj+MdI0jWdAurfWdPs76GOJ5ES5QMquEOGAPesJ35XY1hbmVyTwnfalqfh2zvtX09NOvpow01skm8Rt6Bu9X1urRpvJW7tml/55iZS35ZzXL/AAlUN8LdDijcJ/oCKCp+78tch4b0yPwTr+nx6/4X0W5muLg21v4gtnEl5O7EYaVcfLnOCdx6VrJfvHEi3LBvqv6ueuVm+JNbsdA0mXUr9x5ce35A6h2ywHAJGetaZ61xHxm0XSdT8E3lzqGl2l5NbbDFJLEGaIb13EHtxmsasnGDaLppSkkzppdVtm0mW/tJoLgpCZQiyqx6ZwcHioPCmtx614f03UJWtoLm8t1ma3WYErnsAecVkab4f8M6T4PuLrQNI0yya5sNzyWkaqZAV6kiuBsvDukaT4F8C69ZW23VpL+zV71jmZkYnMZbrs4+7W3L78o+cV97l/kjKLclFrqm/uSPZ5ri2hYLPdW8LN0EkqqT9ATUteKX9jqfibxj4ojm8J6DrsttcmCB9S1Iwy2sW0bTGuxtvJPzA/yr1PwVa6tZeFrG01ySOTUIkKytHJvXGTtAbvhcDPtUx1jf0/EqWkrGwSAMkgAdSaiFzbGRYxdW5kYZVBKu5h6gZyaq+I/+Re1L/r1l/wDQDXnHw/8Ah5pV54D8L6oszprMUcF2mouN8yqF4hB6iMZwF9qI6t9lb8b/AORTVo3PUZ7m2gI+0XVvCT082VUz9MmnvJHGhkkkREHVmYBfzNeN6zZX3iPx94gtrjwnoPiE2myKJNU1Iwm3j5w0abGA3c/MDzgeldDd+FfE1/8AC/T9G1C5sZtTtpEkmgln329yivnymcjkbflzj8KlO8Ob0/H/AC/4YGrS5T0GK4tpkLw3MEqL95o5VYD6kHihbi2aXykuYGkxnYsqlseuM5rzPSLjT7fwt4q0GHwvp/hvULW3Z7qHTiGgfMfDK4AycEduKzE0TRdF0TwHqGlxRjX7qa3BuDJm4uFMRJRm6lR6HpgVS1flp+N/ysQ3b8X91n+p69NdWsDBZ7q3hY9BJKqk/mae8kaDLyIgxnLMBx615ho2j+HfFOs+LbjxhZ2d/dWd48MYu0Gba3UnyymemfUdcVk2Nu2uaB4DttUlvZIJZZ1zJIQ80Qx8rn+JSOCO4qVK9vO34/1+Zcklfyv+Cv8Ap+R7JBNDOu63nimXOCY3DjP4Uxbu0eXyUvLZpc48tZlLZ+mc1w3hHSbLRvHPiTQtEhj0uxltFmWK3XakcpO3eoHQ4ArD8P6fD4K8R6euveFNDkmvLt4bXXLNg91LI25gZE2/L8ucncf1pp3aXcl7PyO68V61q2m32l22j6Zb6kbm5Ed2GuAj28RB+cLnJ7fnU2u662ma9pGm+TE0V/5nmSu+3ygu3n07965j4qaPo6614Z1r+z7Iaodbgia72gTFNj/KW644FS/ErTbPV/FnhWxvizWrtMZEWTasg+T5W9VPcd6Wto+cv8i5JK/+G/5ndRTQSoZIbiGVB1dJAyj8RWDoOtavqHijVrC40qCHSrUL9jvo7gSfaCQMggHjGT+Vc/4K0zT9M+IHiPSNFt7eDQfskTSWsKgQpcFiHGOmSu3NSeB9L0nR/iJ4jtdJsrOxgKI3lW6hVLELk4HemmuaPZr/AIP6Ey2fk1/X4l/xP4g8RaL4n0q3/s3SZdF1G7W1Wb7RILlWKFiSmNuPlPeui1u8ksdKuLqFIpJ0QmKOSQIJG7Lk+tcv8T2X7f4Q+ZR/xPFz8w4/dSV0HifSdI1nR5rXWLCzv7dVLrHcqHQMAcEZ71M3ak36lpLnj6L82v0GeFdSvr/w1Z6lrllDpV3LHung84MkR9N2cGk8NeJdK1+y+1WdxGn7xoxHJKm8kHHABrA+FOn6dqXwi0LT7+ztru0a0CvBKoZCNx4IrJ+Dfhbwkmlm/j0DSV1K1vJEEwgUSxEHgZ6jjFazVq0o9Ff80v1M2rQ872/B/wCR6WrxsCVkRgOpDA4+tKjK67kZXX1U5FeX6rcP4X1jxDoVvuH9tqs+nIP7zYjkC+/LP+FegeGNJh0Lw/ZaRCdy20Kxlz1dgOWPuaiOseb+r9V8hy0dv6t0+/8ARmjUUV1azSGOG7tpXHVUmVm/IHNc/wDFK9vtO+Hut32nSyRXMNqzLJGuWT3HvXF65oXhrQbLwtqvhOxtrbVri+t1WazAElzEzL52/H3hgnOelOOr+aX3g1p97+47bxnrupaXcabpmiWFtearqUrJAt1IyQqFUsSxUEjgHGAea1tEbV202NtdgsYL/J8xLORniAzxgsAentXmXjfwjbTfFPw8p13xJH9saYsY9TdTFiNjiP8AuDjtXqWmWi2FjFZpPczrEu0SXEpkkb/eY9TSh8F3u/8AOwpP3rLoTTSRwxtJNIkaKMlnYKB+JrJ8N+JNK16yF1Z3EaZkMYjklTeSPYGr2r6fYapp01jqVnBe2sinfDMgZG47g1598HvCvhKPSP7Qi0DSU1K2vJEEwgUSxsMcZ6jFKL9+z2t+q/zHLSKa7/5nV6D4kW/1bXLK7FtaLpt99ljdpgDKNitnnv8AN0Fb0ksUcfmSyxxx/wB93Cr+Z4ryaLwtoeuax8RbzV7MXzxXUiwpMdyQsIFO9FP3X/2hzwKpa3cahfaL4L0h9Ps9XtrgOGttQvDBBcMgYKjna27AUHBHUZo5tl10/FP/ACKnFKT7a/hb/M9milimQSQyxyoejRuGB/EU6uF+GGha3ot9qrXmlaXo2mXDI1tp9he+fFCwHzFRtXbk8kY5ruqpkLdkUl1ax/626t4+dvzyqvPpyevtT2kjXG6RFyMjLAZHtXklr4e8N6jc/EDUvEMMNykGoz+X9qcNHbYjUmSNT91vVhzwPSoLuxuPEFp8NrXVLi5haWe58xo5CrvGI2wpP91lABHcGiKvZen4pv8ACxckoya8n+Fv8z2GGaCZS0E8Myjq0cgYD8RTYrq1lkMcN3byyDqiSqzD8Ac1554p8OJ4K8L+JtU8KsLGG6SLFlbxYSE7lR3UDvt3E/XNUNV0PwzoUfhHVPC1nBBqd1eQoLi0AEt3GyksZSOWBwCc96UXd/cvm/0JkrK/r+CT/U9SmurSFwk93bQueQskyqfyJpRPbsgdbiAqwJVhIMEDqQc814T4ks7XxBrPjK1v/CN54ivp5WtNN1GO3DxWuM4QuTmPbnkgHrXQ+IPClqurfD3w2x+y28S3IlS0Plq4EQLIcdVPII7jNELyS87fk3+A5Kza7X/D/M9WhmhmTfBNFMv96Nww/MU2K6tZnMcN1byuvVUlVmH1ANceND0fwFp3iDVrJWg0qdRIdPtY9ixNtC/JjpnHP1JrgbIS6d408IXkHhPQPDp1S55msb7zLi6haNmxKuwZycEkk80Rd5W/rr/kJrRv+tD243VqpIa6twQMkGVQQPU80r3FsiCR7qBEPIZpVAP45rwvTPDuk32tWc13bmZ7nWb9JyzZ82MOP3beqf7PTgVSt9PtNU8L6JDqEf2iGHQLt1ic5TcqnaSO+O3pS5vdbfT/AORcv0Glf70vvdj6CjlhkZljmikZfvBHBK/XHSmxXNtM7Rw3VvK6/eWOVWYfUA8V4haK3h9tXm0dHWaTwxDNM/mEO7GVlMjP1yFA+bsFHpWl4M8Na5/afh/WNK8L+G9FjUrLdX1lqpklvI2TkSL5Y35JDcnrV297l9P1/wAiL+7zfP8ABP8AU9dkubWMZlureMZxl5VXn05PWpRyMjkV5V4c8GaN4i1vxbNrUZvo3vCkEE/zRW7c/vFU8bs9/rXo3h3T5tK0Gx02e8e9ltoVia4dcGUj+Iiog+aCk+qT+9X/AAKlpJpdG19xfoooqhBRRRQAUUUUAFFFFABRRRQAUUUUAFFFFABRRRQAUUUUAFFFFABRRRQAUUUUAFFFFABRRRQAUUUUAFFFFABRRRQAUUUUAFFFFABRRRQAUUUUAFFFFADJ4xNBJCWZRIhUspwQCMce9VNA0q10TSYNMs95ihXG6Q5dz3Zj3J7mr1KAT0GaQzMtdFs7fX7vXFMr3l1EkLl2yFRCSAo7dTWlRSkEHBGDTASiiigQUUUUAFFFFABVe5sLO5ure6uLaOWe2JMEjDmPPXH5CrFFICjBo2kwazPrMOn26ajcIEmuQvzyKOgPrWdpfgvwnpesHWNO8P2NtqBZmNwindk9Tycc5Nb9FC02G9dzN8Q6DoviKyWy1zTbfULZX8xY5gSA3TIx9aYPDmgjw+fD/wDZNt/ZRXYbQglNvp1z+tatFFugXZi+G/Cfhvw280mgaLa6c04CymHPzgdM5Jq5BpGlwaxPrENhAmo3EYjmuQvzugOQCfTNXqKdxBWZ4i8P6J4itEtNd0y31C3Rw6xzA4DevBFadFJq47mN4a8K+G/DPnf8I/otrpvn4EvkAjdjp1Puaj1Hwd4W1LWo9avtCs7jUomVkuWB3qVOQeD2NbtFO7umIKy/Efh3QvEdtHba9pdvqMMb70SbOFb14I9a1KKTVxrQw9B8IeF9BhuYdF0O0sI7oBZ0hBAkA7HJqHQ/Avg7Q9RXUtI8O2NleKGUTRhtwB69Sa6KinfW4vIKbNHHNC8MyLJHIpV1YZDAjBBp+DjpSUhmFoXg/wALaELgaNoVnYi5XbMIgcOPQ5NXm0XSW0+009tPgNpZuj20O35YmT7pX6Vfop3F1uYXiLwd4V8RXCXGu6DZ6hMi7VeUHIHpwRWvY2ttY2kVnZwrDbxLtjjXoo9BU1FJaKyB6jJoo5oXhmQPG6lXU9CD1FMsLS2sLKGysoEt7aBBHFEgwqKOgHtU1FMZieI/CPhjxHLFLr2h2eoSRAiNpQcqPwIov/CPhnUNGttGvdFtZ9Otf9Rbvu2R/TnNbgBOcAmkpWVrBd3uc5P4V0zTvCOpaL4b0u1sVuYXURR/KrMVI5JzVX4f+BfD/hfT7Ge10Kys9WWzSG5niyzFsDdyTjqO1dbRTTabfe34X/zFZaf1uYXiHwb4V8Q3aXet6DZX86DaskqnIH4EVpz6dYTy2ss1pE72mfs7Ff8AVZGDt/IVaopW0sN6lOTS9NkuLq4eyhaa7i8m4fHMkf8AdPtWVoXgfwfoV+NQ0fw7Y2V0BgSxhtwH4k10NFNabC6WOb1vwD4L1zUX1HWPDVhfXbgBppQxY46d6m1DwX4T1DSrTSr7QLO4sbMYtoHB2xD25zW9RSsrW6Du73M3TtA0XTtGfRbDTLe2051ZHt0B2spGCD35rI034deBdNv4r+w8LafbXUR3RyoG3KfzrqsHGcUlO+t+ouluhzWteAPBWtajJqWreGbC9vJcb5pQxZsDA71a1Hwj4Z1HR7bR77RLW40+1x5Fu4bZHjpjnNbdFKytboO7vcxfDXhPw14ZaZvD+i2mmmcAS+QCNwHTOT7mmSeDvCz+ID4gbQrM6qW3m6wQ5bGM9cdPat2inre4ujRxsOk61rvjS01rX9JttOtdIZzYxrcrO8znI8wkY2jaT8p7967KiihbJDeruBAIIYAg9QRkGsHRPBfhPQ9RbUtI8P2VleMCDNGp3c9epreooWjuHSxVuNOsbi/tr+e0ikurXPkTMPmjyMHH4E1aopTweaBCVhN4P8LNr/8Ab50Kz/tXfv8AtQBD7vXrjP4Vujk0Udbh0sVIdL06Fr1orOFDfMXuyB/rmIwS34ACq1/4d0K/0T+xLzSrafTf+fZl+Qc5+vWtSilZDuzJ8N+GdA8NxTRaDpNvpyTsGlWHPzkcAnJNa1OZWUfMpH1FNpt3EcBo3w70ebxPrmt+ItBsbu5uNTa4sp3Yswjwu3gHA5B4NdrcafY3F1aXU9pFJPZkm2cjmIkbTt9MjirVFC0SS6Dbu2+4jqroyOoZWBBBGQRWHong3wromqSappGg2VleyKVaeNTuIJyep9a3aKXW4dLHj2r+B9TbWNYnvvh7pXimW7upJrfUJ9TWApG33UKdfl/XNd94Q8NLpeh6PBq0keo6lpsbCO6ZTmMtnIX2wdv4V0dLg4zjinH3Y2X9f1f/ADCT5nciuYIbq3kt7iNZYZVKOjDIZSMEGsHSPAvg7SJo5tM8N2FrJHKJY2RTlXAI3DJ4OCRXRUULR3C/QzodB0WF45ItMt0aOV5kIX7rv95vqe9RReGvD8UMcMej2iRxwtAiheFjb7yj2Na1FKwFG20fSra6+1W+nwRzeQLfeF58oHIT6ZJrK03wJ4N03WF1jT/DljbagjtItxGGDBjnJ647mujop31uLpYrWVhZWTzvaWscLTv5kpQY3t6mrNFFIYUUUUxBRRRQAUUUUAFFFFABRRRQAUUUUAFFFFABRRRQAUUUUAFFFFABRRRQAUUUUAFFFFABRRRQAUUUUAFFFFABRRRQAUUUUAFFFFABRRRQAUUUUAFFFFABXJ+JJ5NU8YaX4dtZpo47f/Tr14m24C/cjYjnDAn8q6meVIIJJ5DhI0Lt9AM1ynw3he7iv/FFwpE2rzb4iRz9nXPlfoaS1l6a/wCX+fyG/h9dP8/w/M0vHWrvovhm4uLf/j9lxb2S9d078IPzq34Z086VoNnYtNNM8ceXeVyzFjyck+5Irn9QDa98R7ax2sbHRIRczZX5JJn4QfVCufxrsacfhv3/ACW36/KwS3t2/P8A4b9fMKKKKBBRRRQAUUUUAFcf8WPEWr+HPC1xd6PpN9dzeUx+0weWUtiBwzhyMj6A9K7CsPx/pl1rHgzVdNsgpuZ7dliDHALY4FTLuVHV2K3hrxNeXuny3WteG9U0GC3tlme6vniKSDGWI2MT781nWvxEge4tWvvDes6bpl3L5Vvqdx5ZgkP8JwrFgG7ZA6ikW4v/ABb4O1Lw83h3WNEujp5gSXUoFSGRypUbSGJIzz06Vh3X/CQ+I/DWm+DH8L6tpckLwJd39xCotQsJU5jIOW3FBjIHWtPt/d93V/IlfDr/AMN2+/8Aqx6oeDWT4o1230HT1uZbe4u5pZBFb2tuAZJ5D0Rc8An1OBWqa4f4t6Ffata6de2ceoXCWE/mT29hctBcSJ38tl6sOwyM+tZyb09V+Y4+ZqaD4ti1Jr63vNH1DR9RsohNLY3mwyGM5w4KkqQcEdc8Vk2fxM066NncR6Hqw0q6m8hdTYIIEk3bQpBO7k8ZAxzVLwTo9jv1a8ttD8a2d81p5Qk1+4MnmDnCx5dumfbrTb/Q9Yk+Eek6UunXDX0V9BJJBj5lVbkMSfYLzVxV5K/938W7/hb0f4pavl73/JW/Fv5fh0ev+Ln0/XDo2m+HNU168jj8ydbF4l8gEjG7ew65HTNXtQ1+HT20eO7srmKbVJ1gSM7SYXYE4fnHGO2a474kW1tda5JJb+FfGjanFFsi1HRyIopCeVDsHBdQcZBHapddtPFKeHfCep39hJquo6ZdxXGoQWagysAhB2KcAnJ6ZFTB6e93/C7/AKYST+z2/Q61fEFq3iHUNE8ibz7G1juZH42Mr7sAd8/Ka5bT/itpN/a2moWei6vLpc8620l/tQRW8zPtCMCdx5xyoI560nhuPXdQ8beIdbvtAu9MtbvToIrRZ8eY23fkMOzcjI5+tbPw70f7L8PtL0rVdNRHiQmS3mjB2tvYgkevQ04rS78vxvf8Ehza5rL+tI/q2Gv+Ml07VJdO07w/quvTW8fmXRsdgFuvX5i5GTjnAya3NE1O11jS4NRsnLQzLkZ6qe6n3B4NeXeJfDVxY+M9Y1C703xlqNlqTpNCfDt88fllUCFZEDKP4eDz2Feh+B9OstL8M21rp9lqFlBlpPJv23TqzHLbzk85PrRDWN2E9JWX9bGjqlzNZ6fPc29jPfyxoWW3gKh5D6LuIGfqa4DwB438S6rcXkN/4N12VBqbwC53W4S1T5flfD5O3OSQD1r0iuB8L3OqeG9b1PR7rwzrV3Ffao9xDf2kKvbqj7QC7FgRjHOAaIfFr2/VCl8Kt3/RlAeLZ9F8Z+KYI9I1fXZIpRKbe0K/uIgi/N85C4yDwOfauxPiSCTw1b61p9hd6iblQYLSADzXbumSQoI5zkgcVn6Lp9/Dr/i2aW1lSK7kzbsRxL8gHH4iuW1DTfE9p8ONG0+Cy1hYxezHU7fTjtvDCWYr5ZBGDnaevTNZwv7NL0/Fsp/Ht3/BI6zSPGL6gmpwHwzq9rq2nortpcxj8+UMMgoQ2zp71z/w+8ceJtWuL2G/8H65Mg1WaAXGbdUtIwRhHw+SV7kA/jUfwu0bULPxnqeoyaXr9np09sqwNrF0005IAyG3E7fYAmr3hW41Tw1ruqaNdeGdZu4b7VZbuHULSFXt1SU8b2LAgjHOAa1jur9V+Tt+Wor+6/X9P8/6Z39Z+vam2l2XnQ6dd6lcMdsVpageZKe+CxCjA55IrQrivixFrk1jp0emw6vPp5uD/aUWkttu2jx8vltkEfNjPPTNRJ7Dia3hTxRHrtze2M+k3+j6hZFfOs7zaXAYZDAoSpGCO9b9ea/CvRtQsfFmr38uma5Z6fcQoLZtXummuDgDIYsTt5zxk16VVdEyFuzzz4oXTt4g8PWtxaeIrW0XUYNl/YyRiCSRm4jkBYNjjnjvXWeK9etvDumrd3EE11JJIsMFvCQHmdiAFUsQM5I6muR+KuoapcXGm6fp/hHxFqP2LUra8kuLa3RomRGywUlgS3titbxfcWeseEYH1Lwh4jvEuGDi0t4VF5bMpyGPzfIQRkEGp/5d3Xf/AC/4Y1aXMvT/ADNrw3ql9qttLLf+HdS0N0fasV60bM4x94bGIx2rVrh/hbBrcL6j9qi1q30fev2GDWW33inA3FmJYkZzjmu5HWrfQyRxur+P7ez1S/0ux8P6vrF5YANcxWgQbEOfmy5AI46ZzVq/8babBoem6lY2t1qkup/8eVlbbRNN/exuIA298movDun39v4l8V3E1rLHDd+X9ncjiTAbOPzFcjpGi+INC0XwVrn9iXN3NpEE8F7p8SA3IEvAKDODjqeRUxWi5n/L+Kd/xSXle/kX3a7tW79v66/idlo3jEakl/CPD2q2+rWIDSaVKY/PdT0ZSG2EdutYHw98beJdWMseoeDtckU3kkf2rNuI4FDHCsA+TjGOAa1PCEGpap42vvF17pl5pNu1oljb2l4gWcqr7y7AEgckjGe1VPCdzqnhvV7/AEK78M6zdRT3rTQ6haxK9ttclvmYsCMZx0NCXvq/b8br80KXwO3f8LP8md9WL4q8RW+gRW6mzudQvbp9ltZW2PNmPfG4gADjkkda2q4vx1FqVj4r0HxPZaRe6tBZRz29xb2SBp/3oUBlUkAgbTnmjqv6/rsNLcqeA9cubrX/ABTf6xZ32jxW5Dtb3sisYVAyThCRj6Vf0zx7FdX9rDe+HNY0qzvXMdnfXXl+TOwzjAUlhkDI3AVj2Gj+INcg8YG801tJfWICtmJHwRlcAOR90564zgVieFvDtpJeaZY6x4b+I3n27KGlub95bAOnRuX5Xjj5fSimtUpeX/B+ZMn7smvP/gfL+kd3rHjB7TX5tF0rw1quvXNsFN39ieJRb7gCobewzkHPGaofFbxRrfh/wm95pOiajJO8W43EflFbQ8cOGPP4A1j/ABGtYbzX7iey8LeN11ZUCJqOknyreZuCvmEOC4HAOR04rf8AEmk+INX+FcmmXrW82vSWS+d5fyxvMMZx6CkvgUn3X3f1/TKa96y6r8bf5lrS/FF9LpF9qGq+E9Y0eOyt/OJunhJnAGSE2MeeO+OtZmnfEzS76bT5IdI1QaXfv5UOqOqiASdAhBO7OeM4xU76tf8AiLwfrNiPC2u6ZcrYNGi30CoJnKkYTDHPTvjqK2fDWlwR+F9Msb/T4v8AR0RvJkjBCODkHHYg81X23fZW/W/9d/ucfZVt9f0t+f8AXTI1jx5HZ6he2uneG9X1uLTyFvrqyMfl25xkg7mBbA5+UH86vJ4w0uS80SGFJpINajL2tyABHu4wjZ5DEc4x2NcvZy6/4TXWdGHhbVNWF7NJJZXdhGrRASZ/1xJBUhm7A8Cpdb0C90n4UWxkkhOraQVvo2B+QT9CoPp8xGahStFSltpf9fu/TqW4ty5Y+dv0+/8ArY6geKdO/tzVtLkWWNdJt0uLq6YDylD5wM9cjac1m6T47jvL+1hvPDur6VaXpK2d9dhPKnPYAKSwz23AVQsfDt3rXww1aLd9n1HxFHJcP5n/ACyaTohPoP61z/hfQbSXVNNt9W8N/EQXNtIrmS71B5rFZEOQw3PyvAI+WtIxanyy8r/r93T8b3Jk04c0fP8AS339fwsdV408YSWo1TSdI8P6trU9vaSfaZrFo1S1YqcBi7DnBB4zWp8OZpbjwPpU07SNI8CljI2Wzjua5W5/4SDRb7xXplr4Zv8AUm1mRprO6hA+zKDEExI2cqcg9Ae1dd4CtLux8H6bZ30JguooQssf91u9Zw7+S+/W6+Q57pev6WfzGfEWWSHwLrM0UjxOlqWDoSGXkcgisLwx49gl/sizu9G1W1tL1RHaapcbBBcP2AGd4LZ43AV0Pj21ub3wZq1pZwPPcS25WONPvOcjgVyKf2r4sj0HS5PC+saRDpl1Dd3E+pQrGGMZyFjwxznnrjtTp/xHf+7/AO3X+4J/Cv8At7/22xu6942GnaldWdn4c1fWI7Jd19c2ezy7buQ24gkgc4UHis74ifEHQ9J8IG5h1J47m+tg9oUt5HyrHaTkKQCMnrjkVzOt+G7jT/FOtyalpXjnU7bULg3NvJ4fv3WMKVClJE3qA3B9eCK63XtFKfCaTRdB0+/XKIYrWdt04zIGbcSeT1J5qJXdFvr/AFcuNlVS6f8ADWKHwwn8E22jXGs6Tqmo3EsNsv8AaM15NcFdxAJIWX5Rk/3a0dO+IMNxe2Md94b1nSrLUHEdlqF15ZhmY/dACsWXd23AVf8AFGiXeufDabQUYRXUtlHGPM6Ky7Tg/liuaup/EHiiHRtAfwvqujtaXMU99eXUSi3Ij6rEQSWznjIHSt5O9RpeXpbq/l2/Myiv3afV3++yt9+pq6n8RbK11TU9KsdD1bVtQ0wk3FvahAQmM7wWIGOvGc8dKvXnjWwj0XTtQ0+xvdWm1LItLK1C+dIR94ZYhRtwc5I6UzwdpdzaeIvE11dWbRJd3eYpGUfvUAGPqOtYXxK8MSG+0nUtP0/VpdOsw8c1nodw1vcANn5owpAbk8gkcZNYpvlV+tv1/wCB+Pyt7vyv/X5nWeFfEcOvJdRmxu9NvrNwl1ZXWPNhJGVyVJU5GDwT1rbri/hjpmn2v9oXlrpHirT55nVZW1+YySy4HBUlm4GMV2lasldTze98ceJoPiDLpcXgvXrm0S3ysEbW4Mh/56Al/un0Jz7U/wAY+Ip9O8XeE7uax1JGuY7gf2ahBkd/L+VDg7c5xyTgetX/ABQdS0XxxbeIrfQ9S1m0ltWt5Y9PjDyxsOh2kgYOT37VPewX+o+NfC+sR6beQW0cVwZxMgVoC0eAHAPBJqKSdo3/AL1//JvzVvw9Aq/at5W/8l/J3/rUt6B4xsdT0vUry6s7vSZdLcpfWt3tMkJ27gDtJByCOhPWqui+OY7/AFK0tb3w7q+jwX4/0C7vPL8q6JGVChSWBK8/MBwKyNQ8M6tqUvjy3SGS2/tG5hks5WbaJQkadGHI5UjPasnwhoNlJrWlLqXhz4hpd2bhxNf3zzWMcoUgsNznK8nBx0NVDWSv2X5alTXKtP62t+Z63RRRQSFFFFABRRRQAUUUUAFFFFABRRRQAUUUUAFFFFABRRRQAUUUUAFFFFABRRRQAUUUUAFFFFABRRRQAUUUUAFFFFABRRRQAUUUUAFFFFABRRRQAUUUUAFFFFABRRRQAUUUUAFFFUtX1ax0lbdr6Vk+0zrBCFQsXds4GB9KQF38qKbLJHFE0sjBI0XczMcAD1NVdF1K01jTIdRsWka3mzsMkZQnBI6HnqKYy5RRRQIKKKKACiiigAoorO8Q6zaaFpxv72G9lhDBStpavO+T/soCce9JtLcaTexo0Vn+HdYsPEGi22saXJJJZ3KlomkjKMQCRyp5HINaFNpp2YgooqjqurWOmS2cd5IyNeTrbwAIW3SN0Bx0+tAF6iiqOtatY6NbR3OoStHFJKkKlULZdmCqOPcigC9RSng4pKACiisey8TaNeeJ73w3b3DtqdlGstxEYyAqsSAd3Q9KXWw+lzYooopiCiiigAoorO8R61Z6DprahfRXskCnkWtq87j32oCcUm0txpN7GjRVDRNXsdZ0eLVtPaV7WVSyF4yjYH+yeQfas/wx4w0XxFfXdjp41CO5tFVporuykt2AbOCA4GQcGnbWwul+hv0UUUAFFUrbVbG41a60qGRjd2gUzKUIChhkc9+DV2ktVcYUUUUxBRRRQAUUUUAFFFFABRRRQAUUUUAFFFFABRRRQAVg+JfCth4hureTUrzUWtofv2MdxttrjnP7xMfN+db1FHVMYAYAA4A6UUUUCCiiigAooooAKKKKACiiigAooooAKKKKACiiigAooooAKKKKACiiigAooooAKKKKACiiigAooooAKKKKACiiigAooooAKKKKACiiigAooooAKKKKACiiigAooooAKKKKACiiigAooooAKKKKACiiigAooooAKKKKACiiigAooooAKKKKACuPhZte+JErdbDQogq8ZWSd+c/VNpH411tx5v2eTyNvm7Ds3HjdjjP41j+CtGm0TRBDePHLfzytcXciElTK5y2CeSM9KS+K/b8/6v8AOw38Pr+X9aelzO+JdzNNp1r4ctG/0nWpfs7AHkW//LZh7hTmuntLeO1tYbWIARxIqLgdgMViw6LdSeOJtevpIXgitlhsY1JLRk58xjnpuG3p6Vv018Pr/S/rzB7+n9P/AC+QUUUUCCiiigAooooAKbKSsMhBIO09KdWZ4ksNU1CxEGk66+jTbvmmW1Sckem1+Kiom4tIqO5z3wefy/hbpkhaNNsczbpDhR+8fkn0rkJPHBtfEVlNY+NtU1hZrwQzadLpZjtQpO35JfLGcHuW5xXY+EvBN3o3hy68O6h4mn1fSprZ7dIXs44TEHJ3HcvJzuPWqEXw4vmtbGwvvGd9dadp0qyWVqtnHEse05AYqcuMcfN9etbNp1+Z7XX3X1/D/hyamsJcu7vb9Px/pmJr+ueM/wDhJbwWGvi2trbVY7KK2MKlZFdGYlzjPGOMfjVTUL3xDqWjaTbvqiXWpWnitrOK8uYwCyoxAZggxn6Cu8ufBNvNfXF0dRmUzagl8VEYwGVWXb9Pm61Tvvh+0lh5Nh4huLC5GsPqsdwLZJCjsc7NrcED1rOnpFc3938OW/4839WHP3ua3n+cv05SvZ6rrnhjX9T03WdXudftotON9FNNHGkikbiyYQAYwBjvXO+J7LxJd+HNK8Qat4pupo7jUbZzpkcEYtkBmUKA23fwMHk9a7rRPCIt5L+613VZtd1C/h+zTXEkSwjyRnCBE+UdTyOTn2rHj+HFzJBa2epeLtQvbKwnWaxg+zpGISr7sMVOZBjj5unWnC6nFyezj+Em387W+771NXjJLrf8kvuvf7/ur/E3xFHY6xLajx1qGiTRQl47bTtO+1b++ZT5b7eeMccV1Hw71e413wbp2p3ZVriSMCRgpUOw6tg9M+lZmqeCb6XxBqmqaR4pudITVgBfQR2kcnm4XaCHb5l4Hat3wjocPhzQLfR4LiW4jgyFkl+8fr6/WlC/K7/1/X9JDn8St/W39fqap5BAOD6+lcH4Rj1Sw+J2s6Vf63Nq8X9nQ3KST2sMciFpHBXcigkYA65rupVdonWOTy3Iwr4ztPrjvXD2HgnxJbeKm8QyfEC5nnlRIZ0OlQKskKsWCcdOp5HNOPxaj+y1/W5Q+Imt6pY+LI7O78Q6v4Z0g2waC8sLFbkTS7sFXyjbcDnPA4rv9JkSXS7WSO++3qYlxc8Zm4+8dvGT14rD8S6D4k1S4nWy8aTaZp86GN7NdNhlBUjDDe3PIzWv4d0m10LRLXSbIEQW6BVz3Pc+30pQ+HX+v6/pClvp/X9f0ybVbyPT9Mub6RWZIIzIQvU4rjvBdp4q1u1sfE2o+Lr22iuz540q3t4jbqmeE3Mu/t613E0cc0LwyqGR1KsD3BrktC8JazolzDBp3jK6TRYHzHpsllHJtTP3PNPz496I/E7+Vvxv+n3A/h/r5fqYvxK8RxWOqS2qeOtQ0W5hhLpa6dppugx5x5p8ttvPbI4rpfCOsza78PotWm4lmtZQ5AI3FQV3Y7ZxnHvWdqXga9k1zVNQ0fxVdaPBqxzf28VpHIZTgKSJG+ZMqAOOnWrcXhO/sfB1t4c0PxLcad5JcNdNapO8iMTlSH479etSl+7ae7/4N/0/yG3+8TW3/Df8H/Md8K/+RIs/99/51U0gk/GPxFkk/wDEts/5SVa8E+GNW8OadJYTeKptTg2nyBJYxRGFj3yv3voaztJ8E+I7LxQ+vzeP7m6mnWOO6jOlQIs0aZ2rx93qeRzWkfi+QlpCS/rdM5nxP43ln8Sazap4u1PQF0yU28EFnpT3K3DgZ3SN5bAA5AwCDW7J4l1vWtD8NWVjLJo+oa2zrJdGL54FjBJZUcdWC9x3rX1Dwlqcer3eo+GfFd14fN62+7iS0juEkk/vgP8AdPTp6VP4i8MXer2umyjX57XWdOcvBqSW6MdxG1iYz8pyCRioj8Kv5fr+tuu3QJfFeP8AW39bGJ4A0++034geJbfUNau9Ym2Qn7RcxojkbF4wgA/SvQSCBkg4rmvCXhRdB1S+1STVbrUby/2m4eYAAsoAyADhRx0HFSaF4bn0zxNqusya9f3seoFSlnMf3VtjP3Oe+aI3SjF+f5v+vzE9215fkjoKKKKoAooooAKKKKACiiigAooooAKKKKACiiigAooooAKKKKACiiigAooooAKKKKACiiigAooooAKKKKACiiigAooooAKKKKACiiigAooooAKKKKACiismXxN4bh1f+x5fEGlx6luC/Y2uVE27025zmjrYOlzWoqIXVsb02IuIjdBPMMO4bwucbsdcZrL1rxRoOk6RNqd1q9gkETtFue4VVaVc5jyf4uDxUtpK7Gk27I2aK5vwb438OeKLO0bT9W09r+eATPYx3SyTReoIHPHerx8T+Ghq50c+IdLGpB9htPtK+du9Nuc5q3Fp8r3JTTVzWooNc94/1u70DQ0vrMQmQzpGfNXKhSeTSW6Xdpfe7Dbsm+1392p0NFZ+l65oerT3EGk6xYX8lu22ZLedZDGfRgOlaFLzGFFFFMQUUCuL1LVfFmq+NL7QPC93pWnx6ZDFJdTXtq1wZDICVChWXbjafXrS62HbRs7SisPxdrjeH9B+1GH7XfyMsFtAgx50zcKPYZ6ntVof24PDm4/ZZNY8kttC7YjJjITrx2Gfxobsm+wLdLuaVFZHhHWk17RY7zyjBcKxiuYT1jlU4YfTIOD3FXk1Cwk1GTTUvrdr6NA8lsJAZFU9CV6gU2tbCLNFFFABRRRQAUUUUAFFFFABRRRQAUUUUAFFFFABRRRQAUUUUAFFFFABRRRQAUUUUAFFFFABRRWD4l1i7tNW0nSNMEDXl7LucSjOy3X77geoyv50uw+jZvUVQ8Q6nDouhXuq3A3JawtIVHViB0Huab4al1KfQrSfV/I+2ypvkEK7UAPKgDJ7YprqDNGimXE0dvBJcTOEijQu7HsoGSa4/SvGerarIl9p/hG4l8Ps+0ag10FlZc43rBt3MOmMHkc0LV2QW0udnRWZrfiLw/obRLreuadpjTZ8oXVwsZfHXGevWna1/al1pBbw7qFjb3LYaOe5gM8RXv8AKpGcjvmpcrK4Ja2NGiub+G+salr/AIKtNU1M2326QypIYIysZZZGUEKSSB8o71T8N6p4mXx1faBrt5pd3AlqbmB7S1aFlG4AK2WOeD14q3FqXL/Wgnorv+tbHYUUVz/jrxdpHhDRpL/Urq1SUIzQW8k6xvOR1C56mpuOx0FFc3H4w0PUtBv7zQNZ0zULq1smuGiguFlMZ2kjcAemeKPC/i7SNSgsbO61jTF1ueIM1isyiXOM8JnPTmn1a/r+tBdL/wBdP8zpKKzda8QaDojxJrWt6fprzf6pbq4WMvzjjPXmtCN0kjWSN1dHG5WU5BHqKBjqKD0461xvh3VfFCfEC+8O69eaXeW6WC3lu9paNCy5kK7WyxzwPahauwW0udlRWZrXiLw/oksUOta5p2myTDMSXVwsZcZxkAnnmpL7WtGsLZLm+1aytYHj81ZJZlVWTj5gT25HPvSAv0VkS+INKntb3+y9UsLy6toPOMcUwcqD0JA7HBrO8H+MNL1bTtNhvtY0xNbuojI1kkwWThiOEznoKa1v8vxv/kxN2t8/wt/mjqKKx/E/iTQ/D1q7arrWnafM0TvAl1OsfmEA4wCeeRVTwz4lt7nwVB4i1q9srOBgWknZwkKrnAOSeBUprUbWx0dFUtH1bStZtftej6laajb7ivm20okXI6jIq7VCCiuW8dazrFlfaNoegG0i1PVppFjnu4zJHEqLvYlAQWyAR1rW02a80+ytrfxJqmnS6jM5RXgiMCStyQqoxJzj37ULVXG1b+v67GnRUDXtmtxJbtdQCaNN8kZcbkX1I7CqUHiTw7PqMemwa9pst9IgkS2S5UyMp6MFzkiktRGpRWbrmv6DoSxNretafpglJEZu51j3464z1rL8XeOPD/hzRI9UuNSsZBMU+zxm6VDOpYAspPUDk/hScklcaTbsdNRWToXibw/rkDy6TrWnXwiQPMLe4WTyhjJ3Y6Vj+DvEd5rvifWI4dR0G/0SAILSSwuVllBIO7zACce1VZ83KK/u8x11FZeteJPDuiSxw61r2m6bJIMol1crGWHqATzVu41CwtoUmuL63hjkQujvIAGUDJIPcAc/SlfS47dCzRVDRda0fW4Hn0XVrLUoo22O9rMsiq3oSOhq/TEFFFV9Sv7HTLN73Ury3s7VPvzTyBEX6k0m7DLFFUtH1bStZtTd6PqVpqNuG2mW2lEiA+mR3q7TEFFch4y8S3Vlr+k6Nomp6B9smuVF7aXlyqz+SQTmNSQS3TFdNqeoWGl2bXup3tvZWyY3zTyBEX6k0r6XHZ3sWaKo6NrGk61atdaNqlnqNurbGltZhIob0yO9Xqb0EFFcbe/ErwlZ+LRoFxrmlRKLd5Zbp75FSKRWC+Uw7NyT+BrpJNY0iPSBrEmqWaaaUDi7aYCHae+7pil05ug2mnYvUVzmteKbFvA+seIPDepafqX2K1lkjkhkEsXmKucHB/SrGleILP8AsLSbzWL+ys7jUEXy1eQIJJCPuoCeT7U1q2vT8f8Ahg6J+v4Wv+Zt0Vl6t4j8PaReRWWra7pthdTf6qG4uFjd+ccAnnnirl7f2Nkoa8vLe2UgkGWQKCPXmldWuFtbFiiqWjaxpOtWxutH1Sz1GAMVMttMJFBHbI71dpiCiuX8b6vrVpqGkaH4fa0h1HVJXVZ7qIyRxKqliSgILZwR1rU064utOsLeHxNq2myag7MPMhjMEcmMnCoxJyFHPPY0ltcb0djUoqho2taPrUEk+j6tZajFGcO9tMsiqfQkdKg0nxP4a1e8ay0nxBpd/dKCWht7lXcAdTgGnbWwvM1qKyp/Enh23ujaz69pkVwEaQxPcqGCKMs2M9AAcn2q/Y3lpf2kd5Y3MN1bSjMc0ThkceoI60LVXB6aE1FQaje2enWUt7qF1DaW0S7pJpnCIg9yelcv4T+I3hTxA7Qx61pcF2bt7aC2N6jST7TgMo7hu1C1dkD0Vzr6K47SfG1jHqOtW/iLVdL01LXU5LOz86URGVVVT3PzN83aum1PVNM0vTzqGpaha2VmMZuJ5QkYz0+Y8c5pdLjas7Fuiqulalp+rWSX2l31tfWr52TW8gdGxwcEcVapiCiszW/EOgaEYhret6dphmz5QurhY9+OuM9akvta0aw0xdUvtWsrWwbG26lmVYjnp8x45pX0uMv0VSsdX0m/04alY6nZ3VielzFMGjPOPvDiobPxDoF5qT6ZZ63p1xfIu97aO4VpFX1KjnFHWwvM06K42X4l+EIfE8+iXGvaTCsMe5rh75AofumOzCuoj1LTpPsvl39s/wBsUtbYkB84DqU/vAe1C1V1/X9WG9HYtUVWfULBDcK97bqbVd1wDIP3S+regqrD4h8PzaomlQ65p0moOodLVbhTKykZBC9cEc/SmtQNOisvUfEnh3TdQTT9R17TbO9kxst57hUkbPTCk5NalHS4vICdoLYJwOgr5+8S+IJdV8OSXkY8IWNqb+MR2bRySaqm2UYLFW4ORnJGMV9A1njQtCF090NE0wXD/flFom9vq2Mmocbu5XNpZHGRarp+l/FKG61a+hs0l8PptlncIJG8xSVUn7zew5qr8OVs9Y8AeIJY7eO6il1K+kiWWEE58xsHaw4P616FfaXpd/5X2/TLK78kgxefAsnlkdNuRx+FT29vb26FLe3ihVmLFY0Cgk9Tx3NVJc0ZRfVNfe7ii+W1u6f3KxwXw3u9DfwBp9rpE2lDXY9N2tFF5YukcDkMv3h75rlEm8Kv8ILexVbV/EZIVICR9uW73naxH3xg4OTxjrxXr1to+j2t899a6Rp8F2+d9xFbIsjZ65YDJzQNH0caidSGkaeL4nJuhbJ5pPrvxn9aqUuabk+tvwben3/kKKUYqK6f1r/XfuTaasy6barcZ84QIJM9d20Z/WuN+OK2r+Cdt8yLbG6i8wu+1QNw6ntXdVDe2lpfW7W99awXUDfejmjDofqDxSlq0/NP7ncErRcfJr8LHAwLotz8VNHm8KyWkkFtp86XktiytDgsm1XZeC2AcZ5616JVXTdN03TI3j0zTrOxRzl1toFjDH1IUDNWqOiX9dw63OB+IkPjKTWYm8Pf8JR9l8kbv7Mu7OKPdk9RMpbPTpxW38PY9cj0V18Qf2v9q8zj+0poJZdvsYQFx+tdHRRH3U0OWrRHdQRXVvJbzrvikUq65IyD7jmvIPB3gLwi3xT8U2h0tzFYx2b26/bJsozB8nO/J6DrmvY6ijt7eOeS4jt4kmlAEkioAz46ZPU4oj7suby/VBLWPKch433J458HNIVFmJLhW3dN+1dn456V2vO73zWN4x0GHxFoj2LytBOjrNa3C/ehmU5Rx64PbvUoi1s+HPIa4tU1fySnnrkxh+gcZHXocYxmknaL8n99/wCvusN6yXpb8f8AgnP+A8nxh4yaH/j0N7D5fpu8kbsfjmrdrP4OX4lXlvAqJ4rezU3DFXDPAAMcn5T26c1p+FNFi0HRItPjkaWTJknmbrJIxyzH8ScDtVDRfCcVl4nu/El/qE2qanMpihllhSP7PCT/AKsBeo4HJ54prRxXZW/C2n9bCbupPu/16/1vqdJRRRQIKKKKACiiigAooooAKKKKACiiigAooooAKKKKACiiigAooooAKKKKACiiigAooooACQASTgDkn2rjvBgOseJ9Z8UScwh/sNkD0VY8h2H+9wfwrrp40mgkhkyUkUqwBwcEYPNQaTp9npOmwadYQ+VbQIEjXJJAHqTyT7mkt7/1/VtPmxva39f1f8jl/Gf/ABOvFOj+F05hjkGoX2D91UOYwfUMQw/Cuy4HAGAOg9KpW2lWFtqt1qsMOLy6RUmlLEllXO0DPQDJ6VdoWkbf1/VrA9WZHjS1nvfCeqWtqpeaS2cIo6scdPxrA+H3izw+PBekW0upW1ve29tHbS2LSAXCyIArKIvvHn0FdtVAaJoo1EakNG04XwbcLn7Knm7vXfjOfxpx0b7O34X/AMweqXlf8bf5HnXjDXpZfGGrabBH4SsjaW8XmSa8jSSXIYNgQopzxjsOcitT4P6pZ2nwi0a61TUrW2i8oqJbiYRp948Aua7O80fR7y7S8vNJ0+5uUxsmmtkeRcdMMRkUtxpOk3FktjcaVYTWinKwSW6NGD7KRips+Rx72/X/AD+Q202v66HG/A/VdLuPANtBb6nZTTQvcPLHHcKzRr5z/MwByB7modP8QeH5PjDdNHr2lOH0zy1K3kZDPvX5Rzyfau1sdF0WwaRrDRtOtGlXZIYLVIy6+hwOR7VDH4Z8NRyiaPw5oySK24OtjGGB9c461o5Xqc39apr9SZap+bv+NzVrk/i3Zx3fw+1gtZx3Msdq7JmIOy8fw8Zz9K6yhgGUqwBB4IPQ1m0Umr6nHJe+G7nwNqX9h3OjyTLpLecLNo96/uz98LyOc9a5K60nS9M+G/hm8sbOGC4S7idZwMyZZgG+Y8nIJ4zXqFloui2JmNjo+nWpnG2YwWqJ5g9GwOR9asNaWjQpA1rA0SEFIzGCqkdMDoKpaVOfzi/udyGm4cvk196seS+Ip9SX4meIYp7vwdZK0cS27eIY5Pmj2fN5TbgvXGcc5rvPhpp02leD7Wym1Ky1EKWMc1mxaEIfuqhJJIH1NbGp6TpOqFDqmlWF+Y8hDc26S7c9cbgcVPa29vaW6W9pbxW8KDCRxIEVR6ADgUoe7HlKnrK5IzKqlmYKoGSSeAK86tPEHh9/jTdMmvaUyvosUKkXkZDSee3yDnlvbrXorKrKVZQykYII4IrKTwz4ZSVZU8N6MkitvV1sYwwbrkHHX3pxdpXewX91o888ba9LN4l13TbdfCViLOACZ9dVnluS0YI8hQwOADjgdayPD0NtqWm+DBeRx3CR6fdNGrA7Rt2gfK3OB6GvYr3RtHvrpbq90jT7q4X7ss1sjuPoxGanWysl2bbO2XYCExEvyg9QOOM1nyPlt/XUbld3/rZHi3gK3tra08PtbxpGZ/Dc0kpXq7YHJPeltI/DE3wy8PWGiSWM2tm/t5AtpKslyhE+WLYJYKB1zxivZ47GxjCCOxtkCJ5abYlG1P7o44HtVew0PRNPuTdWGi6bZ3ByDLBapG/PXkDNbOV3f+tJSl/7d+BDXvOS8/xUV+n4nnn27Q7XxJ42bxTLZm/QBLNbpVZ3h8hSfKQ/e+fP3R1qmNcXT/h74Wt4bXTN19dMsVxq2UtLY4Y5kXI7DGPevU7vStKvLuO7vNLsbm5iGI5pbdHdB6BiMilvNM0y8tRa3mm2VzbhtwhmgV0Deu0jGfes0v0/D/MtvX+uyX6Hm3wguppvH/itZbjRpv3Vrk6RG6WpO1+VDE5PqRwa9UqtZafp9iMWNha2o2hf3MKpwOg4HQVZq29EuyJ6t/1sjyHx94K8L3HxW8KrNpzN/aUtybsfapR5hWEkYw3y8j+HFbnj+103w+3gxYlFppljqrFpJJCUhUxOMs7HgZOMk9676S3t5J455LeJ5os+XIyAsmRg7T1GR6U29tLS+tntb61gurd/vxTRh0b6g8GlFuMYpdP83+mg27ybfVW+9WPOF1bTdW8d+J5NOukuY49KCtKnKN8o+63RvwrHi0nS9P8Ahh4Cu7OzihuDqVk/nD75LE5+Y84OOmcV63a6bptrH5drp9nbpt27YoFQbfTAHSpDZ2ZgigNpbmGIhoo/LG1COhUdBj2op2gtO6/CUn/7cJ6y5n5/ikv0PPdPn0O2+I3iKXxfcafFctsFidQKrF9m7BDJ8pOd2cc9M1rfFC2sLz4fXFxb2tpdRRmKSN44lcLGJAWKkDpgHpXTanpOk6ps/tTS7G/8v7n2m3SXb9NwOKsR29vHbC1jgiSALsESoAm30x0x7VEo3p8pSlafMY3he/8ADFzpaS6PdaM6CBWnNq0XyjaPv7en41yfg/VvDK/FjxHHp+qaKqXEFmsK29xEBK2xshQp+Y/Su7sdG0axWVbHR9PtFmGJRBbIgcejYHP41DbeG/DdtNHNbeHdHgljO6N47KNWQ+oIHFac3v8AMStIOPp+DT/Q4XRrrw7beKPF3/CZy2MVw103knUSgD2v8Aj3df4vu81i6fpqXfhzwNZaraSC2bUJ3hgmc52Dlc85x3we3tXrepaPo+pukmpaTp986DCNc2ySFR7FgcVZe3t5DG0kETmL/VlkB2duPT8KiKtbyt+Dv9/5a9ypO97db/imv1/I43w/b21l8WdZtbGGK2hksEleKJQqlwyqGwOM44rd0XxRoes6xqOkabe+de6awS7j8th5ZPTk8H8K1lhhW4a4WGMTMNrSBRuI9CeuKjgs7O3nlnt7O3hmlOZZI4grSH/aI5P401fRdFf89Ce79CeuJ+KmuNpX9k2cVvpZmvpmVLrVSfsduFwSZORknPH0rtqr6hY2OowfZ9QsbW8hzny7iJZFz64YEUmr2KTsea/CO8mn8d+I4pLnRpgII2J0iN0tWbIG5dxOTjjI4r1Kq1jp+n2KhbGwtLRQu0CCFUAXOccDpmrNW2rJdiEtWecfFzUfDtvqPhzz7/SIb+LWoGl3yxrMibH5bPzBenXitT4jQ6drGjadeQeJNHsWhuEubSW9nQ2lxt52tz8yn2rob3w/oF9ctc3ug6VdTsMNLNZxu5HuSMmn3GiaJcWkVncaNps1tDxFDJaoyR/7qkYH4VOvLbre/wCX+Rblr8rfn/mc78M9ck1SLULOaz0pHsptjXWlKBZ3JwPmTGfXue1djUFhZWen24trCzt7OAHIigiEaA/QcVPVNko868RR6Dpvxc0681iDS7Syn0mZPOuYo0iaXzVIBZhjdgHrz1q18R9etdP03RodOh0WSK+uFS3urxh9ghHZm2kAj07V2Opadp2pQrDqWn2l9ErblS5hWRQfUBgeabPpWlT2CafPpdjLZpjZbvbq0S46YUjAqNeVLt/ncpu7v5HidneTTL8SoprrRJlXQVYnR42S1JIkyy7icnjqODWr8LXTTdYs/wDhOpbWS+vLeP8Asa7fi2EWP9SgbpJnJ55OeO1er2+k6VbwvBb6XYwxPH5bxx26KrJ/dIAwRyeOnNOuNO064jhjuNPtJkt2DQrJCrCJh0Kgj5T9KuLs7+i+6/8An+nUJPmVv66f5f1Y8bum1KbxF4ntbzUPBGnzTzbD/b0cgmKFMK0bbgMYx93oevNbmp6LCE+H2kancW+qJFOi+bE5McoCHBBzll+uc16JqWi6Nqkqy6no+nX0ijar3NskrKPQFgeKsLZ2arAq2luq2+BABGAIsdNv938KmmuVRXa34Ez95vzv+JxvhGGC0+KXiu0tIo4IBa2cnlRKFUM3mZOBwM4ruKjSCBJ3uEhiWaQAPIEAZgOgJ6nFSU+iXZDerbPI/GvgfwrcfFLw7HNprsNQaZrkfa5R5hEbEYw3HTtitP4ieG9HuNT8EaG8Lrp8ep/LCJW5AjcgFidx6eteiyW9vJPHPJBE80efLkZAWT6HqKJIIJZI5JYY5HiO6NmQEofUHsaUPdUUun/Bt9wpXk5Pv/TOB+I/hxdL8MeJ9Y8Ppcw3d7aIstvZoFGE4yqgfewTWbrk3hi9l8JReDzp0+opfwv/AKCyeZHbgjzfM28gY7NXqlUbDRtG0+4a40/R9Ps5mGGkt7ZI2Ye5UZNOHuteqf3dPT8tRy1X9dTxy00vTLjXbeSe1hkeXxHPvZuS2IkIGfT26V33wX2/8IDAFxtF5dgAdAPtD8CurWxsVYMtlbBg5cERLkMeC3Tr71JbwQW8XlW8McMeSdkaBRknJOB70qfuw5fT8El+gS1/rzk/1/AWeKOeF4poo5UYYKOoZT9QeK88+GE3huzbUtOujo9rqq6zceVBMsST4LfLsB+bHpivRqoy6No82oLqM2kafJeqQVuXtkMqkdCHIz+tOOjuJ6o830vRdIuz8S7y6sYJ7h7y4iZ5BuwojGAAeFPJ5GDWbrVxqC2fgqQTaNFZrDJtn1hJHtVkwwAcqQBxgAtxnHevY1tbVRKFtoVExLS4jA8wnqW9T9ajudP0+6svsNzYWs9px+4khVo/X7pGKmzuvl+Ca/UuUuZv5/jb/I474XafcQX2s6jJrXhu+S8lRjDobMYIWVQOhJwTjPGOtd1VTTdM0zTI3j0zTbOxRzudbaBYwx9SFAzVuqfREdWea6JPoVr478TP4vuNOivmmUWp1EqqG2ydgjMnyk9c7eeme1WfiNrsdpqOhadYx+HkF2JWhvtWb/QYlC5IwCASeg9K7TU9I0jVGRtU0mwvyn3Dc2yS7fpuBxReaRpF7bR2t7pNhdW8X+rimt0dE/3QRgfhUpaJdir+833PHvDFw9x4b+IqzTadIv2hd39nI8dt/qVyUVjkD/8AXV9P+Efmh+H9n4Wk0+fUYJ4Zrg2jiR0j8lg5kZSTjcRwx616Lr+g2934cv8AS9NtrOze6j2ZWIIp4wM7RzxxT/C3h/TdB021htNN0+2uUtkinmtrdYzIQoBJIAJBI71cXZ37cv4X/AmWr9b/AI2/E5PUl8PaX8Vml1iHSbO3ubDMUl1HGkbsMZ+Zhjdz9al8bXmm2fjPwVqUlzawaagulFzuVYF3KgX5vujPauz1LTNM1NETUtNs75UOUW5gWQKfbcDii50zTLqxWwudNsp7NcbbeWBWjGOmFIxUw91K3Rv8W3+pTd5N91b8LHmM2p2GqN8R7nT5xNCLGRfMC4Vv3fUHuPccVueDvA+gt4N8LtBE1vNZxxXcc6EGRnaPkFjyR8x4rtIdP0+GFoYbC0iiddjIkKhWX0IA5HtU8aJHGscaKiKAqqowAB0AFEUoxsvL8Lv9RN338/xSR4ZbrqV1deI7G/1LwNYTT6hKrjXEkW68sufLKNuA246bfbNeyeGLaey8OafaXV4l7NDbqj3CH5ZSB94exp2oaJomozi41HRtNvZgMCS4tUkYD6sCavRokaLHGioijCqowAPQCnHSNvT8Al70ub1/EWiiigQ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H//2Q==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data:image/jpg;base64,%20/9j/4AAQSkZJRgABAQEAYABgAAD/2wBDAAUDBAQEAwUEBAQFBQUGBwwIBwcHBw8LCwkMEQ8SEhEPERETFhwXExQaFRERGCEYGh0dHx8fExciJCIeJBweHx7/2wBDAQUFBQcGBw4ICA4eFBEUHh4eHh4eHh4eHh4eHh4eHh4eHh4eHh4eHh4eHh4eHh4eHh4eHh4eHh4eHh4eHh4eHh7/wAARCADxA7w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6zooqA3tmt6ti15bi7Zd6wGQeYV9QvXHvVEk9FFFABRSng4NJQAUUUUAFFFFABRRSjk8UAJRSsrL95SPqKSgAooooAKKKKACiiigAooooAKKKKACiiigAooooAKKKKACiiigAooooAKKKKACiiigAooooAKKKKACiiigAooqO4ngt1VriaOFWYKpkYKCx6AZ70gJKKKjtbi3uoFntZ4p4mztkjcMpwcHBHvTGSUUDk05kdRlkYD3FAhtFFA5NABRWfZa5ol9ePZWWs6ddXSZ3wQ3KPIuOuVByKspe2cl7JYx3lu93GoaSBZAZEB6Er1AoGT0UUUCCiiigAooooAKKKKACioLy9srPy/tl5b23mtsj86QJvb0Gep9qnoAKKKUgjqKAEooooAKKKKACiiigAooooAKKKKACiioIbyzmupbWG8t5LiLHmxJIC6Z6bh1FAE9FFRy3EELxpNPFG8hxGruAXPoPWgCSikkZY0aSRlRFBLMxwAB1JqpperaTqiu2l6pY34jOHNtcLKFPvtJxQMuUUUUCCiiigAooooAKKKKACiiigAooooAKKKKACiiigAooooAKKKKACiiigAooooAKKKKACiiigAooooAKKKKACiiigAooooAKKKKACvPLa3ux8ZYbnWtJ0Y3ZsmWzvbSabzVi+b5XVvl9enrXodeeXOn/ABIm8a22u/2P4XEMEZgCf2lLuZCT83+r64PSpV+eL9fxTG/gfy/NGl4g8R+JF8Ynwx4d0mxuJ2svtIubuRlijO/bh9vzYPsOuKpDxD4m174f3l7plrpVtqlvNPbXiXEkgiXyyVZoyvPJHGa3rXR71PH7eIZGhFs2nC2KKxLCTeGPbpx1qv4S8OXWm6Hq2nX0kRN9e3MyNExOEkclc++CM0pRvSa62f33f6Dg0pX8191tfxMv4STeNJvDejyaz/Yb6Y1ipSSGWZrpjj5S+75fXNd5XIeArHxho1va6Hqlpoz6TZQ+TDeQXTm4kC/dLRlQoz35rr62qSUpNrZmcIuMUmc34y1TXrGSGLRW8PQFlLPLrN00Ubf7KbTkt354xUvgHxCfE3hyPU3hjhmEskMqxtuTejFSVPdSRke1c14z8H6xqXjX+2bfSdA12zktFg8jWJDttW3ZLxptYE4+melbXws8N3vhXwr/AGTfNaGX7TNKBajEYV3LAAYGMA9Kzhs7/wBamk1tb+tP8zqmIVSx6AZNcgPiZ4LM3k/2leb923H9l3PX6+XXXsMqV5GRjiuQHw90jzvN/tvxdndux/b9xt/LPShfFrsLTlfc65GDorryrAEcdjXGfFjUpbWw0vS0vhp8eq3Zgnut20xxqpdgD6kKV9eeOa7NF2oqgkhQBknJrmPiR4W/4SrRoIYmtxeWVwtza/aIw8ZcdmB7EcZ7daUuna6/r/gddhw/R/fbT8TjPAV/Y6f8RxpvhhdWbw1fWzYlvZZJFe4Qgfu/NJkAA3A5wCa9AivvELeM5tPk0eJdBW2V49Q8z52l7ptz0HriszQNH8RXfiOLxD4qj060ntLVra2tLCZpYgrEEuWYA54wBjvVLSfEmsat8VLrT9KuYL3w1a2xS6Kw4MFyP4SxGTnnjpxVq94xer1/Xf8ATtoiXtKW236bfr82d3RRRSAKKKKACiiigAooooAKKKKACiiigAooooAKKKKACiiigAooooAKKKKACiiigAooooAKKKKACiiigArjtVK6/wDEG10nar2ejIt3c5zzO3MXseN+RXXTu0cEkiRtI6oWVF6sQOAK574fabd2mlz6hqULQ6jqU7XM6P8AejBOVjP+7kikvi9Pz6f5/Ib+H10/r8vmJ8R9Rms/DjWdkSL7U5FsrYr1jaT5fM+i9TWzomnW+k6Ra6dbRrHHBGFwo4z1Y/icmsN9PvtS+IqX93ayR6dpdtizduBLLJkOffAC4rqKcfh9f6X6v5hLe3b8+v6Iw/H7vH4K1Z45HjcWzYZGII+hHSvN5tDh8KfDzSfHGhXepR6jDbQTXSzX0k6XKuFDKVkYhckg5HPFeo+K9Pn1Xw3f6datGs9xCUQyHC5Pqa4e18KeMtZ0bS/DfiiPRrHRLGOMTfYLp5pLvywAEYMq7FPXIJ6UofHfzj9ybv8A8N1B7K+2v6W/4foaPiHxdrH9uT6Z4ePhuL7HGrXEmsXhi3s38MYU5yMHOeORVfX/ABxeXXwvl1/R/D+oXjXFlMZGt5YwLNlU/MxLDI7/AC5NQeI/Al3/AMJPd6vpnhvwr4gjvgpli1ldjQMM8o4RiwOehxjFdJPol1cfDm80GPTtL0q8ubCWAW9m3+jROykDacA7efSs5Juk+/8AX4f8DXvcGlUj2v8A1/XqYXwd8uTQ7Zl8Cy6LKLUOuoTrAftLMcnDIS/U5+ak8JQXMXxa1iXV9J0eHVJ7IObyxmmYyRBlCqyvwDjHQdq6/wAN2N1pXhey09/Kkura2EfDHYzgevpmuQsdP+IyeOn8QXGkeGFglg+zOialKWVNwO4fu+Tx0robXttNtf1/Wxgk1S+79C5qnibxTN4x1Tw34e0fTpGsYIZ/td7I4hAZSSjBfm3emBjg5qFvHty3g7TL+OytIdYv5fIEFxOEghkH3mZic7FyDxzW5puh3lt4313W3eE22oW8EcKhjvBRCDuHbk1y198PL248MWNvJHpV3f2F29xHb3aeZbTq2Mo+QcZx94AkVi76LyV/vV/wubytd2/r3f8A5I2vBXiq91HWrzQNabR31GCFbhJNJnMtu8THaOWOQ2QePTFdhXJeAdEvNLmuZL3wj4V0FnUBX0ZyzSc9Gyi8V1taPoZrqcr4y1jxBp9yE0dvDVvGkZd21i6aIzd/3QU/gc96y7jx9fHwnoOr6foy3V1ql1HavbCQfI7ddpzggfWqXivwTrN94wv9Uj0fw5r1reRJHF/bDktY4XB8tNjDk89uataP4I1ax8OeGtMeeyaTStRS5nZPkVkH90AcH26VFPW3N3X56/h/wB1dPh7fp/mavhPX9euPEuoeHfEtnp0F9bW8d1HJYO7RPG5YAfPzuG057V1lc9b6LeR/ES98Qs8P2SfT4bZFDHeHRnJJHp8wroarogas3b+tF+tzzz4q291NquiPqGk6NqGjx3yGIyTTJcxS4PzAL8pHXrW9498R6hoD6XHpumDUZ9QvFthGW2kZBO7qPSsn4h6b461i7gg0bTvD72NrOs8Ut1fSJK5A5BUIQBn3rS1bSNb1mTw7eXkdhbXNhfLc3cUUzOm0BhhGIBJ57gVNO9rPbm/Bpf8AB/qwqm912/HX/Nf1craBr/im61LWfD+pWWjQ63ZW8c9u8DyG1kEm7buJ+cY284rn/hvcfEWa+1gSf8I1LbJq7LdeZNcF0+VNwi4xjHTPfNdjY6JdwfEDVNfd4TaXdlBBGoY7wybs5Hp8wrL03SvF+g+Ib8aTa6Ne6PqF99qlkubp4p4chVYKqqQ2AuRkjrVx+JPuvxuv8hzXRd1+Wv3NkPiPxjqy6/faX4ePh5BpqgXT6tdmIu5AYJGFOScEcnj3oufHc93oGizaFaWsuqavcm0ijuXPkRyKDvLMvJUFSBjJ6VQ8SeA7v/hKdQ1rTfDnhbxCmolZJY9aG1oHChfkYIxKkAcccms74jaRNcQeF9Bh0zS7G8SRrhbO2vHtLaJgCCyTou5Tz0A5zWafuq/df8EbXvO21v0/zNzwr4u8SSax4is/FNnotrDocatK9i8rF9wJUjfxjj61UsfiBrCXOnXurReHU0nUJ1gjgtb3zL6BnOE8xc7evXbmqvgS2Vm1zwDqWnW1vNcW/nS3VrqMl8XD8/vJZADn0HPep/DHgrVNJvrKG48EeBJ4LZwDqaDy7pgD/rNgjwG9t341pH4lfay+e/MTLZ+r/JWNLUfFnii48Xap4Z8O6JYzTWcSyrd3bssGD/C235tx7YHpmuj8G6vNrnh6DUbm0a0uGZ45YSCNroxU4zzjI49qh0bR7qz8WazqsrxG3vdvlBSdwxjqO3St8knrzUQ+HXf/AIL/AOAOW5T1ma8t9JurjT4Y57qOMvHHISFYjsce2a5p/GE8/hbQdU02zimu9WniiEEhIEe77xOOfl4/OuwOCCDyDwa4vw14RvdN8UzXd1LDJpsEs8unKrncpmI3Ky4wAu0bT7npTj8Wu3+X+YP4b/1r/l/mSeNNe8R6XM50s+GYooYjI8eqXjRyzYGf3YU9D0Gaq674+ms/DWgazpukm+Oqz+R5Ct8yt0yOcYDfpWN4k8Ba5e+JNZu00jwzrMGpN+6u9WYvPYqRjbGhQggdQMjJNbOneD9UtfD/AIV09prQy6PcPJcMpIVlOcbRj36UopuKv3j91/eCektO0vvsrfiX/DmteJ5NfvdE8QaZYW9wtv8AaLSa0MjQsvA2uW/iBIzj0NZHw9iuIviH4mXVtJ0i21fy7d57rT5pWWZWVioIk6Eewr0C5aYQSG3VHlwTGrthS3bJHSvP/D2m/ES38cXuu6jpPhpLfUVhjuFh1GV2iWNSMqCg3E56HFVC3N8n/X+YP4JfL8Gv+Ca/jPWfEWn3Pl6M3hmFEj3t/a920TSn0jCn+dcv4m8Qz63pvgrX9J083Fxc3MvlQFhtD42kk5+6CMnHOOlTeJfA+tXvi/UdQXSPDet2l8iLHNqzF5LHGc+XGUYEcjuM4pbTwZ4o0rwd4WsdNXSLrUtFkkaRJp2igcMT90qpI4PpUR+FN94v8df0/QqS3t2a/DT8f+Cb/hjX9ZuPEd94X8VWWmxagluLmI2JdoJYCQpzv5zuJGOlUvBNnZ2PxN8XwWNnb2kWLQiOCJY1z5XoBir2haR4g/tW98TazHpy6zLa/Zre0t5maCNAdwBkKgnLDJ44zWV4Y034hWnja/1rUtK8NpbamYRcCDUJXeERptygKDcT74rSO69H+en4Cb92Xy/NX/Uk1/xjrR1q+sfDv/CNpHp4AmfV7wxNM/OVjCnPGOS2ByMV1PhLW7bxH4dstatFZYrqPcFYglT0I4+lcPrngO8j8SX+p6b4Z8J+IYtQcSuusrskt35ztYIxYHPQ4xiu+0C1Nno1rbNYWWnskYDW1n/qYz6JwOPwFTD4Pe30/wCCKfxaf1/X+ZeooopiCiiigAooooAKKKKACiiigAooooAKKKKACiiigAooooAKKKKACiiigAooooAKKKKACiiigAooooAKKKKACiiigAooooAKKKdtbG7aceuKAG0UvbPao7mVbe3kuJtwjjQuxAyQBSbSV2NK4+iq2k3tvqmlW2qWZd7W6jEkTshUlT04PSre1sbtpx64ptNOzEmmrobRRSSOscbSOcIilmPoAMmk3YYtFcp4X8U6vr96ZIPCssOimR0i1F71MyBTgN5WNwBrq6fS4uoUUUUAFH5flQOtcpp/irVdQ8VXek2fhd5LGzm8q41A30ahTzyIyNx6Ur62H0udXRXPeOtf1Tw5pMmp2Ph1tYt4I3luit4kBiRRnOGHzd+BWxpV2t/ptteqhjE8SyBSc7cjOM01qrg1a3mWaKxvDfiCDXrm++wwObK1m8lbst8kzj720exyCfUU7Q9di1LUL/TpbaSzvbKUq8MhzvjP3ZFPcEc+2aS1D/hjXooopiCiiigAorH8X69H4d0j7a1s93PJIsNtbI20zSt91MngZweavaTPeXOnQz6hYf2fcuoMlt5wl8s+m4cGhajehaoop21uflPHXigQ2ilVWb7qk/QVX1O8g03Tri/uyy29shklZVLEKOvFJtJXY0m3ZE9FR2kyXVpFdQ7jFKoZCVxkVLg5xg59KbVhJ3V0JRShWPRSfwowckYOR1oASilZWX7ykfUUlABRSqrN91SfoKpaxqVtpNobq88xYgcFlQkLxnLH+Ee5pNpbjSuXKKwvC/irSfEMDSWE6SbE3StE4kjT2LjjPtVLTPiB4a1HVo9Ot5L4GZisNzLZulrMR2SY/K2egweaa12E+rOqopQCegJpKACig9D3rA0LxBdXmuXej6posmlXUKiSHNwsyzxnPzAqOOnTrS62Dpc36KUAnoCaSmAUUVleINaXSZbC3W1kuri9uFhjjRsEA9XJ9B3+tIDVoqDUbuDT9PuL+6fy4LeJpZW/uqBkmq/h7UJdV0a21CayeyadS3ku4YqMnHI9Rg/jTHYv0UyeRIYJJpDhI0LsfQAZNcnpXxF0DVLuG3srLxDJ5z7EmOjzCEn134xj3pLV2B6K519FKFY9FJ+gowckYORTEJRSlWX7ykfUUpVgNxUgeuKAG0UoVj0Un8KCDnGDmgBKKUgg4IwaSgAorA8aeJo/DMWmPJZSXZv75bNVRwpQspO7nr93pXQYJOByaFqr/wBf1qN6f1/XYSilZWX7ykfUVgWfiWO58c3vhZbGVXtLNLo3O8bW3Nt247HvQtXYOlzeoooHJoEFFKysv3lI+opdrY3bTj1xQA2s7X9C0XxBaJaa5pVpqVuj71juI9yhvUe9aQVm6KT9BRg5xg0rDTZm6DoOi6Bata6HpVppsDNuaO3j2gn1rRpWVlPzKR9RSlWAyVIHrincVhtFU5NStI9ah0dmk+2TRGWNBGSCozzn8DV0gg4IwaSdxiUVBf3AtLGe6ZC4iQuVBxnFV/DepDW/D1hrMdu8Ed5AswRjkpnsT3prW/l+t/8AJi7f1/W5fopVVmHyqT9BSUAFFFOKsBkqQPXFADaKVVZvuqT9BRg5xg59KAEopWVl+8pH1FKVYDJUgeuKAG0U5VZvuqT9BSAEnABJ9KAEopWVl+8CPqKUqwGSpA9cUANoptw7RW0s/ls4jQsQO+Bms3wnrCeIPDdhrcdu1ul5CJREzbimexI60Lr/AF/Ww7aXNSiiigQUUUUAFFFFABRRRQAUUUUAFFFFABRRRQAUUUUAFFFFABRRRQAUUUUAFFFFABRRRQAUUUUAFFFFABRRRQAEhQWPQda8H8UXlrdwyeK9H8O687C+jEfiFtTWOKQiQA/uC444K42V7xXHH4ZeD2md2tL543fzPs7X8pgVs5ysedq888Cos+a6Kv7rQzSbqWX4r/vJztbQVmdN3ygmRctjoPrWBoOmaf4m8Aa+mptNewxareyQsl064xI2MMrDIx26V2eveDdA1u4tbm+hukntoxFHJbXTwsUH8DFCNy+x4q74f8P6RoOnSafpVoILWSR5Gj3Fhuckt17c9Kqa5oSj5O333CD5beqf3KxxXww8L6HovgPTfE+mWMx1FtMDF2u5pEYkc/IWKj8BWB/Y1g3w0i+IDaleHxE2LoXq3T7ZJQxxF5edmDgDAXNeiaD4K0HQtTfUNMGoROysvkvfyvbqG6hYidi+2BxUEfw98Kx6sNSS0uwwl85bb7ZJ9lVxyCIc7Bg89KuUuabltt8tW7L1+WxEVaPLv+vr6fqdHp0sk+nWs8wxJJAjuMY+YqCf1rJ8dafe6j4duksddvdIaOGR2e1SNjIoQ/Id4PH05rdplxEk9vJBKMxyoUcZxkEYP6VnUXMnYqm+W1zzv4E6Tqdv4N0nUbjxRqd7bSWgC2EscQijJA5DBdxx7mvR6paHpdjomk2+l6bEYrS3QJEhYsQB7nk1drSTuxWPP/iN4y1bw9rUVnY3OkxRtCHIutNvbhs5P8UClQOOh5rc+HeuXviDRHvL6WzlkEm0G1tZ4Exj+7MA349K6ZXdRhWYD2NIzMxyxJPvUx0TuOWrVgHUVx3gD/kYvFX/AF/f1NdiOorg/DcusaV411i1n8L6vJaahd+ZHqEYj8hVyeWy27v6VK/iL0f5oH8PzX5M2/iV/wAk78Rf9g2f/wBANUNRuJrX4Ryz2+4SLpPBU4K/u+v4U/4p3Gpf8Ilf6Xpfh3VNYn1C1lt1NmExESuAX3MOOe2a19J08SeE7bS9QhID2awTxnqAUww/nQ1enL+u5aaXJ8/0GeB7eG28HaRHAqqps4nOBjLMoLN9SSTWN4lH2b4k+HLuAfvp4pbaUDvGSCWPrjA/OrngCz1jSbOfQdUjaSCzkIs7ztLCeVX2Kghfwpmk6bqF/wCMLjxFq1sbZLVXtNOgY5OwkbpD2+YqCPY9quT5pqS23/r8v+AZRTUGvl/X5/8ABOoooopDCiiigDhviHLLda3oOm3Vs9jZR6rbzR6hIwaOeQBsQqq/MGOTyRjjrXc1y/xJ0291DSLKfT7d7qbTr+K9+zx43zBA3yLnjJz3Ire0m6lvtOhuprC60+SRQWtrnb5kZ9G2kjP0NCfu27P/ACKl09P6/wAye4/495D/ALB/lXkHgzwTdeIPBY1S5129fWFv5msJ3ncJaotwcptU/MCAfvA9fSvYWUMpVuhGDVTRdLstH09dP0+IxW6u7hSxblmLNyfcmlHRt+n4XJfT5nlni1r7X/iBqWk3vhfVvEUGm28Pkw2OopaKjuuWc5dWbnp1AzzV3U/D95qPwdvofGGnXcV3YRSm0ikuj5iRjGzeY2wx65612fiXwdoXiG6ju9Qju4rlF2Cazu5LaRl9GZCCw9jWjpek2enaSulwiaa1VSuLqZpmYHszPkn8aiUeanKPV/n3LUkqkZdF/lt8zmfAfhLQNF8PQ6rpVrPHPPZ/NI15LKrcHoGYgfhXL3N86/Aaxna+dZpdQjVJDMQz/wCmcgHOTx29K7rwz4L0Pw5cvPpX9oruUr5U9/LNEo9FRiVXr2FUT8NPB7SyO1jdMjyrMIWvJDDG4beGjTO1DnrgDNbOV536Np+lm3b8SKa5OV9vx0Wv4GHe6E3iT4oalY6hqN4NIWwTzbKKVkEr4XBLAgjHsRUHivRdW0bwjoOh/wBuzxsfEKR291bsTJHbkPsQlvvEDg5zXo1vpNjb6tPqsUTC7njEcj7yQVGMcdOwpNX0mw1YWov4WkFpcLcw4crtkUEA8dep4qIe7b11/wDAm/y/yHF2d/L/ANtt+Zx3hjSLXwz8SrnStJe5SxurBJXhlneUCQZ+YFySCc89uK7+qR0ux/toax5R+2iLyd+442emOlXaFflSe+v5u34WQn8Tfp+Sv+Nzzb4jSabrPiA6IfDuseJLm0t/Nlgs78Wi2wPG8sWXcefUipPhrHN4q+F4s9QnuIY/tNxbNGXWRjEjlVjZhnOABkg84610XiDwT4f13VU1S+jvku1QRl7W9kgEi5zhwhAYfWtLw5oel+HdMGm6PbfZ7USPKI9xbDOct19zSjFcjjLr/m/0/qxTeqcen+X+ZzHh34d2OgeEr/QdIm+wxXkLK8UOfLWQ9XBPzZP1rl9fn8Rr4Y0Lw3feFV0hrbUbVYpnnR0mKyZzCiMXGOpyMDPNevSKJI2jbOGGDg4P51z+geC9A0S+N9aJfXFxzte+vZLkx567PMJ2Z74xmnFe9rtp+F7fmLS33/jv+QeNtFsdZstPh1HWp9KFvdRzK8U6xmV1IOwk9QSMY966LrXGfErwrqXjCSw0tvsMOjxTR3M1wXb7UkiMGARcbcHABJOeTXYxoI40jXJCqFGTk4FNbP1/Ra/12B7peX6jq43xDc3Fl8QNOnsLR9Snkt3jltIyEdE4/eBmwuB3GcntXZHoe9cloZ1TVPG9zqt1ol7pVpbQeRCbvbuuCc5ZQpPy8DrzzSXxx+f5Nfje3z+YpfA/l+a/4cueNNGsdZTTPt+sz6V9lvI54/LnWPznBBEZz1BxjA9a6E8muL+IvhXUvF97ptjJ9hg0e2njunuBI32oSI27aq427TgDOc12aKFRUGcKABn2ojs/X9Fr/XYct16fq9Ba47Qc654/1HWW+a00tDY2ZzxvP+u9uqrXXXCNJbyRrIY2dCocDJXIxms/wxo8Og6LDpsMrTlMtLM4AaWQ/ecgdCTQviv/AF/Vr/eD2sYXxEd9SutK8JwMQ2ozeZdY6fZ48GRT6bgcCuvjRY40jjGERQqj0AGBWVa6HFD4ovPEElxJNPcQJAiMoCwopJ4+uea1qa0jb5/18vxuD3Kus/8AIGvs9Ps0v/oBrhvhavj/AP4R7SiZPDn9i7eQEn+0+X9c7N3T2r0CaNJoZIZBlJFKMPUEYNcnpfw58M6ZeQ3Vk+txtC++OM6vOYgfTZu249sVMVad+gS+Gxgz6CviX4s+IbPU7+8Okw2Voz2MczRrJIQ+1tykMMc9CM55zVfxlouuaP8AD/RdCj8QTJdLq1vFFfREmRYzKMZ3feIz3yK9HtdJsLbWbzV4YWW9vI44533khlTO0Y6DGTRq+k2OrRwR38TSLbzpPGA5XDqcqeOvI6VUbLlXa1/k0/8AhvLQc3zN2+X/AIDY4278NTeChrHiDQb2QQjS3M0M8skpe4XLecNxIHbgYHtXNalo1hovgHS/Hmm3l5/b8xguDcC6kdbh5Su9PLJK4+ZuAMjFeySKsiMkiK6OCGVhkMD1BHcVy2m/D7wvp+qx6lb296ZI5DJFDLeyPbxsc8rETsXqcYHFEHaSb8vuTu189haW/rX+v61MDVNEbxF8VtSsr7ULtdISwiM1lFKyCVyvByCCuOehFdJ4b8P3Gk+ErrQr7VGktwZEgnDnfDAR8oLN1Yc81sQ6XYxaxPq8cTC8uEWOR95wVUYHHSrF7bQ3lnNaXC74ZkMci5xlT1FZ8tqbjbv+LbGn76k32/BJGZ4L0y10bwxZabY6lLqdvAhVLqWUSNKCxOSw4PXH4VsVn+HNF07w9otto+kwGCytlKxRlyxUEk9TyeSa0K1k7ybJQyWGGXb5sMcmxty71DbT6jPQ1y3xP1CwttFt7C8t769fULhbeKys5PLkuic/u9+RsB9cj611lZPijw7pXiSxjs9WjmaOOUSxvBO0MiOOhV1IIqJK5UXZnBfCeSex8ea1oUej3+h2SWUM66feXy3TJIzNucMGYjIAGCe3SvUBFEspmWKMSMMFwo3EehPWsPw54P0Hw/ey32mW9wLqaJYZZp7l5ndVJI3FiSTyea36tu6RPV/10X6hXF/FO5uzHoujQ3TWVrquoJa3dwrbWEZDEqp7E4HNdpVDX9H07XdMk03VLfzrd/QlWQ/3lYcq3uOalrYaM/SPDfh7wZZ3t5p9vcWULR77h5bmWbhe4Dscde1eTX16ttfaN4n0jwxrlg97qcMa6vc6mrR3MbyBW/cb+MjI4UY61634e8J6PoUd1FZtqM8d0oWVb6/luQQM8ASE469qyrX4Y+D7d4mW11CUQzJNCk+oSyJC6tuBRWOF59OtVF2qKT2Vv+D/AF94acrXr/X9fKxiXvh618TeNPFcGr3l9JZWwDQ2sdw0SJJ5S/vAVIbPtnHtWWDfavoPgmwk1S8t1fU5LSSWJ/nkiQOoVieuQo5r1O30iwgv76+ihYXF/j7S28ndgAdO3AFVLbwvolulgkNq6jT7hrm2/esdkjZyT6/ePBqaa5UlL+t/80TUvLZ/1Zf5M8/Ekngmfx3Z6AZvsthp9vdWkE0rzeXIwbdgsSxz9e1N1LQdN8OaHoPizStQvf7WnvLdJLn7S8i3gkbDKUJK4PT5QMV6Wmi6Yuq3up/Zg1zfRJFcl2LK6ICFG08dCaxtJ+H/AIY0vVY9Stbe9aWIkwxTXskkERPdImO1cdsDihbq/lr106fP/h7lya6Lv+KX6pv5nJ6/4H8M6h8V7FbuxuGN7aNLKovpl3Pg9MPx06CvTNL0+10nT4tPso3it4RhFeRnIH1Ykn8TWf4o8MaP4kSBdUjuQ8DFopba5eCVCRg4dCDj2q/pVhBpmnxWNq07QxDCmeZpXP1ZuT+NEFyx5f63f5XsTLWXN/Wy/O1yLxF/yAb/AP693/lXkmm6BDofgHwn4ntb68bW5JLaNZZZ2Cyo2f3IjB2Y98Z969muYY7m3kt5lLRyKVcA4yDXL+H/AId+FtDvLe6soNQka2GII7u/luIoj2Ko5KqR2IGRRHSTfp+F/wA7hLVL5/jb/I4HVhqHijxT4g+0eEdd1x7C4NraPZapHbLagKCG2F1LNknkgjivUvBX9sjwtYr4ghMOpKhWZGYMVwSFyRwTtxnFU/EHgfw9rmoHULuO/t7plCvJY30tqZAP73lkbj7mt2wtYrKzitIWlMcS7VMshdse7Hk/jThpG3p/XzCesrjdVuoLHTLm8uZTFDDEzO4GSox1A9a8TiuBZ674Z17SfDOuaUNU1GJW1O71NZEvonBJ/c7yV3cHhRj2r3G6giuraW3njEkUqlHU9CCMGuT074aeEbGa1littQla0lWa2FxqEswhZQQNoYnaOeg4ohpNSfl/wf6+8bs4Nev/AADKn0q38a/EPV9N8QNcSWWlQxfZLKK4eLJfdukJQhjnA6nHFWfH8J03T9A8K6dLLp+m31ybaebziXSMYPl72OcvkrnOeeK3PEvg7QfEN1Hd6hHeRXMa7RNZXcltIy+jNGQWA7A9Oas3PhvSLrw8mg3cMtzZIAEM0zPKpByGEh+bcD0bORUpe6l2a+dn19f60HfVvyfy06en9amLqOh6X4C8JatfeHbK6gl8k/fuZJTnoCPMYgY6+lcR4S0vxBHf6HrGi+DtesppnSTUdRudWinhuomUliUDkDLYPygYr0vw94T0fQ4LiC0bULiK5G2Vb6+kugRjGP3hOKpaV4A8O6XqkWo2LavFJFIZI4f7UmMCn0EW7bt54XGBVR0nzX7fhf8AMl6w5fX9DmviNod5J4nm1bV/DeoeI9DFuvkrZX5tmsSv3ywDrv3cdM421reL7e48TeA9Pm8KRvqFgzxSvapK0T3MAPzIrkgqcAjJIrS17wHoGt6hJfX82teZIAGSDVZ4oyB/sKwWruteF9I1bTbfTZxeW1rbf6pLG7e2x7ZjIzUJe5y+a/p9/u73vcpv3+b+tktO33nJeGdT0nRvCXiODRdGv9E1PTY3mubC6uWuJIpPLyrbyzKRjHQ4rmPC+neIXOja5ofgzXra/ndJ7vUp9WilhuEcZbMfmEAc5G0AjAr1bw74Z0fQbOe1sLeWRLgkzNdzNcPLkYwzPkkY7Gs3Tvh94b07U01CyOrwyRyGRIV1SbyFJ7CLdtxz0xitE7TUn5fhv8n6ktXg4+v9eq6aHN3uk6V4t1HxNqHiaWaSHSiYbaMXbwR264PzHay53YB+b8K6L4O4Hwu8OBfuixTH0qxq/gfw3qusPqt7a3DTyACaNLl0hmAGB5kYO1/xBrZ0XTbLRtJttK06Iw2drGI4ULE7VHQZNKn7sOV+X4Xu/ncqbTfz/Dt8i3RRRQSFFFFABRRRQAUUUUAFFFFABRRRQAUUUUAFFFFABRRRQAUUUUAFFFFABRRRQAUUUUAFFFFABRRRQAUUUUAFFFcpf+PtCsdTFncW+rrEZlhF8LBzZlmIA/ffd6nH1pdbDtpc6uiqEer2MmvnQ0dzei3+042/J5e7bnd9TWJq/jbTrfw7eatY2up3ot55LUrb2TSssqEgkqOduQeaUpcq5hxTk7I6qiuM+HPjhfE+n2Cz6VrNvey2ommml014rUnHO1zwfb1p7fEjw0t8Lcrqn2dpxbrqH2FvsTOTgATfdPPFW4tS5epCd48x2FFAIIBBBB5BHeszxLr2k+HtNe+1bUrOxTa3lNcyhA7hSQoz1PHSpk0ldlJXdkadFeY/CfVNP8RTx6u3xAvNQ1ScPO+jpfIYYUJGB5ONw25x1r06nZpK4r6sKKUKxHAJoIIPIxQAlFKOorgvDNrf6p421q9ufEetrDYXeyGxjuALYrk8Mm3J/Okn73L/AF0/zG9r/wBf1od5RWJ4l8TWOgvFHPZ6rfSyDPladZNcug7Fgv3Qex74NS6bqFh4q8OC60u+uore6Uqs0R8uaI5IPXO1gRRum0FrNXNaiuL+GRvodQ8R6Xd6xqOqx2N5HHBLfSiSUKYwxBIA7mrMN/qGt+OJLWyuXttJ0jH2lozg3MxHCZ/uDkEeuKe7Xmr/ACtf9beor6PydvmdXRXM+PLzUtGgg8RWlwfsdgSb+2IyskJxuYf7S44+tdHBKk8Ec0ZykihlPsRmktVcHox9FFFMAorlPiff31notla6fdSWc2pahFZG4jOHhVw2WU9m4rodJs20/ToLNry7vTEoUz3T75X92OBk0LVNjatYtUUjMFUsegGTXFj4oeEXCPDNf3EPnGCWeG0Z4raQPs2ysOIyT0z1BBoWrshdLna0Vz3iXxhpOg3kdnPDqN9cuhkMOnWjXLog/iYL90e9UfFnje007wQ3iHS4Ly+EsJe3MFo0wRv+moH3R65qJTSi5dEVGLclHudfRXK+DPGUHiC2Tdpet2sywiSSS6014IW/3Wbg1ebxZoy+GE8RmWf+znlWJW8o7txk8sfL/vVo007ERfNa3U3KK5nXPHPh/R9Sl0y5ku5tQjjEotLa3Ms0ikA/Io5br2pZvHXhqDw9aa/cXr2+n3VwLZXljKmOQ5+VwfukYwc9DUp32/roVbW39dzpaK5/wx4v0nxDe3NjaQ6ja3dsivJBfWjW7lGzhlDdQcHmugp2EFFYfifxRYeHzGtzZ6reyOCxj0+ya4ZFH8TBeg96qax4mjfwcPEGi3EbqwJSKRPnlODmIDPyyA9ucYNTKSjFy6IpK7SOnorzX4ceOtS1Hwzfat4gsZ9MWwhLG0ufmunA/wCWhPHB7cVLD4g8bWNtpviLWm0t9Ivp44nsILYrPaiRtqky7iGx1PyimtX9347ffb/OxP8Awfw3/r7j0WisfxR4m0nw1bWlxqssqR3dwlvCY4y+XcgLnHQcjmtg0/6/r7xhRQehHSuS0RL7SfG9xpUmsahqVpdQeegvZA7QMOoUgD5Tkce1L7SXf9Ff8rie1/610/M62isfxP4l0nw4LE6rJKn265S1g8uMvmRiAAcdBkjmtk9aFr/X9dxvQSiiuY8S313c+J9J8Pabdy28jMbu8ki6iFMZQntu3cfSjql3/r/gh0bOnorI8Zav/Yfhu71BAGuAuy1jP/LSZuET6k1N4atru00Gzgv7ya8uhGGlmmOWLNzg/TOPwprW/wDX9f8ABB9DRoqnrWoQ6VpNzqM6lo7eMuVHVj2H4nArhLrxB460rSrXxXqkmkSaJKySXFhHbFLi2hfofN3EMRkA/KM0lq7en47BbS56PRXBzeNry31fxFaGCG6Np5EemwRjDzyybsKT/wABHOK63w+urrpEH9uzWsuoFczG3jKID6AEnpQtVf0/EV9S/RRRTAKK57x3Z+Ir2y0+Pw5dm1mS/je5cSBMwAHcOevbitPWtUttH05r26WeRVwBHBEZJXPoqjlj7Ur6XHYvUVh+FvFOmeIjcR2cV/a3FuR5ttfWrW8yg9G2Nzt96j0qz8QR+NtWvby8Z9FliRbKDzAQjcZOO3en1SFfQ6CiisnxbqS6VoU9yYtRkLDy1NjatcSoT/FsXnA9amT5U2VFXdjWorl/hZcS3XgTTrqfW7nWmkQt9tuYTFJIM/xKeRS6b440nUtWXT7Gx1udWcot4mnObRiOuJfu4yCPrVtWly9SU9LnT0UVgeOrLXr7SYIfDt81ndC5RpJFcLmMZ3DP5VPYOjN+iuf8KWOv2mpa1LrN81zbz3bPYIXDeVF2X2+lVrbx5ot3q/8AZ1hZ61fDzvJ+2W2nvJa7v+uo+XA9aFrYbVrvojqaK5/xN4t03w/MIrqz1e8YKWc2Fi9wIh/tlfu+vNJqXjTw7p+madqN1elbbUSFtWVMl2IJ247Hjp60Jpg9NzoaK5vS/Gmk6lYX91b2urrLYKGnspbF0ugD0IiPzHOOPWuf8EfEoa1c3FreaJr4k/tBreCSPSJBHGnG3zW6Kwyc56U0ruwnornolFZ1trVhc3mo2kTyGXTjtuAUwAcA8Hvwazrvxt4dtNDtNaurx4LC7maCKWSPb86kgg+nIwPXildWv/Wo+tv60OiornvDvjHRtdvLuztVvrae1XzHS9tmgLJ/fTd95fcetVdN+IPh2/1SKxiXUolnk8u3vJ7No7W4bsI5T8rZ7Y601q7C7nV0Vx/jjxvpujRX+nQw6td6hHas5OnWTTi3JB2lyv3OR3qqF8T658O9Fn0bU5odQeaKWeVn2s8QkBdST/sgjFKL5np5fi/0tqN6b+f4W/zO6orA8J2Wv2l/rT61etcwTXQewBcN5cWORjtzW/Qtk/QXcKK87bxtFo3jfxBZak+qX8cSRNBaWVs1w8QJbc2xeQOBz7V08Pi7QppNGSG6eQayH+xSKmUYoMsC38J9vXihapNf1fUO9/P8DdorNi1zT5PEk3h+N5Wv4bcXEgEZ2Kmcct0zz09K0qfS4BRWZpGu6dqs+oQWkknm6dM0NysiFSrDuM9QcHB71Si8X6RN4Zh8QW6X9xaT/wCpjitWaeXnHyxjk0rq1/612HZnQUVieG/Eem+Jre6WxF/aywHy5obu3ME8RI67G5HXrWH4NivtP8e61pE2u6tqlqkSyRi/nEhjJxkLgDA5o+0o9/8AK4ujf9djt6Kz7PWbC7v9RsYXkM+nBTcgoQBuBIwe/ANZk/jXQYvDlnrwkupba9IFrFFbl55ieyxjkmi+l/T8dvvHY6Oisjwx4i07xDbzS2K3UMkD7Jre7gMM0Z/2kPI61r07CTCiiigAooooAKKKKACiiigAooooAKKKKACiiigAooooAKKKKACiiigAooooAKKKKACiiigAooooAKKKKAA5wdvJxxXgGt3/AIg1jS7i3vNR8VnVjeKZNGt9PCWMaCQdJGj5GBu4bOa9/p298Y3tj61Ljd/1/X9dCr6WPN77Uv8AhGvH9nq2oWGoSWlxoqW0T21s82Zt6nYwUEr06nipvhnb6hP4J1xbiwnsbi6v711hmGGG6RiOe/1r0EMy/dYj6GgknqSacvejKL63X3u4ovltbun9yseeeANbgvPCdt4Ma31S01i2sDBKs1lKkSsowcSkbD7YPNYEWpyN8PI/h4uh6gmvbfsjxGzf7PGSxzKJsbCADng59K9jLMRtLEj0zRvbbt3Nj0zVSblJyfW1/k3927EkopJdNitp0LW2n21s7bnihSNiO5CgH+VV/ENrDdaJexzW0Vwfs8mxXjD/ADbDjAPer9FTNc6fmOHu2t0OO+Dumx2Xw90bzdOjtbwWyiQtAElHA4PGa7GlJJOTyaSqk7u4jz/4jeBr7xLrUV9bW/h6REhEZOoG78zOSePKkVcc+ma3Ph54fuPDeiPY3MemRu0m/Fh53l9P+mrM2fxrpKKUfdTSHL3mm+go6iuO8Af8jF4q/wCv7+prsB1rlrHwne2Pim51iz8UX0Nrdzebcad9miMbn03kbh17GpS99Pyf5r/IH8Pz/R/5nN/EPVtVtvGiWc+q6/omlfZVaC40ax8+S4lJO5JDscKBxjp1NafwPt7228ISJqEN7HMbt2/0tQJWB6McADnrwK7xWZfusR9DVfUIri5s5Ybe8ks5mUhJ0UO0Z9QG4P40R93z3/NP9Al7zX9dLHKfD7/kavGH/YQh/wDRIqL4bstrrfifR55HN5FftckOOscpZlx6jH5VreDPDUnh4X8lzrV1rF3fzLLPcTwpGSQu0cIAOlWb/Qbe58Q2euxTy2t7bAxu0YGJ4j1RwfoOeoxxVJWcf8KX4L9ULpL1b/F/oyr8SriO28B6y0iCQvavGkZ/5aORwo9zWj4bt5LXQLC3mYmRIFDE9emai1jQ7bVdT0+8vJZWjsXMiW4PyPJxtZvXbjge9atKKtfz/T/h2N628r/jb/JBRRRTEcN8Q4Xs9b0HVZrmW9t5dVt4EsJ8eTC5Dfvkxht/Hckc9K7msrxTokOv6X9jkuJLWVJBNb3EagtBKOjgHgkZPB4q3pNvc2mnQ295qEuozxrh7mSNUaQ+pVeB+FC+GxUnezJ7jP2eTHXYf5VxXwy0Gyb4d/2bqGlqkdxdzyTwyIULnz2ZSe/oRXcUpJJ55pLr52JfTyPIPF1pd6J491LULvXPFGj6dfwQrbS6NaC5B8tdpR18t2Ht0HFdLomiW7fC3UdP0O71K9OoRyyLJqEXkzPI+M7lIXb+QrulZl+6xH0NBJJySSfeplHmg4PqrFKVpqa6W/DQ43wH4nsta0aLRorXVLe/gttksd1YyxIpGRgOwCt+BrgLjVLhvhnD4Qi0PV5NVttQjN0n2VwkSfa9wYORtcYx90nHevcmZmGGYke5o3vjG5sfWtHJuXN3s38nf9SYWha3Tb+vl/wDitH0/wD4urqepSWZ3CxjjiuGjOMYXIBqt4+0K1trLQrbS9MzC/iKO6uI0jLrlg5d2HOBk/Su9ycY7UAkdOKUfdt5P9WxrS/9dLHJNbzf8LYFz5Enk/2aFMuw7c88Z/pXWUuTjHakpRVoqPr+Lb/UHq2/T8El+h5f8QNX1a38amxudV8QaNpv2UG0l0ax89riQtjbI2xwvfrj1rU+CNncxeAvJ1S3uRMdQu2YXiDzTmVvmPAGSD1Ax6V3ysyjCsQPY0hJJ5JNEPdi1/W9wk7/ANeViidP06HTZLX7In2byijJt3Er6epryPT9IttfmstG0TUvFGpafZ3cU7R6tbG2gskR84TcitITyBy2Mc17TTmZm+8xP1NCSUr/ANaA3pb+v6/pnMfELxJZ+E9GttRvdKk1C3a6it8IFPllmCq3zD1I6c10cTiSJJFzhlDDI55rK1Tw1o2qaza6tf20k9zartiDTP5Q75MedrEHoSMitemtnfe4nurbWCuN8Q2kupfEDTreG6l06SC3eX7Vb485l4zH82V2nvxn0Irsj0Pb3rA0Lw5NYa5eaxf63datdXChIzNEkYgQZ+VQg569TzSXxp9r/k1+v3X9AesWvT80yH4g+JrTwrp1he32ly6hDPeRW25Qp8pnYKG5Hqe3NdIjBkVxnDAEZ96ydR8NaNqGuW+tXttJPd2y7Yg0zmIeh8vOwsOxIyK16Ftr3G91ba34jZZEiieWRgqIpZiewAya5H4dxnUrrVfFkwy2pTCO2P8A07x5EZH1Brr3VXUq6hlIwQRkEUkMUcMKQwxpFEgCoiKFVR6ADoKFo7g9rHH64Rr3xBsNFUh7TSUF9eDqDIT+5/EMp/OuypiQwxyvLHDGkkmN7qoDN9T3p9C0Vv6/rp8geruZPjLTZNX8MX2nwjMsseYxnGWU7gM+5ArgtT1ybxX4Sj8FW2lanDrUyR298JrR44bcIRvcSkbHGRgBTznNep04sxG0sSPTNCVpX9Pw/wCH1Hd6W3X6/wDDHkDeHdRj+IPiLxJpNnJ/aGnpAbVZARHdR/NvjBPGTgc9q9H0jXI9V8OHWLSyvMiJm+zTRNFJuA5XDAfnWvk4HJ46VQ8QaTZa9psmnakLh7eQgt5Vw8T8dPmQgj86Tvy8q/r+t/UUVHmu/wCl/wAAz/APie38X+Godbt7OazSR3QwysGZSrFTyODyK3qr6bY2mm2MVlY26QW8S7URBgAf1PvVirla+hKvbUK4v4s6jq+naVYvp0l5bW0l0iXt3ZW5nuLePP3o0AOT17Gu0pVYqcqSD7VDVyk7HlHwrW8m+I+r6hJeeINRspdLhWC91a3ETyYkbIACLjHoRmvVqVmZvvMT9TSVbeiXYHu2FZfibXrHw/pxvNQW9aNz5Y+y2sk7ZI4+VATj3rUpVZlOVYg+xqJK6sCPOvghrNrL4Jt9Ke11KC6sYi1wlxYSxAAsfulgAx+lYOjagun+Irax8B3/AIklhluz5mkX+myQ2UUZOZGV2QEEfMwyxya9kZmb7zE/U0F3IwXYj0Jq27z5/wCv+G/q4SfMn53Yh6nHSkoopCK2q28l3pd1axSGKSWJkVx1Ukda4X4e+JrDRNJ0/wAIajp2rWWqW7GCRE0+WSEsWJDeaq7CDkc5r0Onb327dzY9M0lo352/C/8AmweqXl+v/DHkXjvVtZXxfqmn3mreJNItViC6bHo1h5q3mVGTK5jYKdxK8kcDNZkFyug+GPAtxr1per5OrymWJrVppgcSfwKOT9Bj0r3AOyjAZgPQGsnWdFi1TVNK1CS5ljk0248+NVAIc7SuD7fNTh7tv62v/mFRc/3f5f5HN+Cpptd8aat4qt7W8tdNlgjtoGuYjE87KCGbYwDKBxjPXPFVPCGuQeHNc1bw9q1rqkd3e6tJNbPFZSywyJJtCsZFBVehzk8V6IzFjliSfelDsBtDMB6ZojaNrbbfjf8AMHrdvf8A4FvyPM73Vj4b8WeJoLvS9SuJtUHmWAtrZ5Em+UKAXUFUOR/ERWfBpdxeeA/B9rf6TPkarJJcW8kZYx8uRu9gcc9K9cDMBgMQPQGkyfU1MVypLs0/udwkuZt+TX3qxh+KdChv7W9urOGOPVns3tobgHBCkg7fTsK8q8OW9ndvo+ha54m8drd2txHnTpdNBto5k6DzVh27R/eDY969wp298bd7Y9M04q0r+n4Nv9WN6q3r+Nl+h5QdTl8O3PjHQ59J1O51HVLmWew8i2dknjeNVUGUDanKnhjXcfD+KaHwZpkVzC8EyxHfG4wVO48Gt8MwG0MQPTNNNEdF9y+6/wDmEnd39fxt/kFFFFMR5mviKx8M/EbxHJqOn6o73UUIt3t9NlmWTBbI3qpA6jqaYnhq7034SW73ES219pkp1MRqc+WqOZGQHtuUY/GvUQ7gYDMB7Guf8WeHrjxB5Vu2u3llp/S6s4YkK3K91Zz8yg9ODU2aSS30V+1tvx/rcpWu77b29f8AgNlD4ZxveadceKrqDyrzXHW4dD1RQoVV+mADXW1HbQxW1vHbwRiOKJAiKOiqBgCpKuVr6bEK/Xc868bW2oaZ4pnk0uGbHiK2Fo8kUTMIZl4Rmx90ctkmpPiPNqPh/SNDsdKlvtP0sP5d7e6dame5t1GNoRArfeJOTg16ECRnBIz1oVmU5UkH2qLaJf16fiy763/ra1/wX3HlXwte6j8VeINWurjxBfWLWSvDeanbbJplVucIqKc8H5SM1J4b8YaTcfE3ULpLXXFgvYkigkk0i4RSwAzklflHB5NeolmJyWJ/GlMkhGC7EfWq05ovt/wV+pNtGu//AAP8jzOXVn8N+NvFEN1pWpXE2qRw/wBni3t2dJyI2DAuAVTGf4iK5gaXrFv4O8DatJLrelW+n20kd41hCHuoDJtwfLZWJHBzgZr3IMwGAxA9M0bm3btxz65pK6S+X4aflv8AoVffzv8Ajv8A1+ZwXwtt9MmvtS1m01zxHq11OiwzSavZG3ICnI2jYmevXFd5SszN95ifqaSm2SkFFFFABRRRQAUUUUAFFFFABRRRQAUUUUAFFFFABRRRQAUUUUAFFFFABRRRQAUUUUAFFFFABRRRQAUUUUAFFFeU+LPHl/o2sSMvjTwuWiuo430ExA3IVmAI83dy2Dn7vtSurpDto2erUH34rnLHXLu58f8A9jYjFi2lrdqNvzhy4HX0wawP7S8S+I/BWtSWmp2NhcW19dW5d7LzVaGN2ULjcMNgD5v0pTbjFy7K/wCNhwXM/ml96uehAgjKkEHoQcg0V558KofE1h4M0rUdW8QWN1pCaaHW0i03y5UGOMybznH05qqfEHjw+G18bC70pdJJ89tJNp+9W3Bw37/dywAJ+7zWk48s3Ht/nZfkRGXNFS7nptFR2k63NpDcoCFmjWRQewYZ/rWP43vNbstBuJtD0m31Gby38xZrvyBGmw5YHByR6VnN8qZUVzWsNsvGXha+12TQrPXLWfU42ZHt03FgwOCM4xx9a3q84+Bd74in8Jacl74dsLTTpIDKt7FfB5JXODzHtyM8nrXo9W1a1xX1YUVgeIvFMWi3q2r6D4i1Asm/zNP08zxj2LA9farvh7V01qyN0mnanYANt8u/tjBIffaT0pLXYHpuaVYR8Y+Fx4hHh7+27b+1dwT7KAxfd6dMfrW8OorjvAH/ACMXirgf8f3p7mpT9+3k3+X+Y38N/P8Az/yNfxN4p8O+GVhbX9XttPE2fL83PzY69Aa1oJY54UmhdXjkUMjDoQeQa8j+Juq3Fr43nOkh3jubSPTtTupIN8FgHLBZM55IJJYccAV1uk6nZaf4HurfR9TiA0ki2kvr75YgxAYyc/eUBsgfhRF3g5P+tbf5a7a+Q5K01H+v63+7zOyFYdh4w8MX+vS6DZ61bTapEWD2oDBwVOD1GODXKfD3xrcan4vk8PzeKNE8TxtZm6S80yAQiIhguxlDN1znOa1/Ef8AyU3w3wP+Paft/tLTejj2ZPR90dbPLFBA888ixxRqWd2OAo9TVYarpx0pdVF5H9hZdwn52ketct8Rtuq6voXhGV2W21KR5rpQcebFFjdGfZt3NdfPaWs9k9jNAklo8fkvEw+VkIwVI9MUauLa+X9fh8mN6NJksbrJGskbBkYBlYHgg9DS1yHw0mkt01jw3JI0g0a88iJnOWMbKHA+g3YHsK6+m+jXXX7xbNplbVdQsdK0+bUNSuo7W0gXdLLIflUetJpWoWWq6fDqGnXKXNpOu6KVAcMPUZ5rkPiTcW+p3+i+H7OZLq/j1S3uLqzQ5dLfDZdx2Tkc13PYdOnahbXHJWsFFNlYrE7DqFJFeW6N4j+JWs+G28Q2tvp8UVvePCLJbbzJL2MTFC4OR5eB2wc4z3pLV/11Cx6pQSAMkgD1JxXmfjLx69v4nm0S18VaF4X+yQJJLJqkQlaZnG4KqllwAOCc/hUera5q/i/4P3+p6XqlhavFHLDeOLfzo7nZjJjORtBzweamcuWDnbb+v669kVGN5qPf/hz1AHIyCCPaiuO8B2viq00SC41bxBp9/afZQYYIdO8l0OO77zn8qpS+LtYX4VW/iYfZvt8l2kLfuvk2m58s/Lnrt/WtXG0mu1l97a/Qzpvn5fP/AIH+Z31FcFqmueMbzx1d+GdB+wW0CWaz/b7iHzBAxA4KZG/OemRiq+qeKfGGneE9Mnk023OtS6yNOkjmTyo7hfm/eL12BsZHWoj7239a2/MpK7t/W1/yPRaK47wzqXia28Y3Ph7xHfWOohrVLi2ntrXyNuc7lZcnOOOc12NPomv66fmLq1/Xf8mFFcX8RtfuNIlt4ovGGgeGd6Fg+pQiYzH0CllwPfmofDfxE0efwLDr2uazplkzyTW6TtIFiuJIyV3J7MRkClf3XLsNp3Xmd1RXA/D34k6Brfh8XGpeJNHXUI0eW4iSQL5ca4+YjsOetVNK+K3hy48e6lpk3ijRBpEdrC1nKJQPMmZmDru74AXj3ppXdhPRNnpNFYfitvEzWlk/hT7A0jXEZuDdfdMBI3FffGcVuGgfYDwCT0HNZmh+INF1yS5j0nUoLx7V9k6pnMbehyBWnXH61dWei/EK01LUJEsrW7tjb/aX+WNpB9xCfU5OB35pL4ku9/yv+lvV/Jp6Rb7f52/4PyOworE8VHxPt08+GBYnN0n237V/zwyN2z/axnFbh60IbEqtqF/ZafHHJfXMdussgijLn7znoo9+Ks1x87f298R0tcB7HQo1lkyMhrh+UIPquGH40dUv6t/X42Do2deWAUsSAAMkn0qvpl/Z6nYx32n3CXNtJnZKmcNgkH9Qa5/4l3kyaGmjWZP2zWJRZptPzIjcPIP90EGuh020isNPt7KFQscEYQADA4HJ/E801qm/68/0B9P6/rqWKYJYS/lrPCX/ALokBb8utZPjjUJ9L8J6hfWpKzJGFRh1UsQu4fTOfwrz/wAT+E9G8P8AgOHxZptskXiGySK7fUVbE1zISA29v4gdxOKUXeVvT8f+GHyt2S3e3y/4c9YDKSQGUkdQDyPrQrKw3IyuPVSCP0rxv+0rib4j+IvD1vJNYT6wLZDdn5ViT59wVv8Anoc8DvzXq+g6TYaHpUGl6ZbrBawLhUX9T9TTV7X9P+D9xHMr2X9di9RRRQMp6tqum6TDFNqd5FaRzSrDG0h4aQ9FHucGrlZXiXQNO8Q29pBqSyslrdJdRhH2/OoOM+o5PFR+MtQk0vQZbqPVLDSsEKby9wYoc/xFcjd9Mipbsrsq13obNU4NV0241W40qG8ikvrZQ80APzIp6E/mK4z4aeMZtb13UdEn8QaT4iNrAlwl/psQij2sxXYVBPzDGc5711dloOn2fiG+16FZPtt8qpMzNlcDGAB26Cqaaa7E33/r+tDUpk8scELzTOEjRSzsegHrT6zPE9pql7o8tvpF/aWVw33pLm1+0IUwcqUyOvrmpm2otoqKTauT6Lqum61p0WpaTexXtnL/AKuaI5VvpVyuS+EE/wBo+HWlzi0s7ZmjJMVpD5UWcn7q84rC8FeK9Y17xH9nuvFWjWMyyyLL4ekscXkYXOPn39wA2dvQ1bXv8qJ1UW5d7f19x6VVPV9V03SLZbnVLyK0hdxGryHALHoPrVys3xHoen+ILKOz1KN3hjmWZQrY+YdP51PYOjJdO1bTdRnu4LG9iuJbOQxXKoeYnH8J96u1jWWl6T4cXVtUhV4xdSNd3bE5y3cisDwndeOPEUdt4g/tbS9N0m5cvHpxsPNl8oHGDNuHJwf4eKI66el/n/TG9NfuO4orhPiP4ludGvBFF408O+HCIjIkOowiZ7jHp8y7RnjvVKTxtrt/oPha60OGxkudXujaymQ/u+FbLqfTK5A9KIvm2FK0dz0ikDK33WU+uDnFcTomo+Km1XWPC2o6vpsuqQ26TWmoR2OyPDAk7od3OOP4uc1hfCvT/Gvm6pJ/wlOl/ZI9al+1Q/2T80xAXcVbf8mR04OKcfefla/42CWn3/pc9UormtK1u+uta8S2cvleVpr7bfCYONgPzHvya5zUfGniOHwTomrWNpbXmoX+oSWzw7dqsoZgCPTGAT9KlSuk15fi7IHo7ev4K7PSKK4ux1TxZoupagnilrW909LRrqG7tbXyUhIwDExydxyevHAPFcjpXxOuTfaZdz+LvDOpQ6hcpC2jWiAXFqHPB8zJ8wr3G0ZzTWrt/W7X5p+XyB6Jv+tr/qevzyx28Ek8ziOKNSzseigdTVC61/RbXTYNSuNSt4rO4dY4ZmJ2uzHaAPqTiuL8Q6l4o8RReI4/D+p2GlaZpiyWs32my8+S4kCZbHzDYMMOea0/DehWGv8Aw60Wz1RWkSIpOCh2/Okm4H6ZA4oi7vXb3fud7/gtByVrL1+9W/z1On07VdN1Ka6hsLyK4ktJPLuFQ8xv6H3q5WZouh6fo91qFzYo6yahMJp9zZBYDHHpWnQtl8vv6/iLuVrbULK5vbiyguY5Lm2AM8a9Y89M/kas15lDD4qufiN4oh8OXun6diOFnuLqDz9xy+FCZGPrmrFj421ifSPDetzW8EFnc3TWeqxlMskhOyMoewLY/CnH3rd3b8f+Dp93R3B6X8r/AIfrZf09D0Wiuc0jVtT1Dxxq9lGIRo2nIsJbZ873Bw2Q393acY9a6Ojon3Dq0FFef3OteNtU8c634c0NtPsbWxhhlW/uIPN2swbMfl5G7OOueMdDmquueOtV0vwzoUerzaf4f1rUmdJrm/XEEGzBZtpxnIPAzSvon3t+P9frsO2rXa/4f1/TPSqwdb8ZeFtE1KLTdW1y1tLyXGyF9xY5OB0Bx171zfgbxpf6vLqul2uoaP4qv7ONZoLmyYW8Eyk42t97Y2c+tZHw01LxhN4w8SSzeE9NHnX0S3kv9qAmDEYACjZ8/GPSnFXml5X/ABS/Xf8AzQm0o387fr/X/DnrNFeXeLfH8sfiS/06y8aeGvDsengApqMQlkunIycDcuwDGO+c1PeePdcvNA8K6joGnW00+syeXLC75RDx8wfHQZ64qVJNJrrb8dF/XTqNrldn5/grs9KorirLWvE+hDXP+Es8i/t7Cz+2QXtvbfZ4nHOYep+YY6+44rldG+Jc66lpkt14x8Na1BqEwjfTbGMLPbBvunduO/GQDwO5qo+9JRXW347Cfuxcn0/Q9forz281jxxqOveI7HRrrSrC20coyzz23nNNmPcY9uRjP97PHpUtx411C48GeHbnTbaBdb18RxwrJzHAzD5nI/iA9OM5pLVJrrb8dh9X8/w/r+md7RXLG61/wz4e1TWPFGtWGrJawGZFtrL7KF2jJBO5s59a4zQviRcLq+lrd+MfDWuxajKI2sdPiCTWu77p3bjv6gHgY5NNay5V5fiJ6R5n/Vv69ex65RSsMEj0pKACiiigAooooAKKKKACiiigAooooAKKKKACiiigAooooAKKKKACiiigAooooAKKKKAAgMpU5wRjivLU+GviJdGfw+mvaRHpXn+cki2LfbD8+/DyEkHnjgdK9SoqeVXuO+ljjtX8Ma8viC11rw7rFjZ3C2K2Nyt3btIrICDuTaRtbjgnI9qteCvCsuheHL3SL7UTqDXdxPM8+3ax8xiefcZrp6Kb1TT6/wDDgna1v6toch4S8PeJtJtk0TUdW0m+8PwwGCGNLV1utv8ADucttPvgCsuPwL4jGmx+GJPEVk/heOQYi+zP9saIHPltJnaQckH5eleh0U73d3/XqHSyGQRxwwxwxLtjjUIg9ABgUy/gN1YXNqGCmaF4wxHTcpGf1qailJcyaYLTYxfA+iSeHPCmn6JLcJcvaRCMyopUNgdcGtqiim3d3EYHiLwX4W8RXi3mt6PFe3CJsV2kdSF9PlYDvV7w9oWkeH7I2Wi2KWduzbjGrMwz6/MSa0aKFpsD13FHUVwHgjWNIt/GfiXTbjVLKG+mvv3Vs86rK/J6KTk131VTpumm7F4dOsjdA5E5t08wH/exmpS96/l/l/kN/Db+uv8AmclrfhHXzquqT6Bq+lw2WrL/AKbbajavMNx4JQqwxkeuelZFt8MdRtvAx8MRazZOtveJdWEkkDkAqwcrMM/OMg4xjjFenUURio7f1Z3X3MG7v+vQ4rw74S1y38ZJ4m1rVdMnmFk1r9nsLQwxDLhgVBJPbuTzVfVtX0m++LGhWljqlldXNvbzrPDDOrvEdy8MAcg/Wu9qtDp2nQ3TXUOn2cVw2d0yQIrtnrlgMmna7XZA9n5nL/EmG5sptK8WWdu1w2kSN9ojRcsbd8eYVA5JAUYFdHNrGnQ6G2ttcK1isPneZH825cZwAOp7Y9avEAgggEHqD3qMQQCEQiCIRDpGEG0fh0o15Wl/X9f5he7Tf9f1qcz8N7K5Wyv9cvoTBdazc/amibqihQqZ+qhT+NdVQOmO1FN+X9WF3bOL+K6rBZaNqeFiWz1eCa5uPu+XEA24s393kdeK66xu7W+tI7uxuobq3lXdHLC4dHHqCODT5oop4mhnijlicYZHUMrD0IPBot4YbeFYbeGOGJRhUjQKqj2A4FC2sNu9hZV3xOnTcpFZHgvRZPD/AIfi0uS4W4ZJZZPMVSoO9y2MH0zitmihaXE9bHG694U1f/hIrjXfDN/pVvcXqKl5FqdmbiJyowrKFIIIHv3rbi0u5vPDEuk65JZvLcRNHO1hCYYyD3VSTiteipcU4uL2K5nzc3U5fwfpPizTYBp+uaxpF/p8cXlxfZ7R458c4LMWIP4AVzcvw98TS6CnhtvFFkmj290txbqlq4mfE3mFZWzhh1xgDtXplFVd83N/XcS93YxNP0OS18WXuuNcoyXMCRCIKcqVA5z+FJ4v0KTXV0oR3SQfYdRjvG3KW3hQw2j0Pzda3KKS0tbp/nf8wWn9eVvyMU6JIfGY8QfaE2C1+z+TtOc+ua2qKKErK39au/5sHvf+trfocRr/AIR1yXxhN4g0LU9Jh+1W4guI9QtGnKgHrHggKcDvnmr/AII8KHQPCsmi3tzBqMjz3E3nNCMZlYt0PcZ7V1FFCVouP9f1qDbf9fI5/wAEeG4vDvh6LS5vslzIhbdKsAXcD255qHTfCcNp461TxG32N4b20hgS3FuMxlGYls9Od36V01FO+txdLHC/FO/14vpui+FJNRt9XluI5fMitz9nMIYb1eXG1flDcZBNdxFvESCQgvtG4joT3p+TjGTj0pKS0VvO43q0B6Z7VxdneaXrXxMZ7C5ttRSwsyszROJEidugOMgNx9RXaVBa2dnalza2dtbmQ5cxRKm8+pwOaF8Sfa/4q36iesWvT8Hf9DjPidqGvvfaVovhSXUbfU2uY5pXS3P2drcMN4eXG0HaD8uQTXcpu2LuILYG4jpnvTtxxtycelJQtFYb1dxlw0iwSNCm+UISi5xlscDP1rC8B6TdaXo7yakqrqV7M91dgMG2uxzsyOoXkV0FFC3uD2ObXSb678ftrN9Ei2Nla+Xp43gku+RK2O2QFrpKKKa2SB6u5W1Syg1LTriwuc+TPGUbb1Ge4964y38G+JLi1ttD1zxBY3fh21ZfLhhtnS5mRfuJK5JVhjGcAZIFd5RSWjv/AFpsD1VjjbrwLFeah4guLy7BTVBEYDEu2S1ePdhwfX5qu3V1qWg+CZZNfvJb28jj8r7Rpdk7vk8KwjGSSO5rpaUEg5BIPtScfdcf60GnaSZy/wAL08SJ4MtP+EquJJ9TYuzPIRvKFiU3Y77ccdq6eiirk7shKyCuY+IHhm78Qw6fLp15a217p9ytxD9riaWBsHkOgIJ6etdPRUtXKTOO8IeFNX0zxXe+ItY1Sxup7yzjt2hs7YwxRlXLZUEk4575Oc12NFFO+wdbhWZ4ki1+aw8vw7eabaXRb5nvoHlTb3ACkHNadFJq6sCZx/w48PeJ/DOijSNT1bSL22gj22ptrSSNw2SSXLMcjntiqV34R8U61qlpJ4j1Xw+1lbXAuP8AiXWEkNySpyo3sxGOBnjkZrvaKq/vc3UHqn5/ruKTkk0lFFIQy4hjuIJIJlDRyKVYHuDXH+H/AA/4y0F4NNsde0ebQYJP3cd1ZyNdCMnJXeGC55ODiuzooWjuD1VjgtY8F683ijVdW0PVdIhh1YAXK39m08seFC/umBAXgZ5B5rC13QNX8O2vgrRdL1Oyk1CPVpGjubuBmjO5ZD8yqQSfpivWqY8UUjI0kUbshyhZQSp9R6Uo+7ZIJ+9q/wCtv8jnfCPh7UbDUL7Wtf1KDUNXvQqO1vEY4I41yFVFbJHXnJPQVT07w74n0bXrqTRtY0ldGvLw3Vxb3Vq7zgtjeEdWAAwBjINdjRTWjuhvW5xer+FfEX9u6ld6DrtnY2eqpi8We3Z5kbGC0TAgLwB1B5pbLwTcW3h7QNKOqLK+lXb3DzMhzMG3cex+bk12dFJKysvJ/dqhPV3fZr79GV9Us4NS0+4sblSYZ0KOB6GuQ8P+G/F+kXFpaDVfDV1pNswVTLpjfbGiHrIGC7/fGPau3ooWjuN6qxwmoeDfEC32sw6L4gtLLSNZkaa7je3ZrlJGUKxjcHaBgDqDXVeGNMbRtAtNLafzzbps8zGN3PX61o0ULRW9Pw2B6u7/AK/qwUUUUxHEX3hvxhB4o1PVfD+u6La2+ooiyR3dnJJIm3PKsrAd/Sq/iq28PeF/hy/huS/j+1eSWsYpJAZ57nJZGVepO8joOK7+oJ7Oznmjnns7aaWM5jkkiVmT6EjI/Cpcbx5ehSdnf+rmN8PNKn0jwlY294zPevGJLp2+8ztyc+4zj8K6Ciirk7u5CVkYmj6HJYeJ9Z1hrlJE1FYVWIKQY9m7qe+d1V/GvhubW5LDUNPu4bTVdPdmtpLiLzYSGADK69SCB2xXR0VNtvIpaX8/1MTwpZ+ILNZf7euNCmcn92dMsmgAH+1uJzUfhXw/Loup63ePdJMNSulnVVQgxgLtwfWt+infW/lb8n+iFbS3z/r7zidS8J67ba5d6l4X1HRYY74h7mDVbFrhVcfxRlSCM5Oc5rSuvD9/fTaBdXl3ZLc6axe4FvAUjlY4zsXPyjjvmukopJJJLtb8NhvW/n+pU1vT7fWNIu9Lu94guomicocMAwxke9ct4b8P+MNLubW3uNT8MXWmW/yD/iWOt0yDhcvu27sY5xXaUU1o7g9VY5/TPD0lnqHiK6a6RxrBXYoQgxYjKc+vXNZX/CEXEfgzRdKt9USHVdG2PaXgjPlmRRj5l6lD3AOfeu1opdEvT8Ngvv8Af95zMOi+INV0TUdJ8Y6hpV1DdwmJW0y2eFkBGCfnZsn0qn4b0Lxjpt3bRXupeGLrToBs+TTHS6ZR935923PTJxXZUU+txdLBRRRQAUUUUAFFFFABRRRQAUUUUAFFFFABRRRQAUUUUAFFFFABRRRQAUUUUAFFFFABRRRQAUUUUAFFFFABRRRQAUUUUAFFFFABRRRQAUUUUAFFFFABRRRQAUUUUAFFFFABRRRQAUUUUAFFFFABRRRQAUUUUAFFFFABRRRQAUUUUAFFFFABRRRQAUUUUAFY3iPWZtOvNMsLO2S6u76cJsZsBIh96Q47Dj862f0Fcb4WH9t+NdV8RPhrazzp9jnnaV4mIPuQtJayS+f9eu349BvZ/wBf13On1nUINK0i71O6OILWFpZMeijJxUXhy7vr/RLW81G1itbmZN7RRsWVQT8vJ9sH8a57x4W1fWtI8KRFtk8ou70r0EUeDsb2fkfhXYKqqoVQAqgAAdgOlEdU3/Wn/B0+QPSy/r+uvzFooopiCiiigAooooAK5/xb4s0/wzd6Xb38F1IdSn8mN4gCsfTLPk8KM10FcL8SLGDUvE3hvT7lQ0NwLmNx7ELUybTXqvzKVrO/Z/kdMmuWjeKG8OrHMbpbNLvfgbCjMVAB654q/HdWskvkx3ds8v8AcWZS35A5rxp9X1KPX/ETJIyavpfhnyZWROUdXkIIHspWptX0Xw5pngbQfEXh6zgj8QzTWzxXdsALi4kdl84MRy3BfIPSrSTt2dvxbSCSs7df8km9fmemX3iTSrPX7XRZ7iMXFzG0gbzUCoFOMNk8HmtUTwGEzCeEwgZMnmDZj69K828YeFfCVx8UtFbUfD+kyC9gl84zW64mk3DGc9TjNL8VrePTdK0HQNH0jTjplzeLG9k9x9mtpPSJmAI2tzxjnFZxk+VX3vb8bC0vpta/4HpEM0M6b4JoplzjdG4YZ+opRJGZDGJELgZKBhuA9x1rgPhv4f1vR/EV9cSaHo2gaTPAirYabfedH5oJzIF2qFJyAT3wK3NNsPC8fxB1PULO8D+IZbVEvIPPJKRBvlOztz3q+39f1/kLv5f8D+vU6WsnxVrUuhad9tj0TU9XUH547FULouOWO5gMVrVR8QkDQb/LAf6O/U47VnVk4wcl0Lgk5JMyfA/i6PxVph1SPRNU0qxaNZIbi/EapMp7qVY9PfHWreg+JtI1l7xLa5iRrS6NswkmQF2AByvPI5rD+ElraX/wd8P2d5DDdW8umoksMgDK6nqCPSsP4ZeD/Bv9o6/I3hvRvtdjrLC3LW6h4AEQrt9MHkYronFRqyh0V/waRkm3BS8/0Z6jVPW7ySw0q4uoVhknRCYYpJAgkfsuSauVj+MdI0jWdAurfWdPs76GOJ5ES5QMquEOGAPesJ35XY1hbmVyTwnfalqfh2zvtX09NOvpow01skm8Rt6Bu9X1urRpvJW7tml/55iZS35ZzXL/AAlUN8LdDijcJ/oCKCp+78tch4b0yPwTr+nx6/4X0W5muLg21v4gtnEl5O7EYaVcfLnOCdx6VrJfvHEi3LBvqv6ueuVm+JNbsdA0mXUr9x5ce35A6h2ywHAJGetaZ61xHxm0XSdT8E3lzqGl2l5NbbDFJLEGaIb13EHtxmsasnGDaLppSkkzppdVtm0mW/tJoLgpCZQiyqx6ZwcHioPCmtx614f03UJWtoLm8t1ma3WYErnsAecVkab4f8M6T4PuLrQNI0yya5sNzyWkaqZAV6kiuBsvDukaT4F8C69ZW23VpL+zV71jmZkYnMZbrs4+7W3L78o+cV97l/kjKLclFrqm/uSPZ5ri2hYLPdW8LN0EkqqT9ATUteKX9jqfibxj4ojm8J6DrsttcmCB9S1Iwy2sW0bTGuxtvJPzA/yr1PwVa6tZeFrG01ySOTUIkKytHJvXGTtAbvhcDPtUx1jf0/EqWkrGwSAMkgAdSaiFzbGRYxdW5kYZVBKu5h6gZyaq+I/+Re1L/r1l/wDQDXnHw/8Ah5pV54D8L6oszprMUcF2mouN8yqF4hB6iMZwF9qI6t9lb8b/AORTVo3PUZ7m2gI+0XVvCT082VUz9MmnvJHGhkkkREHVmYBfzNeN6zZX3iPx94gtrjwnoPiE2myKJNU1Iwm3j5w0abGA3c/MDzgeldDd+FfE1/8AC/T9G1C5sZtTtpEkmgln329yivnymcjkbflzj8KlO8Ob0/H/AC/4YGrS5T0GK4tpkLw3MEqL95o5VYD6kHihbi2aXykuYGkxnYsqlseuM5rzPSLjT7fwt4q0GHwvp/hvULW3Z7qHTiGgfMfDK4AycEduKzE0TRdF0TwHqGlxRjX7qa3BuDJm4uFMRJRm6lR6HpgVS1flp+N/ysQ3b8X91n+p69NdWsDBZ7q3hY9BJKqk/mae8kaDLyIgxnLMBx615ho2j+HfFOs+LbjxhZ2d/dWd48MYu0Gba3UnyymemfUdcVk2Nu2uaB4DttUlvZIJZZ1zJIQ80Qx8rn+JSOCO4qVK9vO34/1+Zcklfyv+Cv8Ap+R7JBNDOu63nimXOCY3DjP4Uxbu0eXyUvLZpc48tZlLZ+mc1w3hHSbLRvHPiTQtEhj0uxltFmWK3XakcpO3eoHQ4ArD8P6fD4K8R6euveFNDkmvLt4bXXLNg91LI25gZE2/L8ucncf1pp3aXcl7PyO68V61q2m32l22j6Zb6kbm5Ed2GuAj28RB+cLnJ7fnU2u662ma9pGm+TE0V/5nmSu+3ygu3n07965j4qaPo6614Z1r+z7Iaodbgia72gTFNj/KW644FS/ErTbPV/FnhWxvizWrtMZEWTasg+T5W9VPcd6Wto+cv8i5JK/+G/5ndRTQSoZIbiGVB1dJAyj8RWDoOtavqHijVrC40qCHSrUL9jvo7gSfaCQMggHjGT+Vc/4K0zT9M+IHiPSNFt7eDQfskTSWsKgQpcFiHGOmSu3NSeB9L0nR/iJ4jtdJsrOxgKI3lW6hVLELk4HemmuaPZr/AIP6Ey2fk1/X4l/xP4g8RaL4n0q3/s3SZdF1G7W1Wb7RILlWKFiSmNuPlPeui1u8ksdKuLqFIpJ0QmKOSQIJG7Lk+tcv8T2X7f4Q+ZR/xPFz8w4/dSV0HifSdI1nR5rXWLCzv7dVLrHcqHQMAcEZ71M3ak36lpLnj6L82v0GeFdSvr/w1Z6lrllDpV3LHung84MkR9N2cGk8NeJdK1+y+1WdxGn7xoxHJKm8kHHABrA+FOn6dqXwi0LT7+ztru0a0CvBKoZCNx4IrJ+Dfhbwkmlm/j0DSV1K1vJEEwgUSxEHgZ6jjFazVq0o9Ff80v1M2rQ872/B/wCR6WrxsCVkRgOpDA4+tKjK67kZXX1U5FeX6rcP4X1jxDoVvuH9tqs+nIP7zYjkC+/LP+FegeGNJh0Lw/ZaRCdy20Kxlz1dgOWPuaiOseb+r9V8hy0dv6t0+/8ARmjUUV1azSGOG7tpXHVUmVm/IHNc/wDFK9vtO+Hut32nSyRXMNqzLJGuWT3HvXF65oXhrQbLwtqvhOxtrbVri+t1WazAElzEzL52/H3hgnOelOOr+aX3g1p97+47bxnrupaXcabpmiWFtearqUrJAt1IyQqFUsSxUEjgHGAea1tEbV202NtdgsYL/J8xLORniAzxgsAentXmXjfwjbTfFPw8p13xJH9saYsY9TdTFiNjiP8AuDjtXqWmWi2FjFZpPczrEu0SXEpkkb/eY9TSh8F3u/8AOwpP3rLoTTSRwxtJNIkaKMlnYKB+JrJ8N+JNK16yF1Z3EaZkMYjklTeSPYGr2r6fYapp01jqVnBe2sinfDMgZG47g1598HvCvhKPSP7Qi0DSU1K2vJEEwgUSxsMcZ6jFKL9+z2t+q/zHLSKa7/5nV6D4kW/1bXLK7FtaLpt99ljdpgDKNitnnv8AN0Fb0ksUcfmSyxxx/wB93Cr+Z4ryaLwtoeuax8RbzV7MXzxXUiwpMdyQsIFO9FP3X/2hzwKpa3cahfaL4L0h9Ps9XtrgOGttQvDBBcMgYKjna27AUHBHUZo5tl10/FP/ACKnFKT7a/hb/M9milimQSQyxyoejRuGB/EU6uF+GGha3ot9qrXmlaXo2mXDI1tp9he+fFCwHzFRtXbk8kY5ruqpkLdkUl1ax/626t4+dvzyqvPpyevtT2kjXG6RFyMjLAZHtXklr4e8N6jc/EDUvEMMNykGoz+X9qcNHbYjUmSNT91vVhzwPSoLuxuPEFp8NrXVLi5haWe58xo5CrvGI2wpP91lABHcGiKvZen4pv8ACxckoya8n+Fv8z2GGaCZS0E8Myjq0cgYD8RTYrq1lkMcN3byyDqiSqzD8Ac1554p8OJ4K8L+JtU8KsLGG6SLFlbxYSE7lR3UDvt3E/XNUNV0PwzoUfhHVPC1nBBqd1eQoLi0AEt3GyksZSOWBwCc96UXd/cvm/0JkrK/r+CT/U9SmurSFwk93bQueQskyqfyJpRPbsgdbiAqwJVhIMEDqQc814T4ks7XxBrPjK1v/CN54ivp5WtNN1GO3DxWuM4QuTmPbnkgHrXQ+IPClqurfD3w2x+y28S3IlS0Plq4EQLIcdVPII7jNELyS87fk3+A5Kza7X/D/M9WhmhmTfBNFMv96Nww/MU2K6tZnMcN1byuvVUlVmH1ANceND0fwFp3iDVrJWg0qdRIdPtY9ixNtC/JjpnHP1JrgbIS6d408IXkHhPQPDp1S55msb7zLi6haNmxKuwZycEkk80Rd5W/rr/kJrRv+tD243VqpIa6twQMkGVQQPU80r3FsiCR7qBEPIZpVAP45rwvTPDuk32tWc13bmZ7nWb9JyzZ82MOP3beqf7PTgVSt9PtNU8L6JDqEf2iGHQLt1ic5TcqnaSO+O3pS5vdbfT/AORcv0Glf70vvdj6CjlhkZljmikZfvBHBK/XHSmxXNtM7Rw3VvK6/eWOVWYfUA8V4haK3h9tXm0dHWaTwxDNM/mEO7GVlMjP1yFA+bsFHpWl4M8Na5/afh/WNK8L+G9FjUrLdX1lqpklvI2TkSL5Y35JDcnrV297l9P1/wAiL+7zfP8ABP8AU9dkubWMZlureMZxl5VXn05PWpRyMjkV5V4c8GaN4i1vxbNrUZvo3vCkEE/zRW7c/vFU8bs9/rXo3h3T5tK0Gx02e8e9ltoVia4dcGUj+Iiog+aCk+qT+9X/AAKlpJpdG19xfoooqhBRRRQAUUUUAFFFFABRRRQAUUUUAFFFFABRRRQAUUUUAFFFFABRRRQAUUUUAFFFFABRRRQAUUUUAFFFFABRRRQAUUUUAFFFFABRRRQAUUUUAFFFFADJ4xNBJCWZRIhUspwQCMce9VNA0q10TSYNMs95ihXG6Q5dz3Zj3J7mr1KAT0GaQzMtdFs7fX7vXFMr3l1EkLl2yFRCSAo7dTWlRSkEHBGDTASiiigQUUUUAFFFFABVe5sLO5ure6uLaOWe2JMEjDmPPXH5CrFFICjBo2kwazPrMOn26ajcIEmuQvzyKOgPrWdpfgvwnpesHWNO8P2NtqBZmNwindk9Tycc5Nb9FC02G9dzN8Q6DoviKyWy1zTbfULZX8xY5gSA3TIx9aYPDmgjw+fD/wDZNt/ZRXYbQglNvp1z+tatFFugXZi+G/Cfhvw280mgaLa6c04CymHPzgdM5Jq5BpGlwaxPrENhAmo3EYjmuQvzugOQCfTNXqKdxBWZ4i8P6J4itEtNd0y31C3Rw6xzA4DevBFadFJq47mN4a8K+G/DPnf8I/otrpvn4EvkAjdjp1Puaj1Hwd4W1LWo9avtCs7jUomVkuWB3qVOQeD2NbtFO7umIKy/Efh3QvEdtHba9pdvqMMb70SbOFb14I9a1KKTVxrQw9B8IeF9BhuYdF0O0sI7oBZ0hBAkA7HJqHQ/Avg7Q9RXUtI8O2NleKGUTRhtwB69Sa6KinfW4vIKbNHHNC8MyLJHIpV1YZDAjBBp+DjpSUhmFoXg/wALaELgaNoVnYi5XbMIgcOPQ5NXm0XSW0+009tPgNpZuj20O35YmT7pX6Vfop3F1uYXiLwd4V8RXCXGu6DZ6hMi7VeUHIHpwRWvY2ttY2kVnZwrDbxLtjjXoo9BU1FJaKyB6jJoo5oXhmQPG6lXU9CD1FMsLS2sLKGysoEt7aBBHFEgwqKOgHtU1FMZieI/CPhjxHLFLr2h2eoSRAiNpQcqPwIov/CPhnUNGttGvdFtZ9Otf9Rbvu2R/TnNbgBOcAmkpWVrBd3uc5P4V0zTvCOpaL4b0u1sVuYXURR/KrMVI5JzVX4f+BfD/hfT7Ge10Kys9WWzSG5niyzFsDdyTjqO1dbRTTabfe34X/zFZaf1uYXiHwb4V8Q3aXet6DZX86DaskqnIH4EVpz6dYTy2ss1pE72mfs7Ff8AVZGDt/IVaopW0sN6lOTS9NkuLq4eyhaa7i8m4fHMkf8AdPtWVoXgfwfoV+NQ0fw7Y2V0BgSxhtwH4k10NFNabC6WOb1vwD4L1zUX1HWPDVhfXbgBppQxY46d6m1DwX4T1DSrTSr7QLO4sbMYtoHB2xD25zW9RSsrW6Du73M3TtA0XTtGfRbDTLe2051ZHt0B2spGCD35rI034deBdNv4r+w8LafbXUR3RyoG3KfzrqsHGcUlO+t+ouluhzWteAPBWtajJqWreGbC9vJcb5pQxZsDA71a1Hwj4Z1HR7bR77RLW40+1x5Fu4bZHjpjnNbdFKytboO7vcxfDXhPw14ZaZvD+i2mmmcAS+QCNwHTOT7mmSeDvCz+ID4gbQrM6qW3m6wQ5bGM9cdPat2inre4ujRxsOk61rvjS01rX9JttOtdIZzYxrcrO8znI8wkY2jaT8p7967KiihbJDeruBAIIYAg9QRkGsHRPBfhPQ9RbUtI8P2VleMCDNGp3c9epreooWjuHSxVuNOsbi/tr+e0ikurXPkTMPmjyMHH4E1aopTweaBCVhN4P8LNr/8Ab50Kz/tXfv8AtQBD7vXrjP4Vujk0Udbh0sVIdL06Fr1orOFDfMXuyB/rmIwS34ACq1/4d0K/0T+xLzSrafTf+fZl+Qc5+vWtSilZDuzJ8N+GdA8NxTRaDpNvpyTsGlWHPzkcAnJNa1OZWUfMpH1FNpt3EcBo3w70ebxPrmt+ItBsbu5uNTa4sp3Yswjwu3gHA5B4NdrcafY3F1aXU9pFJPZkm2cjmIkbTt9MjirVFC0SS6Dbu2+4jqroyOoZWBBBGQRWHong3wromqSappGg2VleyKVaeNTuIJyep9a3aKXW4dLHj2r+B9TbWNYnvvh7pXimW7upJrfUJ9TWApG33UKdfl/XNd94Q8NLpeh6PBq0keo6lpsbCO6ZTmMtnIX2wdv4V0dLg4zjinH3Y2X9f1f/ADCT5nciuYIbq3kt7iNZYZVKOjDIZSMEGsHSPAvg7SJo5tM8N2FrJHKJY2RTlXAI3DJ4OCRXRUULR3C/QzodB0WF45ItMt0aOV5kIX7rv95vqe9RReGvD8UMcMej2iRxwtAiheFjb7yj2Na1FKwFG20fSra6+1W+nwRzeQLfeF58oHIT6ZJrK03wJ4N03WF1jT/DljbagjtItxGGDBjnJ647mujop31uLpYrWVhZWTzvaWscLTv5kpQY3t6mrNFFIYUUUUxBRRRQAUUUUAFFFFABRRRQAUUUUAFFFFABRRRQAUUUUAFFFFABRRRQAUUUUAFFFFABRRRQAUUUUAFFFFABRRRQAUUUUAFFFFABRRRQAUUUUAFFFFABXJ+JJ5NU8YaX4dtZpo47f/Tr14m24C/cjYjnDAn8q6meVIIJJ5DhI0Lt9AM1ynw3he7iv/FFwpE2rzb4iRz9nXPlfoaS1l6a/wCX+fyG/h9dP8/w/M0vHWrvovhm4uLf/j9lxb2S9d078IPzq34Z086VoNnYtNNM8ceXeVyzFjyck+5Irn9QDa98R7ax2sbHRIRczZX5JJn4QfVCufxrsacfhv3/ACW36/KwS3t2/P8A4b9fMKKKKBBRRRQAUUUUAFcf8WPEWr+HPC1xd6PpN9dzeUx+0weWUtiBwzhyMj6A9K7CsPx/pl1rHgzVdNsgpuZ7dliDHALY4FTLuVHV2K3hrxNeXuny3WteG9U0GC3tlme6vniKSDGWI2MT781nWvxEge4tWvvDes6bpl3L5Vvqdx5ZgkP8JwrFgG7ZA6ikW4v/ABb4O1Lw83h3WNEujp5gSXUoFSGRypUbSGJIzz06Vh3X/CQ+I/DWm+DH8L6tpckLwJd39xCotQsJU5jIOW3FBjIHWtPt/d93V/IlfDr/AMN2+/8Aqx6oeDWT4o1230HT1uZbe4u5pZBFb2tuAZJ5D0Rc8An1OBWqa4f4t6Ffata6de2ceoXCWE/mT29hctBcSJ38tl6sOwyM+tZyb09V+Y4+ZqaD4ti1Jr63vNH1DR9RsohNLY3mwyGM5w4KkqQcEdc8Vk2fxM066NncR6Hqw0q6m8hdTYIIEk3bQpBO7k8ZAxzVLwTo9jv1a8ttD8a2d81p5Qk1+4MnmDnCx5dumfbrTb/Q9Yk+Eek6UunXDX0V9BJJBj5lVbkMSfYLzVxV5K/938W7/hb0f4pavl73/JW/Fv5fh0ev+Ln0/XDo2m+HNU168jj8ydbF4l8gEjG7ew65HTNXtQ1+HT20eO7srmKbVJ1gSM7SYXYE4fnHGO2a474kW1tda5JJb+FfGjanFFsi1HRyIopCeVDsHBdQcZBHapddtPFKeHfCep39hJquo6ZdxXGoQWagysAhB2KcAnJ6ZFTB6e93/C7/AKYST+z2/Q61fEFq3iHUNE8ibz7G1juZH42Mr7sAd8/Ka5bT/itpN/a2moWei6vLpc8620l/tQRW8zPtCMCdx5xyoI560nhuPXdQ8beIdbvtAu9MtbvToIrRZ8eY23fkMOzcjI5+tbPw70f7L8PtL0rVdNRHiQmS3mjB2tvYgkevQ04rS78vxvf8Ehza5rL+tI/q2Gv+Ml07VJdO07w/quvTW8fmXRsdgFuvX5i5GTjnAya3NE1O11jS4NRsnLQzLkZ6qe6n3B4NeXeJfDVxY+M9Y1C703xlqNlqTpNCfDt88fllUCFZEDKP4eDz2Feh+B9OstL8M21rp9lqFlBlpPJv23TqzHLbzk85PrRDWN2E9JWX9bGjqlzNZ6fPc29jPfyxoWW3gKh5D6LuIGfqa4DwB438S6rcXkN/4N12VBqbwC53W4S1T5flfD5O3OSQD1r0iuB8L3OqeG9b1PR7rwzrV3Ffao9xDf2kKvbqj7QC7FgRjHOAaIfFr2/VCl8Kt3/RlAeLZ9F8Z+KYI9I1fXZIpRKbe0K/uIgi/N85C4yDwOfauxPiSCTw1b61p9hd6iblQYLSADzXbumSQoI5zkgcVn6Lp9/Dr/i2aW1lSK7kzbsRxL8gHH4iuW1DTfE9p8ONG0+Cy1hYxezHU7fTjtvDCWYr5ZBGDnaevTNZwv7NL0/Fsp/Ht3/BI6zSPGL6gmpwHwzq9rq2nortpcxj8+UMMgoQ2zp71z/w+8ceJtWuL2G/8H65Mg1WaAXGbdUtIwRhHw+SV7kA/jUfwu0bULPxnqeoyaXr9np09sqwNrF0005IAyG3E7fYAmr3hW41Tw1ruqaNdeGdZu4b7VZbuHULSFXt1SU8b2LAgjHOAa1jur9V+Tt+Wor+6/X9P8/6Z39Z+vam2l2XnQ6dd6lcMdsVpageZKe+CxCjA55IrQrivixFrk1jp0emw6vPp5uD/aUWkttu2jx8vltkEfNjPPTNRJ7Dia3hTxRHrtze2M+k3+j6hZFfOs7zaXAYZDAoSpGCO9b9ea/CvRtQsfFmr38uma5Z6fcQoLZtXummuDgDIYsTt5zxk16VVdEyFuzzz4oXTt4g8PWtxaeIrW0XUYNl/YyRiCSRm4jkBYNjjnjvXWeK9etvDumrd3EE11JJIsMFvCQHmdiAFUsQM5I6muR+KuoapcXGm6fp/hHxFqP2LUra8kuLa3RomRGywUlgS3titbxfcWeseEYH1Lwh4jvEuGDi0t4VF5bMpyGPzfIQRkEGp/5d3Xf/AC/4Y1aXMvT/ADNrw3ql9qttLLf+HdS0N0fasV60bM4x94bGIx2rVrh/hbBrcL6j9qi1q30fev2GDWW33inA3FmJYkZzjmu5HWrfQyRxur+P7ez1S/0ux8P6vrF5YANcxWgQbEOfmy5AI46ZzVq/8babBoem6lY2t1qkup/8eVlbbRNN/exuIA298movDun39v4l8V3E1rLHDd+X9ncjiTAbOPzFcjpGi+INC0XwVrn9iXN3NpEE8F7p8SA3IEvAKDODjqeRUxWi5n/L+Kd/xSXle/kX3a7tW79v66/idlo3jEakl/CPD2q2+rWIDSaVKY/PdT0ZSG2EdutYHw98beJdWMseoeDtckU3kkf2rNuI4FDHCsA+TjGOAa1PCEGpap42vvF17pl5pNu1oljb2l4gWcqr7y7AEgckjGe1VPCdzqnhvV7/AEK78M6zdRT3rTQ6haxK9ttclvmYsCMZx0NCXvq/b8br80KXwO3f8LP8md9WL4q8RW+gRW6mzudQvbp9ltZW2PNmPfG4gADjkkda2q4vx1FqVj4r0HxPZaRe6tBZRz29xb2SBp/3oUBlUkAgbTnmjqv6/rsNLcqeA9cubrX/ABTf6xZ32jxW5Dtb3sisYVAyThCRj6Vf0zx7FdX9rDe+HNY0qzvXMdnfXXl+TOwzjAUlhkDI3AVj2Gj+INcg8YG801tJfWICtmJHwRlcAOR90564zgVieFvDtpJeaZY6x4b+I3n27KGlub95bAOnRuX5Xjj5fSimtUpeX/B+ZMn7smvP/gfL+kd3rHjB7TX5tF0rw1quvXNsFN39ieJRb7gCobewzkHPGaofFbxRrfh/wm95pOiajJO8W43EflFbQ8cOGPP4A1j/ABGtYbzX7iey8LeN11ZUCJqOknyreZuCvmEOC4HAOR04rf8AEmk+INX+FcmmXrW82vSWS+d5fyxvMMZx6CkvgUn3X3f1/TKa96y6r8bf5lrS/FF9LpF9qGq+E9Y0eOyt/OJunhJnAGSE2MeeO+OtZmnfEzS76bT5IdI1QaXfv5UOqOqiASdAhBO7OeM4xU76tf8AiLwfrNiPC2u6ZcrYNGi30CoJnKkYTDHPTvjqK2fDWlwR+F9Msb/T4v8AR0RvJkjBCODkHHYg81X23fZW/W/9d/ucfZVt9f0t+f8AXTI1jx5HZ6he2uneG9X1uLTyFvrqyMfl25xkg7mBbA5+UH86vJ4w0uS80SGFJpINajL2tyABHu4wjZ5DEc4x2NcvZy6/4TXWdGHhbVNWF7NJJZXdhGrRASZ/1xJBUhm7A8Cpdb0C90n4UWxkkhOraQVvo2B+QT9CoPp8xGahStFSltpf9fu/TqW4ty5Y+dv0+/8ArY6geKdO/tzVtLkWWNdJt0uLq6YDylD5wM9cjac1m6T47jvL+1hvPDur6VaXpK2d9dhPKnPYAKSwz23AVQsfDt3rXww1aLd9n1HxFHJcP5n/ACyaTohPoP61z/hfQbSXVNNt9W8N/EQXNtIrmS71B5rFZEOQw3PyvAI+WtIxanyy8r/r93T8b3Jk04c0fP8AS339fwsdV408YSWo1TSdI8P6trU9vaSfaZrFo1S1YqcBi7DnBB4zWp8OZpbjwPpU07SNI8CljI2Wzjua5W5/4SDRb7xXplr4Zv8AUm1mRprO6hA+zKDEExI2cqcg9Ae1dd4CtLux8H6bZ30JguooQssf91u9Zw7+S+/W6+Q57pev6WfzGfEWWSHwLrM0UjxOlqWDoSGXkcgisLwx49gl/sizu9G1W1tL1RHaapcbBBcP2AGd4LZ43AV0Pj21ub3wZq1pZwPPcS25WONPvOcjgVyKf2r4sj0HS5PC+saRDpl1Dd3E+pQrGGMZyFjwxznnrjtTp/xHf+7/AO3X+4J/Cv8At7/22xu6942GnaldWdn4c1fWI7Jd19c2ezy7buQ24gkgc4UHis74ifEHQ9J8IG5h1J47m+tg9oUt5HyrHaTkKQCMnrjkVzOt+G7jT/FOtyalpXjnU7bULg3NvJ4fv3WMKVClJE3qA3B9eCK63XtFKfCaTRdB0+/XKIYrWdt04zIGbcSeT1J5qJXdFvr/AFcuNlVS6f8ADWKHwwn8E22jXGs6Tqmo3EsNsv8AaM15NcFdxAJIWX5Rk/3a0dO+IMNxe2Md94b1nSrLUHEdlqF15ZhmY/dACsWXd23AVf8AFGiXeufDabQUYRXUtlHGPM6Ky7Tg/liuaup/EHiiHRtAfwvqujtaXMU99eXUSi3Ij6rEQSWznjIHSt5O9RpeXpbq/l2/Myiv3afV3++yt9+pq6n8RbK11TU9KsdD1bVtQ0wk3FvahAQmM7wWIGOvGc8dKvXnjWwj0XTtQ0+xvdWm1LItLK1C+dIR94ZYhRtwc5I6UzwdpdzaeIvE11dWbRJd3eYpGUfvUAGPqOtYXxK8MSG+0nUtP0/VpdOsw8c1nodw1vcANn5owpAbk8gkcZNYpvlV+tv1/wCB+Pyt7vyv/X5nWeFfEcOvJdRmxu9NvrNwl1ZXWPNhJGVyVJU5GDwT1rbri/hjpmn2v9oXlrpHirT55nVZW1+YySy4HBUlm4GMV2lasldTze98ceJoPiDLpcXgvXrm0S3ysEbW4Mh/56Al/un0Jz7U/wAY+Ip9O8XeE7uax1JGuY7gf2ahBkd/L+VDg7c5xyTgetX/ABQdS0XxxbeIrfQ9S1m0ltWt5Y9PjDyxsOh2kgYOT37VPewX+o+NfC+sR6beQW0cVwZxMgVoC0eAHAPBJqKSdo3/AL1//JvzVvw9Aq/at5W/8l/J3/rUt6B4xsdT0vUry6s7vSZdLcpfWt3tMkJ27gDtJByCOhPWqui+OY7/AFK0tb3w7q+jwX4/0C7vPL8q6JGVChSWBK8/MBwKyNQ8M6tqUvjy3SGS2/tG5hks5WbaJQkadGHI5UjPasnwhoNlJrWlLqXhz4hpd2bhxNf3zzWMcoUgsNznK8nBx0NVDWSv2X5alTXKtP62t+Z63RRRQSFFFFABRRRQAUUUUAFFFFABRRRQAUUUUAFFFFABRRRQAUUUUAFFFFABRRRQAUUUUAFFFFABRRRQAUUUUAFFFFABRRRQAUUUUAFFFFABRRRQAUUUUAFFFFABRRRQAUUUUAFFFUtX1ax0lbdr6Vk+0zrBCFQsXds4GB9KQF38qKbLJHFE0sjBI0XczMcAD1NVdF1K01jTIdRsWka3mzsMkZQnBI6HnqKYy5RRRQIKKKKACiiigAoorO8Q6zaaFpxv72G9lhDBStpavO+T/soCce9JtLcaTexo0Vn+HdYsPEGi22saXJJJZ3KlomkjKMQCRyp5HINaFNpp2YgooqjqurWOmS2cd5IyNeTrbwAIW3SN0Bx0+tAF6iiqOtatY6NbR3OoStHFJKkKlULZdmCqOPcigC9RSng4pKACiisey8TaNeeJ73w3b3DtqdlGstxEYyAqsSAd3Q9KXWw+lzYooopiCiiigAoorO8R61Z6DprahfRXskCnkWtq87j32oCcUm0txpN7GjRVDRNXsdZ0eLVtPaV7WVSyF4yjYH+yeQfas/wx4w0XxFfXdjp41CO5tFVporuykt2AbOCA4GQcGnbWwul+hv0UUUAFFUrbVbG41a60qGRjd2gUzKUIChhkc9+DV2ktVcYUUUUxBRRRQAUUUUAFFFFABRRRQAUUUUAFFFFABRRRQAVg+JfCth4hureTUrzUWtofv2MdxttrjnP7xMfN+db1FHVMYAYAA4A6UUUUCCiiigAooooAKKKKACiiigAooooAKKKKACiiigAooooAKKKKACiiigAooooAKKKKACiiigAooooAKKKKACiiigAooooAKKKKACiiigAooooAKKKKACiiigAooooAKKKKACiiigAooooAKKKKACiiigAooooAKKKKACiiigAooooAKKKKACuPhZte+JErdbDQogq8ZWSd+c/VNpH411tx5v2eTyNvm7Ds3HjdjjP41j+CtGm0TRBDePHLfzytcXciElTK5y2CeSM9KS+K/b8/6v8AOw38Pr+X9aelzO+JdzNNp1r4ctG/0nWpfs7AHkW//LZh7hTmuntLeO1tYbWIARxIqLgdgMViw6LdSeOJtevpIXgitlhsY1JLRk58xjnpuG3p6Vv018Pr/S/rzB7+n9P/AC+QUUUUCCiiigAooooAKbKSsMhBIO09KdWZ4ksNU1CxEGk66+jTbvmmW1Sckem1+Kiom4tIqO5z3wefy/hbpkhaNNsczbpDhR+8fkn0rkJPHBtfEVlNY+NtU1hZrwQzadLpZjtQpO35JfLGcHuW5xXY+EvBN3o3hy68O6h4mn1fSprZ7dIXs44TEHJ3HcvJzuPWqEXw4vmtbGwvvGd9dadp0qyWVqtnHEse05AYqcuMcfN9etbNp1+Z7XX3X1/D/hyamsJcu7vb9Px/pmJr+ueM/wDhJbwWGvi2trbVY7KK2MKlZFdGYlzjPGOMfjVTUL3xDqWjaTbvqiXWpWnitrOK8uYwCyoxAZggxn6Cu8ufBNvNfXF0dRmUzagl8VEYwGVWXb9Pm61Tvvh+0lh5Nh4huLC5GsPqsdwLZJCjsc7NrcED1rOnpFc3938OW/4839WHP3ua3n+cv05SvZ6rrnhjX9T03WdXudftotON9FNNHGkikbiyYQAYwBjvXO+J7LxJd+HNK8Qat4pupo7jUbZzpkcEYtkBmUKA23fwMHk9a7rRPCIt5L+613VZtd1C/h+zTXEkSwjyRnCBE+UdTyOTn2rHj+HFzJBa2epeLtQvbKwnWaxg+zpGISr7sMVOZBjj5unWnC6nFyezj+Em387W+771NXjJLrf8kvuvf7/ur/E3xFHY6xLajx1qGiTRQl47bTtO+1b++ZT5b7eeMccV1Hw71e413wbp2p3ZVriSMCRgpUOw6tg9M+lZmqeCb6XxBqmqaR4pudITVgBfQR2kcnm4XaCHb5l4Hat3wjocPhzQLfR4LiW4jgyFkl+8fr6/WlC/K7/1/X9JDn8St/W39fqap5BAOD6+lcH4Rj1Sw+J2s6Vf63Nq8X9nQ3KST2sMciFpHBXcigkYA65rupVdonWOTy3Iwr4ztPrjvXD2HgnxJbeKm8QyfEC5nnlRIZ0OlQKskKsWCcdOp5HNOPxaj+y1/W5Q+Imt6pY+LI7O78Q6v4Z0g2waC8sLFbkTS7sFXyjbcDnPA4rv9JkSXS7WSO++3qYlxc8Zm4+8dvGT14rD8S6D4k1S4nWy8aTaZp86GN7NdNhlBUjDDe3PIzWv4d0m10LRLXSbIEQW6BVz3Pc+30pQ+HX+v6/pClvp/X9f0ybVbyPT9Mub6RWZIIzIQvU4rjvBdp4q1u1sfE2o+Lr22iuz540q3t4jbqmeE3Mu/t613E0cc0LwyqGR1KsD3BrktC8JazolzDBp3jK6TRYHzHpsllHJtTP3PNPz496I/E7+Vvxv+n3A/h/r5fqYvxK8RxWOqS2qeOtQ0W5hhLpa6dppugx5x5p8ttvPbI4rpfCOsza78PotWm4lmtZQ5AI3FQV3Y7ZxnHvWdqXga9k1zVNQ0fxVdaPBqxzf28VpHIZTgKSJG+ZMqAOOnWrcXhO/sfB1t4c0PxLcad5JcNdNapO8iMTlSH479etSl+7ae7/4N/0/yG3+8TW3/Df8H/Md8K/+RIs/99/51U0gk/GPxFkk/wDEts/5SVa8E+GNW8OadJYTeKptTg2nyBJYxRGFj3yv3voaztJ8E+I7LxQ+vzeP7m6mnWOO6jOlQIs0aZ2rx93qeRzWkfi+QlpCS/rdM5nxP43ln8Sazap4u1PQF0yU28EFnpT3K3DgZ3SN5bAA5AwCDW7J4l1vWtD8NWVjLJo+oa2zrJdGL54FjBJZUcdWC9x3rX1Dwlqcer3eo+GfFd14fN62+7iS0juEkk/vgP8AdPTp6VP4i8MXer2umyjX57XWdOcvBqSW6MdxG1iYz8pyCRioj8Kv5fr+tuu3QJfFeP8AW39bGJ4A0++034geJbfUNau9Ym2Qn7RcxojkbF4wgA/SvQSCBkg4rmvCXhRdB1S+1STVbrUby/2m4eYAAsoAyADhRx0HFSaF4bn0zxNqusya9f3seoFSlnMf3VtjP3Oe+aI3SjF+f5v+vzE9215fkjoKKKKoAooooAKKKKACiiigAooooAKKKKACiiigAooooAKKKKACiiigAooooAKKKKACiiigAooooAKKKKACiiigAooooAKKKKACiiigAooooAKKKKACiismXxN4bh1f+x5fEGlx6luC/Y2uVE27025zmjrYOlzWoqIXVsb02IuIjdBPMMO4bwucbsdcZrL1rxRoOk6RNqd1q9gkETtFue4VVaVc5jyf4uDxUtpK7Gk27I2aK5vwb438OeKLO0bT9W09r+eATPYx3SyTReoIHPHerx8T+Ghq50c+IdLGpB9htPtK+du9Nuc5q3Fp8r3JTTVzWooNc94/1u70DQ0vrMQmQzpGfNXKhSeTSW6Xdpfe7Dbsm+1392p0NFZ+l65oerT3EGk6xYX8lu22ZLedZDGfRgOlaFLzGFFFFMQUUCuL1LVfFmq+NL7QPC93pWnx6ZDFJdTXtq1wZDICVChWXbjafXrS62HbRs7SisPxdrjeH9B+1GH7XfyMsFtAgx50zcKPYZ6ntVof24PDm4/ZZNY8kttC7YjJjITrx2Gfxobsm+wLdLuaVFZHhHWk17RY7zyjBcKxiuYT1jlU4YfTIOD3FXk1Cwk1GTTUvrdr6NA8lsJAZFU9CV6gU2tbCLNFFFABRRRQAUUUUAFFFFABRRRQAUUUUAFFFFABRRRQAUUUUAFFFFABRRRQAUUUUAFFFFABRRWD4l1i7tNW0nSNMEDXl7LucSjOy3X77geoyv50uw+jZvUVQ8Q6nDouhXuq3A3JawtIVHViB0Huab4al1KfQrSfV/I+2ypvkEK7UAPKgDJ7YprqDNGimXE0dvBJcTOEijQu7HsoGSa4/SvGerarIl9p/hG4l8Ps+0ag10FlZc43rBt3MOmMHkc0LV2QW0udnRWZrfiLw/obRLreuadpjTZ8oXVwsZfHXGevWna1/al1pBbw7qFjb3LYaOe5gM8RXv8AKpGcjvmpcrK4Ja2NGiub+G+salr/AIKtNU1M2326QypIYIysZZZGUEKSSB8o71T8N6p4mXx1faBrt5pd3AlqbmB7S1aFlG4AK2WOeD14q3FqXL/Wgnorv+tbHYUUVz/jrxdpHhDRpL/Urq1SUIzQW8k6xvOR1C56mpuOx0FFc3H4w0PUtBv7zQNZ0zULq1smuGiguFlMZ2kjcAemeKPC/i7SNSgsbO61jTF1ueIM1isyiXOM8JnPTmn1a/r+tBdL/wBdP8zpKKzda8QaDojxJrWt6fprzf6pbq4WMvzjjPXmtCN0kjWSN1dHG5WU5BHqKBjqKD0461xvh3VfFCfEC+8O69eaXeW6WC3lu9paNCy5kK7WyxzwPahauwW0udlRWZrXiLw/oksUOta5p2myTDMSXVwsZcZxkAnnmpL7WtGsLZLm+1aytYHj81ZJZlVWTj5gT25HPvSAv0VkS+INKntb3+y9UsLy6toPOMcUwcqD0JA7HBrO8H+MNL1bTtNhvtY0xNbuojI1kkwWThiOEznoKa1v8vxv/kxN2t8/wt/mjqKKx/E/iTQ/D1q7arrWnafM0TvAl1OsfmEA4wCeeRVTwz4lt7nwVB4i1q9srOBgWknZwkKrnAOSeBUprUbWx0dFUtH1bStZtftej6laajb7ivm20okXI6jIq7VCCiuW8dazrFlfaNoegG0i1PVppFjnu4zJHEqLvYlAQWyAR1rW02a80+ytrfxJqmnS6jM5RXgiMCStyQqoxJzj37ULVXG1b+v67GnRUDXtmtxJbtdQCaNN8kZcbkX1I7CqUHiTw7PqMemwa9pst9IgkS2S5UyMp6MFzkiktRGpRWbrmv6DoSxNretafpglJEZu51j3464z1rL8XeOPD/hzRI9UuNSsZBMU+zxm6VDOpYAspPUDk/hScklcaTbsdNRWToXibw/rkDy6TrWnXwiQPMLe4WTyhjJ3Y6Vj+DvEd5rvifWI4dR0G/0SAILSSwuVllBIO7zACce1VZ83KK/u8x11FZeteJPDuiSxw61r2m6bJIMol1crGWHqATzVu41CwtoUmuL63hjkQujvIAGUDJIPcAc/SlfS47dCzRVDRda0fW4Hn0XVrLUoo22O9rMsiq3oSOhq/TEFFFV9Sv7HTLN73Ury3s7VPvzTyBEX6k0m7DLFFUtH1bStZtTd6PqVpqNuG2mW2lEiA+mR3q7TEFFch4y8S3Vlr+k6Nomp6B9smuVF7aXlyqz+SQTmNSQS3TFdNqeoWGl2bXup3tvZWyY3zTyBEX6k0r6XHZ3sWaKo6NrGk61atdaNqlnqNurbGltZhIob0yO9Xqb0EFFcbe/ErwlZ+LRoFxrmlRKLd5Zbp75FSKRWC+Uw7NyT+BrpJNY0iPSBrEmqWaaaUDi7aYCHae+7pil05ug2mnYvUVzmteKbFvA+seIPDepafqX2K1lkjkhkEsXmKucHB/SrGleILP8AsLSbzWL+ys7jUEXy1eQIJJCPuoCeT7U1q2vT8f8Ahg6J+v4Wv+Zt0Vl6t4j8PaReRWWra7pthdTf6qG4uFjd+ccAnnnirl7f2Nkoa8vLe2UgkGWQKCPXmldWuFtbFiiqWjaxpOtWxutH1Sz1GAMVMttMJFBHbI71dpiCiuX8b6vrVpqGkaH4fa0h1HVJXVZ7qIyRxKqliSgILZwR1rU064utOsLeHxNq2myag7MPMhjMEcmMnCoxJyFHPPY0ltcb0djUoqho2taPrUEk+j6tZajFGcO9tMsiqfQkdKg0nxP4a1e8ay0nxBpd/dKCWht7lXcAdTgGnbWwvM1qKyp/Enh23ujaz69pkVwEaQxPcqGCKMs2M9AAcn2q/Y3lpf2kd5Y3MN1bSjMc0ThkceoI60LVXB6aE1FQaje2enWUt7qF1DaW0S7pJpnCIg9yelcv4T+I3hTxA7Qx61pcF2bt7aC2N6jST7TgMo7hu1C1dkD0Vzr6K47SfG1jHqOtW/iLVdL01LXU5LOz86URGVVVT3PzN83aum1PVNM0vTzqGpaha2VmMZuJ5QkYz0+Y8c5pdLjas7Fuiqulalp+rWSX2l31tfWr52TW8gdGxwcEcVapiCiszW/EOgaEYhret6dphmz5QurhY9+OuM9akvta0aw0xdUvtWsrWwbG26lmVYjnp8x45pX0uMv0VSsdX0m/04alY6nZ3VielzFMGjPOPvDiobPxDoF5qT6ZZ63p1xfIu97aO4VpFX1KjnFHWwvM06K42X4l+EIfE8+iXGvaTCsMe5rh75AofumOzCuoj1LTpPsvl39s/wBsUtbYkB84DqU/vAe1C1V1/X9WG9HYtUVWfULBDcK97bqbVd1wDIP3S+regqrD4h8PzaomlQ65p0moOodLVbhTKykZBC9cEc/SmtQNOisvUfEnh3TdQTT9R17TbO9kxst57hUkbPTCk5NalHS4vICdoLYJwOgr5+8S+IJdV8OSXkY8IWNqb+MR2bRySaqm2UYLFW4ORnJGMV9A1njQtCF090NE0wXD/flFom9vq2Mmocbu5XNpZHGRarp+l/FKG61a+hs0l8PptlncIJG8xSVUn7zew5qr8OVs9Y8AeIJY7eO6il1K+kiWWEE58xsHaw4P616FfaXpd/5X2/TLK78kgxefAsnlkdNuRx+FT29vb26FLe3ihVmLFY0Cgk9Tx3NVJc0ZRfVNfe7ii+W1u6f3KxwXw3u9DfwBp9rpE2lDXY9N2tFF5YukcDkMv3h75rlEm8Kv8ILexVbV/EZIVICR9uW73naxH3xg4OTxjrxXr1to+j2t899a6Rp8F2+d9xFbIsjZ65YDJzQNH0caidSGkaeL4nJuhbJ5pPrvxn9aqUuabk+tvwben3/kKKUYqK6f1r/XfuTaasy6barcZ84QIJM9d20Z/WuN+OK2r+Cdt8yLbG6i8wu+1QNw6ntXdVDe2lpfW7W99awXUDfejmjDofqDxSlq0/NP7ncErRcfJr8LHAwLotz8VNHm8KyWkkFtp86XktiytDgsm1XZeC2AcZ5616JVXTdN03TI3j0zTrOxRzl1toFjDH1IUDNWqOiX9dw63OB+IkPjKTWYm8Pf8JR9l8kbv7Mu7OKPdk9RMpbPTpxW38PY9cj0V18Qf2v9q8zj+0poJZdvsYQFx+tdHRRH3U0OWrRHdQRXVvJbzrvikUq65IyD7jmvIPB3gLwi3xT8U2h0tzFYx2b26/bJsozB8nO/J6DrmvY6ijt7eOeS4jt4kmlAEkioAz46ZPU4oj7suby/VBLWPKch433J458HNIVFmJLhW3dN+1dn456V2vO73zWN4x0GHxFoj2LytBOjrNa3C/ehmU5Rx64PbvUoi1s+HPIa4tU1fySnnrkxh+gcZHXocYxmknaL8n99/wCvusN6yXpb8f8AgnP+A8nxh4yaH/j0N7D5fpu8kbsfjmrdrP4OX4lXlvAqJ4rezU3DFXDPAAMcn5T26c1p+FNFi0HRItPjkaWTJknmbrJIxyzH8ScDtVDRfCcVl4nu/El/qE2qanMpihllhSP7PCT/AKsBeo4HJ54prRxXZW/C2n9bCbupPu/16/1vqdJRRRQIKKKKACiiigAooooAKKKKACiiigAooooAKKKKACiiigAooooAKKKKACiiigAooooACQASTgDkn2rjvBgOseJ9Z8UScwh/sNkD0VY8h2H+9wfwrrp40mgkhkyUkUqwBwcEYPNQaTp9npOmwadYQ+VbQIEjXJJAHqTyT7mkt7/1/VtPmxva39f1f8jl/Gf/ABOvFOj+F05hjkGoX2D91UOYwfUMQw/Cuy4HAGAOg9KpW2lWFtqt1qsMOLy6RUmlLEllXO0DPQDJ6VdoWkbf1/VrA9WZHjS1nvfCeqWtqpeaS2cIo6scdPxrA+H3izw+PBekW0upW1ve29tHbS2LSAXCyIArKIvvHn0FdtVAaJoo1EakNG04XwbcLn7Knm7vXfjOfxpx0b7O34X/AMweqXlf8bf5HnXjDXpZfGGrabBH4SsjaW8XmSa8jSSXIYNgQopzxjsOcitT4P6pZ2nwi0a61TUrW2i8oqJbiYRp948Aua7O80fR7y7S8vNJ0+5uUxsmmtkeRcdMMRkUtxpOk3FktjcaVYTWinKwSW6NGD7KRips+Rx72/X/AD+Q202v66HG/A/VdLuPANtBb6nZTTQvcPLHHcKzRr5z/MwByB7modP8QeH5PjDdNHr2lOH0zy1K3kZDPvX5Rzyfau1sdF0WwaRrDRtOtGlXZIYLVIy6+hwOR7VDH4Z8NRyiaPw5oySK24OtjGGB9c461o5Xqc39apr9SZap+bv+NzVrk/i3Zx3fw+1gtZx3Msdq7JmIOy8fw8Zz9K6yhgGUqwBB4IPQ1m0Umr6nHJe+G7nwNqX9h3OjyTLpLecLNo96/uz98LyOc9a5K60nS9M+G/hm8sbOGC4S7idZwMyZZgG+Y8nIJ4zXqFloui2JmNjo+nWpnG2YwWqJ5g9GwOR9asNaWjQpA1rA0SEFIzGCqkdMDoKpaVOfzi/udyGm4cvk196seS+Ip9SX4meIYp7vwdZK0cS27eIY5Pmj2fN5TbgvXGcc5rvPhpp02leD7Wym1Ky1EKWMc1mxaEIfuqhJJIH1NbGp6TpOqFDqmlWF+Y8hDc26S7c9cbgcVPa29vaW6W9pbxW8KDCRxIEVR6ADgUoe7HlKnrK5IzKqlmYKoGSSeAK86tPEHh9/jTdMmvaUyvosUKkXkZDSee3yDnlvbrXorKrKVZQykYII4IrKTwz4ZSVZU8N6MkitvV1sYwwbrkHHX3pxdpXewX91o888ba9LN4l13TbdfCViLOACZ9dVnluS0YI8hQwOADjgdayPD0NtqWm+DBeRx3CR6fdNGrA7Rt2gfK3OB6GvYr3RtHvrpbq90jT7q4X7ss1sjuPoxGanWysl2bbO2XYCExEvyg9QOOM1nyPlt/XUbld3/rZHi3gK3tra08PtbxpGZ/Dc0kpXq7YHJPeltI/DE3wy8PWGiSWM2tm/t5AtpKslyhE+WLYJYKB1zxivZ47GxjCCOxtkCJ5abYlG1P7o44HtVew0PRNPuTdWGi6bZ3ByDLBapG/PXkDNbOV3f+tJSl/7d+BDXvOS8/xUV+n4nnn27Q7XxJ42bxTLZm/QBLNbpVZ3h8hSfKQ/e+fP3R1qmNcXT/h74Wt4bXTN19dMsVxq2UtLY4Y5kXI7DGPevU7vStKvLuO7vNLsbm5iGI5pbdHdB6BiMilvNM0y8tRa3mm2VzbhtwhmgV0Deu0jGfes0v0/D/MtvX+uyX6Hm3wguppvH/itZbjRpv3Vrk6RG6WpO1+VDE5PqRwa9UqtZafp9iMWNha2o2hf3MKpwOg4HQVZq29EuyJ6t/1sjyHx94K8L3HxW8KrNpzN/aUtybsfapR5hWEkYw3y8j+HFbnj+103w+3gxYlFppljqrFpJJCUhUxOMs7HgZOMk9676S3t5J455LeJ5os+XIyAsmRg7T1GR6U29tLS+tntb61gurd/vxTRh0b6g8GlFuMYpdP83+mg27ybfVW+9WPOF1bTdW8d+J5NOukuY49KCtKnKN8o+63RvwrHi0nS9P8Ahh4Cu7OzihuDqVk/nD75LE5+Y84OOmcV63a6bptrH5drp9nbpt27YoFQbfTAHSpDZ2ZgigNpbmGIhoo/LG1COhUdBj2op2gtO6/CUn/7cJ6y5n5/ikv0PPdPn0O2+I3iKXxfcafFctsFidQKrF9m7BDJ8pOd2cc9M1rfFC2sLz4fXFxb2tpdRRmKSN44lcLGJAWKkDpgHpXTanpOk6ps/tTS7G/8v7n2m3SXb9NwOKsR29vHbC1jgiSALsESoAm30x0x7VEo3p8pSlafMY3he/8ADFzpaS6PdaM6CBWnNq0XyjaPv7en41yfg/VvDK/FjxHHp+qaKqXEFmsK29xEBK2xshQp+Y/Su7sdG0axWVbHR9PtFmGJRBbIgcejYHP41DbeG/DdtNHNbeHdHgljO6N47KNWQ+oIHFac3v8AMStIOPp+DT/Q4XRrrw7beKPF3/CZy2MVw103knUSgD2v8Aj3df4vu81i6fpqXfhzwNZaraSC2bUJ3hgmc52Dlc85x3we3tXrepaPo+pukmpaTp986DCNc2ySFR7FgcVZe3t5DG0kETmL/VlkB2duPT8KiKtbyt+Dv9/5a9ypO97db/imv1/I43w/b21l8WdZtbGGK2hksEleKJQqlwyqGwOM44rd0XxRoes6xqOkabe+de6awS7j8th5ZPTk8H8K1lhhW4a4WGMTMNrSBRuI9CeuKjgs7O3nlnt7O3hmlOZZI4grSH/aI5P401fRdFf89Ce79CeuJ+KmuNpX9k2cVvpZmvpmVLrVSfsduFwSZORknPH0rtqr6hY2OowfZ9QsbW8hzny7iJZFz64YEUmr2KTsea/CO8mn8d+I4pLnRpgII2J0iN0tWbIG5dxOTjjI4r1Kq1jp+n2KhbGwtLRQu0CCFUAXOccDpmrNW2rJdiEtWecfFzUfDtvqPhzz7/SIb+LWoGl3yxrMibH5bPzBenXitT4jQ6drGjadeQeJNHsWhuEubSW9nQ2lxt52tz8yn2rob3w/oF9ctc3ug6VdTsMNLNZxu5HuSMmn3GiaJcWkVncaNps1tDxFDJaoyR/7qkYH4VOvLbre/wCX+Rblr8rfn/mc78M9ck1SLULOaz0pHsptjXWlKBZ3JwPmTGfXue1djUFhZWen24trCzt7OAHIigiEaA/QcVPVNko868RR6Dpvxc0681iDS7Syn0mZPOuYo0iaXzVIBZhjdgHrz1q18R9etdP03RodOh0WSK+uFS3urxh9ghHZm2kAj07V2Opadp2pQrDqWn2l9ErblS5hWRQfUBgeabPpWlT2CafPpdjLZpjZbvbq0S46YUjAqNeVLt/ncpu7v5HidneTTL8SoprrRJlXQVYnR42S1JIkyy7icnjqODWr8LXTTdYs/wDhOpbWS+vLeP8Asa7fi2EWP9SgbpJnJ55OeO1er2+k6VbwvBb6XYwxPH5bxx26KrJ/dIAwRyeOnNOuNO064jhjuNPtJkt2DQrJCrCJh0Kgj5T9KuLs7+i+6/8An+nUJPmVv66f5f1Y8bum1KbxF4ntbzUPBGnzTzbD/b0cgmKFMK0bbgMYx93oevNbmp6LCE+H2kancW+qJFOi+bE5McoCHBBzll+uc16JqWi6Nqkqy6no+nX0ijar3NskrKPQFgeKsLZ2arAq2luq2+BABGAIsdNv938KmmuVRXa34Ez95vzv+JxvhGGC0+KXiu0tIo4IBa2cnlRKFUM3mZOBwM4ruKjSCBJ3uEhiWaQAPIEAZgOgJ6nFSU+iXZDerbPI/GvgfwrcfFLw7HNprsNQaZrkfa5R5hEbEYw3HTtitP4ieG9HuNT8EaG8Lrp8ep/LCJW5AjcgFidx6eteiyW9vJPHPJBE80efLkZAWT6HqKJIIJZI5JYY5HiO6NmQEofUHsaUPdUUun/Bt9wpXk5Pv/TOB+I/hxdL8MeJ9Y8Ppcw3d7aIstvZoFGE4yqgfewTWbrk3hi9l8JReDzp0+opfwv/AKCyeZHbgjzfM28gY7NXqlUbDRtG0+4a40/R9Ps5mGGkt7ZI2Ye5UZNOHuteqf3dPT8tRy1X9dTxy00vTLjXbeSe1hkeXxHPvZuS2IkIGfT26V33wX2/8IDAFxtF5dgAdAPtD8CurWxsVYMtlbBg5cERLkMeC3Tr71JbwQW8XlW8McMeSdkaBRknJOB70qfuw5fT8El+gS1/rzk/1/AWeKOeF4poo5UYYKOoZT9QeK88+GE3huzbUtOujo9rqq6zceVBMsST4LfLsB+bHpivRqoy6No82oLqM2kafJeqQVuXtkMqkdCHIz+tOOjuJ6o830vRdIuz8S7y6sYJ7h7y4iZ5BuwojGAAeFPJ5GDWbrVxqC2fgqQTaNFZrDJtn1hJHtVkwwAcqQBxgAtxnHevY1tbVRKFtoVExLS4jA8wnqW9T9ajudP0+6svsNzYWs9px+4khVo/X7pGKmzuvl+Ca/UuUuZv5/jb/I474XafcQX2s6jJrXhu+S8lRjDobMYIWVQOhJwTjPGOtd1VTTdM0zTI3j0zTbOxRzudbaBYwx9SFAzVuqfREdWea6JPoVr478TP4vuNOivmmUWp1EqqG2ydgjMnyk9c7eeme1WfiNrsdpqOhadYx+HkF2JWhvtWb/QYlC5IwCASeg9K7TU9I0jVGRtU0mwvyn3Dc2yS7fpuBxReaRpF7bR2t7pNhdW8X+rimt0dE/3QRgfhUpaJdir+833PHvDFw9x4b+IqzTadIv2hd39nI8dt/qVyUVjkD/8AXV9P+Efmh+H9n4Wk0+fUYJ4Zrg2jiR0j8lg5kZSTjcRwx616Lr+g2934cv8AS9NtrOze6j2ZWIIp4wM7RzxxT/C3h/TdB021htNN0+2uUtkinmtrdYzIQoBJIAJBI71cXZ37cv4X/AmWr9b/AI2/E5PUl8PaX8Vml1iHSbO3ubDMUl1HGkbsMZ+Zhjdz9al8bXmm2fjPwVqUlzawaagulFzuVYF3KgX5vujPauz1LTNM1NETUtNs75UOUW5gWQKfbcDii50zTLqxWwudNsp7NcbbeWBWjGOmFIxUw91K3Rv8W3+pTd5N91b8LHmM2p2GqN8R7nT5xNCLGRfMC4Vv3fUHuPccVueDvA+gt4N8LtBE1vNZxxXcc6EGRnaPkFjyR8x4rtIdP0+GFoYbC0iiddjIkKhWX0IA5HtU8aJHGscaKiKAqqowAB0AFEUoxsvL8Lv9RN338/xSR4ZbrqV1deI7G/1LwNYTT6hKrjXEkW68sufLKNuA246bfbNeyeGLaey8OafaXV4l7NDbqj3CH5ZSB94exp2oaJomozi41HRtNvZgMCS4tUkYD6sCavRokaLHGioijCqowAPQCnHSNvT8Al70ub1/EWiiigQ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H//2Q=="/>
          <p:cNvSpPr>
            <a:spLocks noChangeAspect="1" noChangeArrowheads="1"/>
          </p:cNvSpPr>
          <p:nvPr/>
        </p:nvSpPr>
        <p:spPr bwMode="auto">
          <a:xfrm>
            <a:off x="36512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Google Shape;209;gfbfb7723cc_0_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525" y="3098800"/>
            <a:ext cx="9094788" cy="24892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20002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Google Shape;872;p81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35919151-B4C0-4937-A686-EB084E54DD49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72</a:t>
            </a:fld>
            <a:endParaRPr lang="en-US" sz="1800"/>
          </a:p>
        </p:txBody>
      </p:sp>
      <p:sp>
        <p:nvSpPr>
          <p:cNvPr id="64517" name="Google Shape;875;p81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64518" name="Google Shape;876;p81"/>
          <p:cNvSpPr txBox="1">
            <a:spLocks noChangeArrowheads="1"/>
          </p:cNvSpPr>
          <p:nvPr/>
        </p:nvSpPr>
        <p:spPr bwMode="auto">
          <a:xfrm>
            <a:off x="274638" y="1271588"/>
            <a:ext cx="9658350" cy="327501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 anchor="t"/>
          <a:lstStyle/>
          <a:p>
            <a:pPr>
              <a:buNone/>
            </a:pPr>
            <a:r>
              <a:rPr lang="en-US" sz="2000" b="1" dirty="0">
                <a:solidFill>
                  <a:srgbClr val="0000FF"/>
                </a:solidFill>
                <a:latin typeface="Arial"/>
                <a:cs typeface="Arial"/>
              </a:rPr>
              <a:t>C++11</a:t>
            </a:r>
            <a:endParaRPr lang="ro-RO" dirty="0"/>
          </a:p>
          <a:p>
            <a:r>
              <a:rPr lang="en-US" sz="2000" b="1" dirty="0">
                <a:latin typeface="Arial"/>
                <a:cs typeface="Arial"/>
              </a:rPr>
              <a:t>Lambda Expressions</a:t>
            </a:r>
          </a:p>
          <a:p>
            <a:pPr>
              <a:buClr>
                <a:srgbClr val="000000"/>
              </a:buClr>
              <a:buSzPts val="1100"/>
            </a:pPr>
            <a:endParaRPr lang="en-US" sz="2000" dirty="0">
              <a:latin typeface="Arial"/>
              <a:cs typeface="Arial"/>
            </a:endParaRPr>
          </a:p>
          <a:p>
            <a:pPr>
              <a:buClr>
                <a:srgbClr val="000000"/>
              </a:buClr>
              <a:buSzPts val="1100"/>
            </a:pPr>
            <a:r>
              <a:rPr lang="en-US" sz="2000" dirty="0" err="1">
                <a:latin typeface="Arial"/>
                <a:cs typeface="Arial"/>
              </a:rPr>
              <a:t>Blocul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b="1" i="1" dirty="0">
                <a:latin typeface="Arial"/>
                <a:cs typeface="Arial"/>
              </a:rPr>
              <a:t>capture</a:t>
            </a:r>
            <a:r>
              <a:rPr lang="en-US" sz="2000" dirty="0">
                <a:latin typeface="Arial"/>
                <a:cs typeface="Arial"/>
              </a:rPr>
              <a:t> </a:t>
            </a:r>
            <a:r>
              <a:rPr lang="en-US" sz="2000" b="1" dirty="0">
                <a:latin typeface="Arial"/>
                <a:cs typeface="Arial"/>
              </a:rPr>
              <a:t>[ ] – </a:t>
            </a:r>
            <a:r>
              <a:rPr lang="en-US" sz="2000" b="1" dirty="0" err="1">
                <a:latin typeface="Arial"/>
                <a:cs typeface="Arial"/>
              </a:rPr>
              <a:t>observatii</a:t>
            </a:r>
            <a:r>
              <a:rPr lang="en-US" sz="2000" b="1" dirty="0">
                <a:latin typeface="Arial"/>
                <a:cs typeface="Arial"/>
              </a:rPr>
              <a:t> / </a:t>
            </a:r>
            <a:r>
              <a:rPr lang="en-US" sz="2000" b="1" dirty="0" err="1">
                <a:latin typeface="Arial"/>
                <a:cs typeface="Arial"/>
              </a:rPr>
              <a:t>restrictii</a:t>
            </a:r>
            <a:endParaRPr lang="en-US" sz="2000" b="1" dirty="0">
              <a:latin typeface="Arial"/>
              <a:cs typeface="Arial"/>
            </a:endParaRPr>
          </a:p>
          <a:p>
            <a:pPr>
              <a:buClr>
                <a:srgbClr val="000000"/>
              </a:buClr>
              <a:buSzPts val="1100"/>
            </a:pPr>
            <a:endParaRPr lang="en-US" sz="2000" dirty="0">
              <a:latin typeface="Arial"/>
              <a:cs typeface="Arial"/>
            </a:endParaRPr>
          </a:p>
          <a:p>
            <a:pPr marL="342900" indent="-342900">
              <a:buClr>
                <a:srgbClr val="000000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2000" dirty="0" err="1">
                <a:latin typeface="Arial"/>
                <a:cs typeface="Arial"/>
              </a:rPr>
              <a:t>Daca</a:t>
            </a:r>
            <a:r>
              <a:rPr lang="en-US" sz="2000" dirty="0">
                <a:latin typeface="Arial"/>
                <a:cs typeface="Arial"/>
              </a:rPr>
              <a:t> [ ] </a:t>
            </a:r>
            <a:r>
              <a:rPr lang="en-US" sz="2000" dirty="0" err="1">
                <a:latin typeface="Arial"/>
                <a:cs typeface="Arial"/>
              </a:rPr>
              <a:t>contine</a:t>
            </a:r>
            <a:r>
              <a:rPr lang="en-US" sz="2000" dirty="0">
                <a:latin typeface="Arial"/>
                <a:cs typeface="Arial"/>
              </a:rPr>
              <a:t> &amp; by default, </a:t>
            </a:r>
            <a:r>
              <a:rPr lang="en-US" sz="2000" dirty="0" err="1">
                <a:latin typeface="Arial"/>
                <a:cs typeface="Arial"/>
              </a:rPr>
              <a:t>atunci</a:t>
            </a:r>
            <a:r>
              <a:rPr lang="en-US" sz="2000" dirty="0">
                <a:latin typeface="Arial"/>
                <a:cs typeface="Arial"/>
              </a:rPr>
              <a:t> nu se </a:t>
            </a:r>
            <a:r>
              <a:rPr lang="en-US" sz="2000" dirty="0" err="1">
                <a:latin typeface="Arial"/>
                <a:cs typeface="Arial"/>
              </a:rPr>
              <a:t>poate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declara</a:t>
            </a:r>
            <a:r>
              <a:rPr lang="en-US" sz="2000" dirty="0">
                <a:latin typeface="Arial"/>
                <a:cs typeface="Arial"/>
              </a:rPr>
              <a:t> un argument particular tot cu &amp;</a:t>
            </a:r>
          </a:p>
          <a:p>
            <a:pPr marL="342900" indent="-342900">
              <a:buClr>
                <a:srgbClr val="000000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2000" dirty="0" err="1">
                <a:latin typeface="Arial"/>
                <a:cs typeface="Arial"/>
              </a:rPr>
              <a:t>Daca</a:t>
            </a:r>
            <a:r>
              <a:rPr lang="en-US" sz="2000" dirty="0">
                <a:latin typeface="Arial"/>
                <a:cs typeface="Arial"/>
              </a:rPr>
              <a:t> [ ] </a:t>
            </a:r>
            <a:r>
              <a:rPr lang="en-US" sz="2000" dirty="0" err="1">
                <a:latin typeface="Arial"/>
                <a:cs typeface="Arial"/>
              </a:rPr>
              <a:t>contine</a:t>
            </a:r>
            <a:r>
              <a:rPr lang="en-US" sz="2000" dirty="0">
                <a:latin typeface="Arial"/>
                <a:cs typeface="Arial"/>
              </a:rPr>
              <a:t> = by default, </a:t>
            </a:r>
            <a:r>
              <a:rPr lang="en-US" sz="2000" dirty="0" err="1">
                <a:latin typeface="Arial"/>
                <a:cs typeface="Arial"/>
              </a:rPr>
              <a:t>atunci</a:t>
            </a:r>
            <a:r>
              <a:rPr lang="en-US" sz="2000" dirty="0">
                <a:latin typeface="Arial"/>
                <a:cs typeface="Arial"/>
              </a:rPr>
              <a:t> nu se </a:t>
            </a:r>
            <a:r>
              <a:rPr lang="en-US" sz="2000" dirty="0" err="1">
                <a:latin typeface="Arial"/>
                <a:cs typeface="Arial"/>
              </a:rPr>
              <a:t>poate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declara</a:t>
            </a:r>
            <a:r>
              <a:rPr lang="en-US" sz="2000" dirty="0">
                <a:latin typeface="Arial"/>
                <a:cs typeface="Arial"/>
              </a:rPr>
              <a:t> un argument particular tot </a:t>
            </a:r>
            <a:r>
              <a:rPr lang="en-US" sz="2000" dirty="0" err="1">
                <a:latin typeface="Arial"/>
                <a:cs typeface="Arial"/>
              </a:rPr>
              <a:t>prin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valoare</a:t>
            </a:r>
            <a:endParaRPr lang="en-US" sz="2000" dirty="0">
              <a:latin typeface="Arial"/>
              <a:cs typeface="Arial"/>
            </a:endParaRPr>
          </a:p>
          <a:p>
            <a:pPr>
              <a:buClr>
                <a:srgbClr val="000000"/>
              </a:buClr>
              <a:buSzPts val="1100"/>
            </a:pPr>
            <a:endParaRPr lang="en-US" sz="2000" dirty="0" smtClean="0"/>
          </a:p>
          <a:p>
            <a:pPr>
              <a:buClr>
                <a:srgbClr val="000000"/>
              </a:buClr>
              <a:buSzPts val="1100"/>
            </a:pPr>
            <a:r>
              <a:rPr lang="en-US" sz="2000" dirty="0" err="1" smtClean="0"/>
              <a:t>Exemplu</a:t>
            </a:r>
            <a:r>
              <a:rPr lang="en-US" sz="2000" dirty="0" smtClean="0"/>
              <a:t> (</a:t>
            </a:r>
            <a:r>
              <a:rPr lang="en-US" sz="2000" dirty="0" err="1" smtClean="0"/>
              <a:t>preluat</a:t>
            </a:r>
            <a:r>
              <a:rPr lang="en-US" sz="2000" dirty="0" smtClean="0"/>
              <a:t>)</a:t>
            </a:r>
            <a:endParaRPr lang="en-US" sz="2000" dirty="0"/>
          </a:p>
        </p:txBody>
      </p:sp>
      <p:sp>
        <p:nvSpPr>
          <p:cNvPr id="2" name="AutoShape 2" descr="data:image/jpg;base64,%20/9j/4AAQSkZJRgABAQEAYABgAAD/2wBDAAUDBAQEAwUEBAQFBQUGBwwIBwcHBw8LCwkMEQ8SEhEPERETFhwXExQaFRERGCEYGh0dHx8fExciJCIeJBweHx7/2wBDAQUFBQcGBw4ICA4eFBEUHh4eHh4eHh4eHh4eHh4eHh4eHh4eHh4eHh4eHh4eHh4eHh4eHh4eHh4eHh4eHh4eHh7/wAARCADxA7w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6zooqA3tmt6ti15bi7Zd6wGQeYV9QvXHvVEk9FFFABRSng4NJQAUUUUAFFFFABRRSjk8UAJRSsrL95SPqKSgAooooAKKKKACiiigAooooAKKKKACiiigAooooAKKKKACiiigAooooAKKKKACiiigAooooAKKKKACiiigAooqO4ngt1VriaOFWYKpkYKCx6AZ70gJKKKjtbi3uoFntZ4p4mztkjcMpwcHBHvTGSUUDk05kdRlkYD3FAhtFFA5NABRWfZa5ol9ePZWWs6ddXSZ3wQ3KPIuOuVByKspe2cl7JYx3lu93GoaSBZAZEB6Er1AoGT0UUUCCiiigAooooAKKKKACioLy9srPy/tl5b23mtsj86QJvb0Gep9qnoAKKKUgjqKAEooooAKKKKACiiigAooooAKKKKACiioIbyzmupbWG8t5LiLHmxJIC6Z6bh1FAE9FFRy3EELxpNPFG8hxGruAXPoPWgCSikkZY0aSRlRFBLMxwAB1JqpperaTqiu2l6pY34jOHNtcLKFPvtJxQMuUUUUCCiiigAooooAKKKKACiiigAooooAKKKKACiiigAooooAKKKKACiiigAooooAKKKKACiiigAooooAKKKKACiiigAooooAKKKKACvPLa3ux8ZYbnWtJ0Y3ZsmWzvbSabzVi+b5XVvl9enrXodeeXOn/ABIm8a22u/2P4XEMEZgCf2lLuZCT83+r64PSpV+eL9fxTG/gfy/NGl4g8R+JF8Ynwx4d0mxuJ2svtIubuRlijO/bh9vzYPsOuKpDxD4m174f3l7plrpVtqlvNPbXiXEkgiXyyVZoyvPJHGa3rXR71PH7eIZGhFs2nC2KKxLCTeGPbpx1qv4S8OXWm6Hq2nX0kRN9e3MyNExOEkclc++CM0pRvSa62f33f6Dg0pX8191tfxMv4STeNJvDejyaz/Yb6Y1ipSSGWZrpjj5S+75fXNd5XIeArHxho1va6Hqlpoz6TZQ+TDeQXTm4kC/dLRlQoz35rr62qSUpNrZmcIuMUmc34y1TXrGSGLRW8PQFlLPLrN00Ubf7KbTkt354xUvgHxCfE3hyPU3hjhmEskMqxtuTejFSVPdSRke1c14z8H6xqXjX+2bfSdA12zktFg8jWJDttW3ZLxptYE4+melbXws8N3vhXwr/AGTfNaGX7TNKBajEYV3LAAYGMA9Kzhs7/wBamk1tb+tP8zqmIVSx6AZNcgPiZ4LM3k/2leb923H9l3PX6+XXXsMqV5GRjiuQHw90jzvN/tvxdndux/b9xt/LPShfFrsLTlfc65GDorryrAEcdjXGfFjUpbWw0vS0vhp8eq3Zgnut20xxqpdgD6kKV9eeOa7NF2oqgkhQBknJrmPiR4W/4SrRoIYmtxeWVwtza/aIw8ZcdmB7EcZ7daUuna6/r/gddhw/R/fbT8TjPAV/Y6f8RxpvhhdWbw1fWzYlvZZJFe4Qgfu/NJkAA3A5wCa9AivvELeM5tPk0eJdBW2V49Q8z52l7ptz0HriszQNH8RXfiOLxD4qj060ntLVra2tLCZpYgrEEuWYA54wBjvVLSfEmsat8VLrT9KuYL3w1a2xS6Kw4MFyP4SxGTnnjpxVq94xer1/Xf8ATtoiXtKW236bfr82d3RRRSAKKKKACiiigAooooAKKKKACiiigAooooAKKKKACiiigAooooAKKKKACiiigAooooAKKKKACiiigArjtVK6/wDEG10nar2ejIt3c5zzO3MXseN+RXXTu0cEkiRtI6oWVF6sQOAK574fabd2mlz6hqULQ6jqU7XM6P8AejBOVjP+7kikvi9Pz6f5/Ib+H10/r8vmJ8R9Rms/DjWdkSL7U5FsrYr1jaT5fM+i9TWzomnW+k6Ra6dbRrHHBGFwo4z1Y/icmsN9PvtS+IqX93ayR6dpdtizduBLLJkOffAC4rqKcfh9f6X6v5hLe3b8+v6Iw/H7vH4K1Z45HjcWzYZGII+hHSvN5tDh8KfDzSfHGhXepR6jDbQTXSzX0k6XKuFDKVkYhckg5HPFeo+K9Pn1Xw3f6datGs9xCUQyHC5Pqa4e18KeMtZ0bS/DfiiPRrHRLGOMTfYLp5pLvywAEYMq7FPXIJ6UofHfzj9ybv8A8N1B7K+2v6W/4foaPiHxdrH9uT6Z4ePhuL7HGrXEmsXhi3s38MYU5yMHOeORVfX/ABxeXXwvl1/R/D+oXjXFlMZGt5YwLNlU/MxLDI7/AC5NQeI/Al3/AMJPd6vpnhvwr4gjvgpli1ldjQMM8o4RiwOehxjFdJPol1cfDm80GPTtL0q8ubCWAW9m3+jROykDacA7efSs5Juk+/8AX4f8DXvcGlUj2v8A1/XqYXwd8uTQ7Zl8Cy6LKLUOuoTrAftLMcnDIS/U5+ak8JQXMXxa1iXV9J0eHVJ7IObyxmmYyRBlCqyvwDjHQdq6/wAN2N1pXhey09/Kkura2EfDHYzgevpmuQsdP+IyeOn8QXGkeGFglg+zOialKWVNwO4fu+Tx0robXttNtf1/Wxgk1S+79C5qnibxTN4x1Tw34e0fTpGsYIZ/td7I4hAZSSjBfm3emBjg5qFvHty3g7TL+OytIdYv5fIEFxOEghkH3mZic7FyDxzW5puh3lt4313W3eE22oW8EcKhjvBRCDuHbk1y198PL248MWNvJHpV3f2F29xHb3aeZbTq2Mo+QcZx94AkVi76LyV/vV/wubytd2/r3f8A5I2vBXiq91HWrzQNabR31GCFbhJNJnMtu8THaOWOQ2QePTFdhXJeAdEvNLmuZL3wj4V0FnUBX0ZyzSc9Gyi8V1taPoZrqcr4y1jxBp9yE0dvDVvGkZd21i6aIzd/3QU/gc96y7jx9fHwnoOr6foy3V1ql1HavbCQfI7ddpzggfWqXivwTrN94wv9Uj0fw5r1reRJHF/bDktY4XB8tNjDk89uataP4I1ax8OeGtMeeyaTStRS5nZPkVkH90AcH26VFPW3N3X56/h/wB1dPh7fp/mavhPX9euPEuoeHfEtnp0F9bW8d1HJYO7RPG5YAfPzuG057V1lc9b6LeR/ES98Qs8P2SfT4bZFDHeHRnJJHp8wroarogas3b+tF+tzzz4q291NquiPqGk6NqGjx3yGIyTTJcxS4PzAL8pHXrW9498R6hoD6XHpumDUZ9QvFthGW2kZBO7qPSsn4h6b461i7gg0bTvD72NrOs8Ut1fSJK5A5BUIQBn3rS1bSNb1mTw7eXkdhbXNhfLc3cUUzOm0BhhGIBJ57gVNO9rPbm/Bpf8AB/qwqm912/HX/Nf1craBr/im61LWfD+pWWjQ63ZW8c9u8DyG1kEm7buJ+cY284rn/hvcfEWa+1gSf8I1LbJq7LdeZNcF0+VNwi4xjHTPfNdjY6JdwfEDVNfd4TaXdlBBGoY7wybs5Hp8wrL03SvF+g+Ib8aTa6Ne6PqF99qlkubp4p4chVYKqqQ2AuRkjrVx+JPuvxuv8hzXRd1+Wv3NkPiPxjqy6/faX4ePh5BpqgXT6tdmIu5AYJGFOScEcnj3oufHc93oGizaFaWsuqavcm0ijuXPkRyKDvLMvJUFSBjJ6VQ8SeA7v/hKdQ1rTfDnhbxCmolZJY9aG1oHChfkYIxKkAcccms74jaRNcQeF9Bh0zS7G8SRrhbO2vHtLaJgCCyTou5Tz0A5zWafuq/df8EbXvO21v0/zNzwr4u8SSax4is/FNnotrDocatK9i8rF9wJUjfxjj61UsfiBrCXOnXurReHU0nUJ1gjgtb3zL6BnOE8xc7evXbmqvgS2Vm1zwDqWnW1vNcW/nS3VrqMl8XD8/vJZADn0HPep/DHgrVNJvrKG48EeBJ4LZwDqaDy7pgD/rNgjwG9t341pH4lfay+e/MTLZ+r/JWNLUfFnii48Xap4Z8O6JYzTWcSyrd3bssGD/C235tx7YHpmuj8G6vNrnh6DUbm0a0uGZ45YSCNroxU4zzjI49qh0bR7qz8WazqsrxG3vdvlBSdwxjqO3St8knrzUQ+HXf/AIL/AOAOW5T1ma8t9JurjT4Y57qOMvHHISFYjsce2a5p/GE8/hbQdU02zimu9WniiEEhIEe77xOOfl4/OuwOCCDyDwa4vw14RvdN8UzXd1LDJpsEs8unKrncpmI3Ky4wAu0bT7npTj8Wu3+X+YP4b/1r/l/mSeNNe8R6XM50s+GYooYjI8eqXjRyzYGf3YU9D0Gaq674+ms/DWgazpukm+Oqz+R5Ct8yt0yOcYDfpWN4k8Ba5e+JNZu00jwzrMGpN+6u9WYvPYqRjbGhQggdQMjJNbOneD9UtfD/AIV09prQy6PcPJcMpIVlOcbRj36UopuKv3j91/eCektO0vvsrfiX/DmteJ5NfvdE8QaZYW9wtv8AaLSa0MjQsvA2uW/iBIzj0NZHw9iuIviH4mXVtJ0i21fy7d57rT5pWWZWVioIk6Eewr0C5aYQSG3VHlwTGrthS3bJHSvP/D2m/ES38cXuu6jpPhpLfUVhjuFh1GV2iWNSMqCg3E56HFVC3N8n/X+YP4JfL8Gv+Ca/jPWfEWn3Pl6M3hmFEj3t/a920TSn0jCn+dcv4m8Qz63pvgrX9J083Fxc3MvlQFhtD42kk5+6CMnHOOlTeJfA+tXvi/UdQXSPDet2l8iLHNqzF5LHGc+XGUYEcjuM4pbTwZ4o0rwd4WsdNXSLrUtFkkaRJp2igcMT90qpI4PpUR+FN94v8df0/QqS3t2a/DT8f+Cb/hjX9ZuPEd94X8VWWmxagluLmI2JdoJYCQpzv5zuJGOlUvBNnZ2PxN8XwWNnb2kWLQiOCJY1z5XoBir2haR4g/tW98TazHpy6zLa/Zre0t5maCNAdwBkKgnLDJ44zWV4Y034hWnja/1rUtK8NpbamYRcCDUJXeERptygKDcT74rSO69H+en4Cb92Xy/NX/Uk1/xjrR1q+sfDv/CNpHp4AmfV7wxNM/OVjCnPGOS2ByMV1PhLW7bxH4dstatFZYrqPcFYglT0I4+lcPrngO8j8SX+p6b4Z8J+IYtQcSuusrskt35ztYIxYHPQ4xiu+0C1Nno1rbNYWWnskYDW1n/qYz6JwOPwFTD4Pe30/wCCKfxaf1/X+ZeooopiCiiigAooooAKKKKACiiigAooooAKKKKACiiigAooooAKKKKACiiigAooooAKKKKACiiigAooooAKKKKACiiigAooooAKKKdtbG7aceuKAG0UvbPao7mVbe3kuJtwjjQuxAyQBSbSV2NK4+iq2k3tvqmlW2qWZd7W6jEkTshUlT04PSre1sbtpx64ptNOzEmmrobRRSSOscbSOcIilmPoAMmk3YYtFcp4X8U6vr96ZIPCssOimR0i1F71MyBTgN5WNwBrq6fS4uoUUUUAFH5flQOtcpp/irVdQ8VXek2fhd5LGzm8q41A30ahTzyIyNx6Ur62H0udXRXPeOtf1Tw5pMmp2Ph1tYt4I3luit4kBiRRnOGHzd+BWxpV2t/ptteqhjE8SyBSc7cjOM01qrg1a3mWaKxvDfiCDXrm++wwObK1m8lbst8kzj720exyCfUU7Q9di1LUL/TpbaSzvbKUq8MhzvjP3ZFPcEc+2aS1D/hjXooopiCiiigAorH8X69H4d0j7a1s93PJIsNtbI20zSt91MngZweavaTPeXOnQz6hYf2fcuoMlt5wl8s+m4cGhajehaoop21uflPHXigQ2ilVWb7qk/QVX1O8g03Tri/uyy29shklZVLEKOvFJtJXY0m3ZE9FR2kyXVpFdQ7jFKoZCVxkVLg5xg59KbVhJ3V0JRShWPRSfwowckYOR1oASilZWX7ykfUUlABRSqrN91SfoKpaxqVtpNobq88xYgcFlQkLxnLH+Ee5pNpbjSuXKKwvC/irSfEMDSWE6SbE3StE4kjT2LjjPtVLTPiB4a1HVo9Ot5L4GZisNzLZulrMR2SY/K2egweaa12E+rOqopQCegJpKACig9D3rA0LxBdXmuXej6posmlXUKiSHNwsyzxnPzAqOOnTrS62Dpc36KUAnoCaSmAUUVleINaXSZbC3W1kuri9uFhjjRsEA9XJ9B3+tIDVoqDUbuDT9PuL+6fy4LeJpZW/uqBkmq/h7UJdV0a21CayeyadS3ku4YqMnHI9Rg/jTHYv0UyeRIYJJpDhI0LsfQAZNcnpXxF0DVLuG3srLxDJ5z7EmOjzCEn134xj3pLV2B6K519FKFY9FJ+gowckYORTEJRSlWX7ykfUUpVgNxUgeuKAG0UoVj0Un8KCDnGDmgBKKUgg4IwaSgAorA8aeJo/DMWmPJZSXZv75bNVRwpQspO7nr93pXQYJOByaFqr/wBf1qN6f1/XYSilZWX7ykfUVgWfiWO58c3vhZbGVXtLNLo3O8bW3Nt247HvQtXYOlzeoooHJoEFFKysv3lI+opdrY3bTj1xQA2s7X9C0XxBaJaa5pVpqVuj71juI9yhvUe9aQVm6KT9BRg5xg0rDTZm6DoOi6Bata6HpVppsDNuaO3j2gn1rRpWVlPzKR9RSlWAyVIHrincVhtFU5NStI9ah0dmk+2TRGWNBGSCozzn8DV0gg4IwaSdxiUVBf3AtLGe6ZC4iQuVBxnFV/DepDW/D1hrMdu8Ed5AswRjkpnsT3prW/l+t/8AJi7f1/W5fopVVmHyqT9BSUAFFFOKsBkqQPXFADaKVVZvuqT9BRg5xg59KAEopWVl+8pH1FKVYDJUgeuKAG0U5VZvuqT9BSAEnABJ9KAEopWVl+8CPqKUqwGSpA9cUANoptw7RW0s/ls4jQsQO+Bms3wnrCeIPDdhrcdu1ul5CJREzbimexI60Lr/AF/Ww7aXNSiiigQUUUUAFFFFABRRRQAUUUUAFFFFABRRRQAUUUUAFFFFABRRRQAUUUUAFFFFABRRRQAUUUUAFFFFABRRRQAEhQWPQda8H8UXlrdwyeK9H8O687C+jEfiFtTWOKQiQA/uC444K42V7xXHH4ZeD2md2tL543fzPs7X8pgVs5ysedq888Cos+a6Kv7rQzSbqWX4r/vJztbQVmdN3ygmRctjoPrWBoOmaf4m8Aa+mptNewxareyQsl064xI2MMrDIx26V2eveDdA1u4tbm+hukntoxFHJbXTwsUH8DFCNy+x4q74f8P6RoOnSafpVoILWSR5Gj3Fhuckt17c9Kqa5oSj5O333CD5beqf3KxxXww8L6HovgPTfE+mWMx1FtMDF2u5pEYkc/IWKj8BWB/Y1g3w0i+IDaleHxE2LoXq3T7ZJQxxF5edmDgDAXNeiaD4K0HQtTfUNMGoROysvkvfyvbqG6hYidi+2BxUEfw98Kx6sNSS0uwwl85bb7ZJ9lVxyCIc7Bg89KuUuabltt8tW7L1+WxEVaPLv+vr6fqdHp0sk+nWs8wxJJAjuMY+YqCf1rJ8dafe6j4duksddvdIaOGR2e1SNjIoQ/Id4PH05rdplxEk9vJBKMxyoUcZxkEYP6VnUXMnYqm+W1zzv4E6Tqdv4N0nUbjxRqd7bSWgC2EscQijJA5DBdxx7mvR6paHpdjomk2+l6bEYrS3QJEhYsQB7nk1drSTuxWPP/iN4y1bw9rUVnY3OkxRtCHIutNvbhs5P8UClQOOh5rc+HeuXviDRHvL6WzlkEm0G1tZ4Exj+7MA349K6ZXdRhWYD2NIzMxyxJPvUx0TuOWrVgHUVx3gD/kYvFX/AF/f1NdiOorg/DcusaV411i1n8L6vJaahd+ZHqEYj8hVyeWy27v6VK/iL0f5oH8PzX5M2/iV/wAk78Rf9g2f/wBANUNRuJrX4Ryz2+4SLpPBU4K/u+v4U/4p3Gpf8Ilf6Xpfh3VNYn1C1lt1NmExESuAX3MOOe2a19J08SeE7bS9QhID2awTxnqAUww/nQ1enL+u5aaXJ8/0GeB7eG28HaRHAqqps4nOBjLMoLN9SSTWN4lH2b4k+HLuAfvp4pbaUDvGSCWPrjA/OrngCz1jSbOfQdUjaSCzkIs7ztLCeVX2Kghfwpmk6bqF/wCMLjxFq1sbZLVXtNOgY5OwkbpD2+YqCPY9quT5pqS23/r8v+AZRTUGvl/X5/8ABOoooopDCiiigDhviHLLda3oOm3Vs9jZR6rbzR6hIwaOeQBsQqq/MGOTyRjjrXc1y/xJ0291DSLKfT7d7qbTr+K9+zx43zBA3yLnjJz3Ire0m6lvtOhuprC60+SRQWtrnb5kZ9G2kjP0NCfu27P/ACKl09P6/wAye4/495D/ALB/lXkHgzwTdeIPBY1S5129fWFv5msJ3ncJaotwcptU/MCAfvA9fSvYWUMpVuhGDVTRdLstH09dP0+IxW6u7hSxblmLNyfcmlHRt+n4XJfT5nlni1r7X/iBqWk3vhfVvEUGm28Pkw2OopaKjuuWc5dWbnp1AzzV3U/D95qPwdvofGGnXcV3YRSm0ikuj5iRjGzeY2wx65612fiXwdoXiG6ju9Qju4rlF2Cazu5LaRl9GZCCw9jWjpek2enaSulwiaa1VSuLqZpmYHszPkn8aiUeanKPV/n3LUkqkZdF/lt8zmfAfhLQNF8PQ6rpVrPHPPZ/NI15LKrcHoGYgfhXL3N86/Aaxna+dZpdQjVJDMQz/wCmcgHOTx29K7rwz4L0Pw5cvPpX9oruUr5U9/LNEo9FRiVXr2FUT8NPB7SyO1jdMjyrMIWvJDDG4beGjTO1DnrgDNbOV536Np+lm3b8SKa5OV9vx0Wv4GHe6E3iT4oalY6hqN4NIWwTzbKKVkEr4XBLAgjHsRUHivRdW0bwjoOh/wBuzxsfEKR291bsTJHbkPsQlvvEDg5zXo1vpNjb6tPqsUTC7njEcj7yQVGMcdOwpNX0mw1YWov4WkFpcLcw4crtkUEA8dep4qIe7b11/wDAm/y/yHF2d/L/ANtt+Zx3hjSLXwz8SrnStJe5SxurBJXhlneUCQZ+YFySCc89uK7+qR0ux/toax5R+2iLyd+442emOlXaFflSe+v5u34WQn8Tfp+Sv+Nzzb4jSabrPiA6IfDuseJLm0t/Nlgs78Wi2wPG8sWXcefUipPhrHN4q+F4s9QnuIY/tNxbNGXWRjEjlVjZhnOABkg84610XiDwT4f13VU1S+jvku1QRl7W9kgEi5zhwhAYfWtLw5oel+HdMGm6PbfZ7USPKI9xbDOct19zSjFcjjLr/m/0/qxTeqcen+X+ZzHh34d2OgeEr/QdIm+wxXkLK8UOfLWQ9XBPzZP1rl9fn8Rr4Y0Lw3feFV0hrbUbVYpnnR0mKyZzCiMXGOpyMDPNevSKJI2jbOGGDg4P51z+geC9A0S+N9aJfXFxzte+vZLkx567PMJ2Z74xmnFe9rtp+F7fmLS33/jv+QeNtFsdZstPh1HWp9KFvdRzK8U6xmV1IOwk9QSMY966LrXGfErwrqXjCSw0tvsMOjxTR3M1wXb7UkiMGARcbcHABJOeTXYxoI40jXJCqFGTk4FNbP1/Ra/12B7peX6jq43xDc3Fl8QNOnsLR9Snkt3jltIyEdE4/eBmwuB3GcntXZHoe9cloZ1TVPG9zqt1ol7pVpbQeRCbvbuuCc5ZQpPy8DrzzSXxx+f5Nfje3z+YpfA/l+a/4cueNNGsdZTTPt+sz6V9lvI54/LnWPznBBEZz1BxjA9a6E8muL+IvhXUvF97ptjJ9hg0e2njunuBI32oSI27aq427TgDOc12aKFRUGcKABn2ojs/X9Fr/XYct16fq9Ba47Qc654/1HWW+a00tDY2ZzxvP+u9uqrXXXCNJbyRrIY2dCocDJXIxms/wxo8Og6LDpsMrTlMtLM4AaWQ/ecgdCTQviv/AF/Vr/eD2sYXxEd9SutK8JwMQ2ozeZdY6fZ48GRT6bgcCuvjRY40jjGERQqj0AGBWVa6HFD4ovPEElxJNPcQJAiMoCwopJ4+uea1qa0jb5/18vxuD3Kus/8AIGvs9Ps0v/oBrhvhavj/AP4R7SiZPDn9i7eQEn+0+X9c7N3T2r0CaNJoZIZBlJFKMPUEYNcnpfw58M6ZeQ3Vk+txtC++OM6vOYgfTZu249sVMVad+gS+Gxgz6CviX4s+IbPU7+8Okw2Voz2MczRrJIQ+1tykMMc9CM55zVfxlouuaP8AD/RdCj8QTJdLq1vFFfREmRYzKMZ3feIz3yK9HtdJsLbWbzV4YWW9vI44533khlTO0Y6DGTRq+k2OrRwR38TSLbzpPGA5XDqcqeOvI6VUbLlXa1/k0/8AhvLQc3zN2+X/AIDY4278NTeChrHiDQb2QQjS3M0M8skpe4XLecNxIHbgYHtXNalo1hovgHS/Hmm3l5/b8xguDcC6kdbh5Su9PLJK4+ZuAMjFeySKsiMkiK6OCGVhkMD1BHcVy2m/D7wvp+qx6lb296ZI5DJFDLeyPbxsc8rETsXqcYHFEHaSb8vuTu189haW/rX+v61MDVNEbxF8VtSsr7ULtdISwiM1lFKyCVyvByCCuOehFdJ4b8P3Gk+ErrQr7VGktwZEgnDnfDAR8oLN1Yc81sQ6XYxaxPq8cTC8uEWOR95wVUYHHSrF7bQ3lnNaXC74ZkMci5xlT1FZ8tqbjbv+LbGn76k32/BJGZ4L0y10bwxZabY6lLqdvAhVLqWUSNKCxOSw4PXH4VsVn+HNF07w9otto+kwGCytlKxRlyxUEk9TyeSa0K1k7ybJQyWGGXb5sMcmxty71DbT6jPQ1y3xP1CwttFt7C8t769fULhbeKys5PLkuic/u9+RsB9cj611lZPijw7pXiSxjs9WjmaOOUSxvBO0MiOOhV1IIqJK5UXZnBfCeSex8ea1oUej3+h2SWUM66feXy3TJIzNucMGYjIAGCe3SvUBFEspmWKMSMMFwo3EehPWsPw54P0Hw/ey32mW9wLqaJYZZp7l5ndVJI3FiSTyea36tu6RPV/10X6hXF/FO5uzHoujQ3TWVrquoJa3dwrbWEZDEqp7E4HNdpVDX9H07XdMk03VLfzrd/QlWQ/3lYcq3uOalrYaM/SPDfh7wZZ3t5p9vcWULR77h5bmWbhe4Dscde1eTX16ttfaN4n0jwxrlg97qcMa6vc6mrR3MbyBW/cb+MjI4UY61634e8J6PoUd1FZtqM8d0oWVb6/luQQM8ASE469qyrX4Y+D7d4mW11CUQzJNCk+oSyJC6tuBRWOF59OtVF2qKT2Vv+D/AF94acrXr/X9fKxiXvh618TeNPFcGr3l9JZWwDQ2sdw0SJJ5S/vAVIbPtnHtWWDfavoPgmwk1S8t1fU5LSSWJ/nkiQOoVieuQo5r1O30iwgv76+ihYXF/j7S28ndgAdO3AFVLbwvolulgkNq6jT7hrm2/esdkjZyT6/ePBqaa5UlL+t/80TUvLZ/1Zf5M8/Ekngmfx3Z6AZvsthp9vdWkE0rzeXIwbdgsSxz9e1N1LQdN8OaHoPizStQvf7WnvLdJLn7S8i3gkbDKUJK4PT5QMV6Wmi6Yuq3up/Zg1zfRJFcl2LK6ICFG08dCaxtJ+H/AIY0vVY9Stbe9aWIkwxTXskkERPdImO1cdsDihbq/lr106fP/h7lya6Lv+KX6pv5nJ6/4H8M6h8V7FbuxuGN7aNLKovpl3Pg9MPx06CvTNL0+10nT4tPso3it4RhFeRnIH1Ykn8TWf4o8MaP4kSBdUjuQ8DFopba5eCVCRg4dCDj2q/pVhBpmnxWNq07QxDCmeZpXP1ZuT+NEFyx5f63f5XsTLWXN/Wy/O1yLxF/yAb/AP693/lXkmm6BDofgHwn4ntb68bW5JLaNZZZ2Cyo2f3IjB2Y98Z969muYY7m3kt5lLRyKVcA4yDXL+H/AId+FtDvLe6soNQka2GII7u/luIoj2Ko5KqR2IGRRHSTfp+F/wA7hLVL5/jb/I4HVhqHijxT4g+0eEdd1x7C4NraPZapHbLagKCG2F1LNknkgjivUvBX9sjwtYr4ghMOpKhWZGYMVwSFyRwTtxnFU/EHgfw9rmoHULuO/t7plCvJY30tqZAP73lkbj7mt2wtYrKzitIWlMcS7VMshdse7Hk/jThpG3p/XzCesrjdVuoLHTLm8uZTFDDEzO4GSox1A9a8TiuBZ674Z17SfDOuaUNU1GJW1O71NZEvonBJ/c7yV3cHhRj2r3G6giuraW3njEkUqlHU9CCMGuT074aeEbGa1littQla0lWa2FxqEswhZQQNoYnaOeg4ohpNSfl/wf6+8bs4Nev/AADKn0q38a/EPV9N8QNcSWWlQxfZLKK4eLJfdukJQhjnA6nHFWfH8J03T9A8K6dLLp+m31ybaebziXSMYPl72OcvkrnOeeK3PEvg7QfEN1Hd6hHeRXMa7RNZXcltIy+jNGQWA7A9Oas3PhvSLrw8mg3cMtzZIAEM0zPKpByGEh+bcD0bORUpe6l2a+dn19f60HfVvyfy06en9amLqOh6X4C8JatfeHbK6gl8k/fuZJTnoCPMYgY6+lcR4S0vxBHf6HrGi+DtesppnSTUdRudWinhuomUliUDkDLYPygYr0vw94T0fQ4LiC0bULiK5G2Vb6+kugRjGP3hOKpaV4A8O6XqkWo2LavFJFIZI4f7UmMCn0EW7bt54XGBVR0nzX7fhf8AMl6w5fX9DmviNod5J4nm1bV/DeoeI9DFuvkrZX5tmsSv3ywDrv3cdM421reL7e48TeA9Pm8KRvqFgzxSvapK0T3MAPzIrkgqcAjJIrS17wHoGt6hJfX82teZIAGSDVZ4oyB/sKwWruteF9I1bTbfTZxeW1rbf6pLG7e2x7ZjIzUJe5y+a/p9/u73vcpv3+b+tktO33nJeGdT0nRvCXiODRdGv9E1PTY3mubC6uWuJIpPLyrbyzKRjHQ4rmPC+neIXOja5ofgzXra/ndJ7vUp9WilhuEcZbMfmEAc5G0AjAr1bw74Z0fQbOe1sLeWRLgkzNdzNcPLkYwzPkkY7Gs3Tvh94b07U01CyOrwyRyGRIV1SbyFJ7CLdtxz0xitE7TUn5fhv8n6ktXg4+v9eq6aHN3uk6V4t1HxNqHiaWaSHSiYbaMXbwR264PzHay53YB+b8K6L4O4Hwu8OBfuixTH0qxq/gfw3qusPqt7a3DTyACaNLl0hmAGB5kYO1/xBrZ0XTbLRtJttK06Iw2drGI4ULE7VHQZNKn7sOV+X4Xu/ncqbTfz/Dt8i3RRRQSFFFFABRRRQAUUUUAFFFFABRRRQAUUUUAFFFFABRRRQAUUUUAFFFFABRRRQAUUUUAFFFFABRRRQAUUUUAFFFcpf+PtCsdTFncW+rrEZlhF8LBzZlmIA/ffd6nH1pdbDtpc6uiqEer2MmvnQ0dzei3+042/J5e7bnd9TWJq/jbTrfw7eatY2up3ot55LUrb2TSssqEgkqOduQeaUpcq5hxTk7I6qiuM+HPjhfE+n2Cz6VrNvey2ommml014rUnHO1zwfb1p7fEjw0t8Lcrqn2dpxbrqH2FvsTOTgATfdPPFW4tS5epCd48x2FFAIIBBBB5BHeszxLr2k+HtNe+1bUrOxTa3lNcyhA7hSQoz1PHSpk0ldlJXdkadFeY/CfVNP8RTx6u3xAvNQ1ScPO+jpfIYYUJGB5ONw25x1r06nZpK4r6sKKUKxHAJoIIPIxQAlFKOorgvDNrf6p421q9ufEetrDYXeyGxjuALYrk8Mm3J/Okn73L/AF0/zG9r/wBf1od5RWJ4l8TWOgvFHPZ6rfSyDPladZNcug7Fgv3Qex74NS6bqFh4q8OC60u+uore6Uqs0R8uaI5IPXO1gRRum0FrNXNaiuL+GRvodQ8R6Xd6xqOqx2N5HHBLfSiSUKYwxBIA7mrMN/qGt+OJLWyuXttJ0jH2lozg3MxHCZ/uDkEeuKe7Xmr/ACtf9beor6PydvmdXRXM+PLzUtGgg8RWlwfsdgSb+2IyskJxuYf7S44+tdHBKk8Ec0ZykihlPsRmktVcHox9FFFMAorlPiff31notla6fdSWc2pahFZG4jOHhVw2WU9m4rodJs20/ToLNry7vTEoUz3T75X92OBk0LVNjatYtUUjMFUsegGTXFj4oeEXCPDNf3EPnGCWeG0Z4raQPs2ysOIyT0z1BBoWrshdLna0Vz3iXxhpOg3kdnPDqN9cuhkMOnWjXLog/iYL90e9UfFnje007wQ3iHS4Ly+EsJe3MFo0wRv+moH3R65qJTSi5dEVGLclHudfRXK+DPGUHiC2Tdpet2sywiSSS6014IW/3Wbg1ebxZoy+GE8RmWf+znlWJW8o7txk8sfL/vVo007ERfNa3U3KK5nXPHPh/R9Sl0y5ku5tQjjEotLa3Ms0ikA/Io5br2pZvHXhqDw9aa/cXr2+n3VwLZXljKmOQ5+VwfukYwc9DUp32/roVbW39dzpaK5/wx4v0nxDe3NjaQ6ja3dsivJBfWjW7lGzhlDdQcHmugp2EFFYfifxRYeHzGtzZ6reyOCxj0+ya4ZFH8TBeg96qax4mjfwcPEGi3EbqwJSKRPnlODmIDPyyA9ucYNTKSjFy6IpK7SOnorzX4ceOtS1Hwzfat4gsZ9MWwhLG0ufmunA/wCWhPHB7cVLD4g8bWNtpviLWm0t9Ivp44nsILYrPaiRtqky7iGx1PyimtX9347ffb/OxP8Awfw3/r7j0WisfxR4m0nw1bWlxqssqR3dwlvCY4y+XcgLnHQcjmtg0/6/r7xhRQehHSuS0RL7SfG9xpUmsahqVpdQeegvZA7QMOoUgD5Tkce1L7SXf9Ff8rie1/610/M62isfxP4l0nw4LE6rJKn265S1g8uMvmRiAAcdBkjmtk9aFr/X9dxvQSiiuY8S313c+J9J8Pabdy28jMbu8ki6iFMZQntu3cfSjql3/r/gh0bOnorI8Zav/Yfhu71BAGuAuy1jP/LSZuET6k1N4atru00Gzgv7ya8uhGGlmmOWLNzg/TOPwprW/wDX9f8ABB9DRoqnrWoQ6VpNzqM6lo7eMuVHVj2H4nArhLrxB460rSrXxXqkmkSaJKySXFhHbFLi2hfofN3EMRkA/KM0lq7en47BbS56PRXBzeNry31fxFaGCG6Np5EemwRjDzyybsKT/wABHOK63w+urrpEH9uzWsuoFczG3jKID6AEnpQtVf0/EV9S/RRRTAKK57x3Z+Ir2y0+Pw5dm1mS/je5cSBMwAHcOevbitPWtUttH05r26WeRVwBHBEZJXPoqjlj7Ur6XHYvUVh+FvFOmeIjcR2cV/a3FuR5ttfWrW8yg9G2Nzt96j0qz8QR+NtWvby8Z9FliRbKDzAQjcZOO3en1SFfQ6CiisnxbqS6VoU9yYtRkLDy1NjatcSoT/FsXnA9amT5U2VFXdjWorl/hZcS3XgTTrqfW7nWmkQt9tuYTFJIM/xKeRS6b440nUtWXT7Gx1udWcot4mnObRiOuJfu4yCPrVtWly9SU9LnT0UVgeOrLXr7SYIfDt81ndC5RpJFcLmMZ3DP5VPYOjN+iuf8KWOv2mpa1LrN81zbz3bPYIXDeVF2X2+lVrbx5ot3q/8AZ1hZ61fDzvJ+2W2nvJa7v+uo+XA9aFrYbVrvojqaK5/xN4t03w/MIrqz1e8YKWc2Fi9wIh/tlfu+vNJqXjTw7p+madqN1elbbUSFtWVMl2IJ247Hjp60Jpg9NzoaK5vS/Gmk6lYX91b2urrLYKGnspbF0ugD0IiPzHOOPWuf8EfEoa1c3FreaJr4k/tBreCSPSJBHGnG3zW6Kwyc56U0ruwnornolFZ1trVhc3mo2kTyGXTjtuAUwAcA8Hvwazrvxt4dtNDtNaurx4LC7maCKWSPb86kgg+nIwPXildWv/Wo+tv60OiornvDvjHRtdvLuztVvrae1XzHS9tmgLJ/fTd95fcetVdN+IPh2/1SKxiXUolnk8u3vJ7No7W4bsI5T8rZ7Y601q7C7nV0Vx/jjxvpujRX+nQw6td6hHas5OnWTTi3JB2lyv3OR3qqF8T658O9Fn0bU5odQeaKWeVn2s8QkBdST/sgjFKL5np5fi/0tqN6b+f4W/zO6orA8J2Wv2l/rT61etcwTXQewBcN5cWORjtzW/Qtk/QXcKK87bxtFo3jfxBZak+qX8cSRNBaWVs1w8QJbc2xeQOBz7V08Pi7QppNGSG6eQayH+xSKmUYoMsC38J9vXihapNf1fUO9/P8DdorNi1zT5PEk3h+N5Wv4bcXEgEZ2Kmcct0zz09K0qfS4BRWZpGu6dqs+oQWkknm6dM0NysiFSrDuM9QcHB71Si8X6RN4Zh8QW6X9xaT/wCpjitWaeXnHyxjk0rq1/612HZnQUVieG/Eem+Jre6WxF/aywHy5obu3ME8RI67G5HXrWH4NivtP8e61pE2u6tqlqkSyRi/nEhjJxkLgDA5o+0o9/8AK4ujf9djt6Kz7PWbC7v9RsYXkM+nBTcgoQBuBIwe/ANZk/jXQYvDlnrwkupba9IFrFFbl55ieyxjkmi+l/T8dvvHY6Oisjwx4i07xDbzS2K3UMkD7Jre7gMM0Z/2kPI61r07CTCiiigAooooAKKKKACiiigAooooAKKKKACiiigAooooAKKKKACiiigAooooAKKKKACiiigAooooAKKKKAA5wdvJxxXgGt3/AIg1jS7i3vNR8VnVjeKZNGt9PCWMaCQdJGj5GBu4bOa9/p298Y3tj61Ljd/1/X9dCr6WPN77Uv8AhGvH9nq2oWGoSWlxoqW0T21s82Zt6nYwUEr06nipvhnb6hP4J1xbiwnsbi6v711hmGGG6RiOe/1r0EMy/dYj6GgknqSacvejKL63X3u4ovltbun9yseeeANbgvPCdt4Ma31S01i2sDBKs1lKkSsowcSkbD7YPNYEWpyN8PI/h4uh6gmvbfsjxGzf7PGSxzKJsbCADng59K9jLMRtLEj0zRvbbt3Nj0zVSblJyfW1/k3927EkopJdNitp0LW2n21s7bnihSNiO5CgH+VV/ENrDdaJexzW0Vwfs8mxXjD/ADbDjAPer9FTNc6fmOHu2t0OO+Dumx2Xw90bzdOjtbwWyiQtAElHA4PGa7GlJJOTyaSqk7u4jz/4jeBr7xLrUV9bW/h6REhEZOoG78zOSePKkVcc+ma3Ph54fuPDeiPY3MemRu0m/Fh53l9P+mrM2fxrpKKUfdTSHL3mm+go6iuO8Af8jF4q/wCv7+prsB1rlrHwne2Pim51iz8UX0Nrdzebcad9miMbn03kbh17GpS99Pyf5r/IH8Pz/R/5nN/EPVtVtvGiWc+q6/omlfZVaC40ax8+S4lJO5JDscKBxjp1NafwPt7228ISJqEN7HMbt2/0tQJWB6McADnrwK7xWZfusR9DVfUIri5s5Ybe8ks5mUhJ0UO0Z9QG4P40R93z3/NP9Al7zX9dLHKfD7/kavGH/YQh/wDRIqL4bstrrfifR55HN5FftckOOscpZlx6jH5VreDPDUnh4X8lzrV1rF3fzLLPcTwpGSQu0cIAOlWb/Qbe58Q2euxTy2t7bAxu0YGJ4j1RwfoOeoxxVJWcf8KX4L9ULpL1b/F/oyr8SriO28B6y0iCQvavGkZ/5aORwo9zWj4bt5LXQLC3mYmRIFDE9emai1jQ7bVdT0+8vJZWjsXMiW4PyPJxtZvXbjge9atKKtfz/T/h2N628r/jb/JBRRRTEcN8Q4Xs9b0HVZrmW9t5dVt4EsJ8eTC5Dfvkxht/Hckc9K7msrxTokOv6X9jkuJLWVJBNb3EagtBKOjgHgkZPB4q3pNvc2mnQ295qEuozxrh7mSNUaQ+pVeB+FC+GxUnezJ7jP2eTHXYf5VxXwy0Gyb4d/2bqGlqkdxdzyTwyIULnz2ZSe/oRXcUpJJ55pLr52JfTyPIPF1pd6J491LULvXPFGj6dfwQrbS6NaC5B8tdpR18t2Ht0HFdLomiW7fC3UdP0O71K9OoRyyLJqEXkzPI+M7lIXb+QrulZl+6xH0NBJJySSfeplHmg4PqrFKVpqa6W/DQ43wH4nsta0aLRorXVLe/gttksd1YyxIpGRgOwCt+BrgLjVLhvhnD4Qi0PV5NVttQjN0n2VwkSfa9wYORtcYx90nHevcmZmGGYke5o3vjG5sfWtHJuXN3s38nf9SYWha3Tb+vl/wDitH0/wD4urqepSWZ3CxjjiuGjOMYXIBqt4+0K1trLQrbS9MzC/iKO6uI0jLrlg5d2HOBk/Su9ycY7UAkdOKUfdt5P9WxrS/9dLHJNbzf8LYFz5Enk/2aFMuw7c88Z/pXWUuTjHakpRVoqPr+Lb/UHq2/T8El+h5f8QNX1a38amxudV8QaNpv2UG0l0ax89riQtjbI2xwvfrj1rU+CNncxeAvJ1S3uRMdQu2YXiDzTmVvmPAGSD1Ax6V3ysyjCsQPY0hJJ5JNEPdi1/W9wk7/ANeViidP06HTZLX7In2byijJt3Er6epryPT9IttfmstG0TUvFGpafZ3cU7R6tbG2gskR84TcitITyBy2Mc17TTmZm+8xP1NCSUr/ANaA3pb+v6/pnMfELxJZ+E9GttRvdKk1C3a6it8IFPllmCq3zD1I6c10cTiSJJFzhlDDI55rK1Tw1o2qaza6tf20k9zartiDTP5Q75MedrEHoSMitemtnfe4nurbWCuN8Q2kupfEDTreG6l06SC3eX7Vb485l4zH82V2nvxn0Irsj0Pb3rA0Lw5NYa5eaxf63datdXChIzNEkYgQZ+VQg569TzSXxp9r/k1+v3X9AesWvT80yH4g+JrTwrp1he32ly6hDPeRW25Qp8pnYKG5Hqe3NdIjBkVxnDAEZ96ydR8NaNqGuW+tXttJPd2y7Yg0zmIeh8vOwsOxIyK16Ftr3G91ba34jZZEiieWRgqIpZiewAya5H4dxnUrrVfFkwy2pTCO2P8A07x5EZH1Brr3VXUq6hlIwQRkEUkMUcMKQwxpFEgCoiKFVR6ADoKFo7g9rHH64Rr3xBsNFUh7TSUF9eDqDIT+5/EMp/OuypiQwxyvLHDGkkmN7qoDN9T3p9C0Vv6/rp8geruZPjLTZNX8MX2nwjMsseYxnGWU7gM+5ArgtT1ybxX4Sj8FW2lanDrUyR298JrR44bcIRvcSkbHGRgBTznNep04sxG0sSPTNCVpX9Pw/wCH1Hd6W3X6/wDDHkDeHdRj+IPiLxJpNnJ/aGnpAbVZARHdR/NvjBPGTgc9q9H0jXI9V8OHWLSyvMiJm+zTRNFJuA5XDAfnWvk4HJ46VQ8QaTZa9psmnakLh7eQgt5Vw8T8dPmQgj86Tvy8q/r+t/UUVHmu/wCl/wAAz/APie38X+Godbt7OazSR3QwysGZSrFTyODyK3qr6bY2mm2MVlY26QW8S7URBgAf1PvVirla+hKvbUK4v4s6jq+naVYvp0l5bW0l0iXt3ZW5nuLePP3o0AOT17Gu0pVYqcqSD7VDVyk7HlHwrW8m+I+r6hJeeINRspdLhWC91a3ETyYkbIACLjHoRmvVqVmZvvMT9TSVbeiXYHu2FZfibXrHw/pxvNQW9aNz5Y+y2sk7ZI4+VATj3rUpVZlOVYg+xqJK6sCPOvghrNrL4Jt9Ke11KC6sYi1wlxYSxAAsfulgAx+lYOjagun+Irax8B3/AIklhluz5mkX+myQ2UUZOZGV2QEEfMwyxya9kZmb7zE/U0F3IwXYj0Jq27z5/wCv+G/q4SfMn53Yh6nHSkoopCK2q28l3pd1axSGKSWJkVx1Ukda4X4e+JrDRNJ0/wAIajp2rWWqW7GCRE0+WSEsWJDeaq7CDkc5r0Onb327dzY9M0lo352/C/8AmweqXl+v/DHkXjvVtZXxfqmn3mreJNItViC6bHo1h5q3mVGTK5jYKdxK8kcDNZkFyug+GPAtxr1per5OrymWJrVppgcSfwKOT9Bj0r3AOyjAZgPQGsnWdFi1TVNK1CS5ljk0248+NVAIc7SuD7fNTh7tv62v/mFRc/3f5f5HN+Cpptd8aat4qt7W8tdNlgjtoGuYjE87KCGbYwDKBxjPXPFVPCGuQeHNc1bw9q1rqkd3e6tJNbPFZSywyJJtCsZFBVehzk8V6IzFjliSfelDsBtDMB6ZojaNrbbfjf8AMHrdvf8A4FvyPM73Vj4b8WeJoLvS9SuJtUHmWAtrZ5Em+UKAXUFUOR/ERWfBpdxeeA/B9rf6TPkarJJcW8kZYx8uRu9gcc9K9cDMBgMQPQGkyfU1MVypLs0/udwkuZt+TX3qxh+KdChv7W9urOGOPVns3tobgHBCkg7fTsK8q8OW9ndvo+ha54m8drd2txHnTpdNBto5k6DzVh27R/eDY969wp298bd7Y9M04q0r+n4Nv9WN6q3r+Nl+h5QdTl8O3PjHQ59J1O51HVLmWew8i2dknjeNVUGUDanKnhjXcfD+KaHwZpkVzC8EyxHfG4wVO48Gt8MwG0MQPTNNNEdF9y+6/wDmEnd39fxt/kFFFFMR5mviKx8M/EbxHJqOn6o73UUIt3t9NlmWTBbI3qpA6jqaYnhq7034SW73ES219pkp1MRqc+WqOZGQHtuUY/GvUQ7gYDMB7Guf8WeHrjxB5Vu2u3llp/S6s4YkK3K91Zz8yg9ODU2aSS30V+1tvx/rcpWu77b29f8AgNlD4ZxveadceKrqDyrzXHW4dD1RQoVV+mADXW1HbQxW1vHbwRiOKJAiKOiqBgCpKuVr6bEK/Xc868bW2oaZ4pnk0uGbHiK2Fo8kUTMIZl4Rmx90ctkmpPiPNqPh/SNDsdKlvtP0sP5d7e6dame5t1GNoRArfeJOTg16ECRnBIz1oVmU5UkH2qLaJf16fiy763/ra1/wX3HlXwte6j8VeINWurjxBfWLWSvDeanbbJplVucIqKc8H5SM1J4b8YaTcfE3ULpLXXFgvYkigkk0i4RSwAzklflHB5NeolmJyWJ/GlMkhGC7EfWq05ovt/wV+pNtGu//AAP8jzOXVn8N+NvFEN1pWpXE2qRw/wBni3t2dJyI2DAuAVTGf4iK5gaXrFv4O8DatJLrelW+n20kd41hCHuoDJtwfLZWJHBzgZr3IMwGAxA9M0bm3btxz65pK6S+X4aflv8AoVffzv8Ajv8A1+ZwXwtt9MmvtS1m01zxHq11OiwzSavZG3ICnI2jYmevXFd5SszN95ifqaSm2SkFFFFABRRRQAUUUUAFFFFABRRRQAUUUUAFFFFABRRRQAUUUUAFFFFABRRRQAUUUUAFFFFABRRRQAUUUUAFFFeU+LPHl/o2sSMvjTwuWiuo430ExA3IVmAI83dy2Dn7vtSurpDto2erUH34rnLHXLu58f8A9jYjFi2lrdqNvzhy4HX0wawP7S8S+I/BWtSWmp2NhcW19dW5d7LzVaGN2ULjcMNgD5v0pTbjFy7K/wCNhwXM/ml96uehAgjKkEHoQcg0V558KofE1h4M0rUdW8QWN1pCaaHW0i03y5UGOMybznH05qqfEHjw+G18bC70pdJJ89tJNp+9W3Bw37/dywAJ+7zWk48s3Ht/nZfkRGXNFS7nptFR2k63NpDcoCFmjWRQewYZ/rWP43vNbstBuJtD0m31Gby38xZrvyBGmw5YHByR6VnN8qZUVzWsNsvGXha+12TQrPXLWfU42ZHt03FgwOCM4xx9a3q84+Bd74in8Jacl74dsLTTpIDKt7FfB5JXODzHtyM8nrXo9W1a1xX1YUVgeIvFMWi3q2r6D4i1Asm/zNP08zxj2LA9farvh7V01qyN0mnanYANt8u/tjBIffaT0pLXYHpuaVYR8Y+Fx4hHh7+27b+1dwT7KAxfd6dMfrW8OorjvAH/ACMXirgf8f3p7mpT9+3k3+X+Y38N/P8Az/yNfxN4p8O+GVhbX9XttPE2fL83PzY69Aa1oJY54UmhdXjkUMjDoQeQa8j+Juq3Fr43nOkh3jubSPTtTupIN8FgHLBZM55IJJYccAV1uk6nZaf4HurfR9TiA0ki2kvr75YgxAYyc/eUBsgfhRF3g5P+tbf5a7a+Q5K01H+v63+7zOyFYdh4w8MX+vS6DZ61bTapEWD2oDBwVOD1GODXKfD3xrcan4vk8PzeKNE8TxtZm6S80yAQiIhguxlDN1znOa1/Ef8AyU3w3wP+Paft/tLTejj2ZPR90dbPLFBA888ixxRqWd2OAo9TVYarpx0pdVF5H9hZdwn52ketct8Rtuq6voXhGV2W21KR5rpQcebFFjdGfZt3NdfPaWs9k9jNAklo8fkvEw+VkIwVI9MUauLa+X9fh8mN6NJksbrJGskbBkYBlYHgg9DS1yHw0mkt01jw3JI0g0a88iJnOWMbKHA+g3YHsK6+m+jXXX7xbNplbVdQsdK0+bUNSuo7W0gXdLLIflUetJpWoWWq6fDqGnXKXNpOu6KVAcMPUZ5rkPiTcW+p3+i+H7OZLq/j1S3uLqzQ5dLfDZdx2Tkc13PYdOnahbXHJWsFFNlYrE7DqFJFeW6N4j+JWs+G28Q2tvp8UVvePCLJbbzJL2MTFC4OR5eB2wc4z3pLV/11Cx6pQSAMkgD1JxXmfjLx69v4nm0S18VaF4X+yQJJLJqkQlaZnG4KqllwAOCc/hUera5q/i/4P3+p6XqlhavFHLDeOLfzo7nZjJjORtBzweamcuWDnbb+v669kVGN5qPf/hz1AHIyCCPaiuO8B2viq00SC41bxBp9/afZQYYIdO8l0OO77zn8qpS+LtYX4VW/iYfZvt8l2kLfuvk2m58s/Lnrt/WtXG0mu1l97a/Qzpvn5fP/AIH+Z31FcFqmueMbzx1d+GdB+wW0CWaz/b7iHzBAxA4KZG/OemRiq+qeKfGGneE9Mnk023OtS6yNOkjmTyo7hfm/eL12BsZHWoj7239a2/MpK7t/W1/yPRaK47wzqXia28Y3Ph7xHfWOohrVLi2ntrXyNuc7lZcnOOOc12NPomv66fmLq1/Xf8mFFcX8RtfuNIlt4ovGGgeGd6Fg+pQiYzH0CllwPfmofDfxE0efwLDr2uazplkzyTW6TtIFiuJIyV3J7MRkClf3XLsNp3Xmd1RXA/D34k6Brfh8XGpeJNHXUI0eW4iSQL5ca4+YjsOetVNK+K3hy48e6lpk3ijRBpEdrC1nKJQPMmZmDru74AXj3ppXdhPRNnpNFYfitvEzWlk/hT7A0jXEZuDdfdMBI3FffGcVuGgfYDwCT0HNZmh+INF1yS5j0nUoLx7V9k6pnMbehyBWnXH61dWei/EK01LUJEsrW7tjb/aX+WNpB9xCfU5OB35pL4ku9/yv+lvV/Jp6Rb7f52/4PyOworE8VHxPt08+GBYnN0n237V/zwyN2z/axnFbh60IbEqtqF/ZafHHJfXMdussgijLn7znoo9+Ks1x87f298R0tcB7HQo1lkyMhrh+UIPquGH40dUv6t/X42Do2deWAUsSAAMkn0qvpl/Z6nYx32n3CXNtJnZKmcNgkH9Qa5/4l3kyaGmjWZP2zWJRZptPzIjcPIP90EGuh020isNPt7KFQscEYQADA4HJ/E801qm/68/0B9P6/rqWKYJYS/lrPCX/ALokBb8utZPjjUJ9L8J6hfWpKzJGFRh1UsQu4fTOfwrz/wAT+E9G8P8AgOHxZptskXiGySK7fUVbE1zISA29v4gdxOKUXeVvT8f+GHyt2S3e3y/4c9YDKSQGUkdQDyPrQrKw3IyuPVSCP0rxv+0rib4j+IvD1vJNYT6wLZDdn5ViT59wVv8Anoc8DvzXq+g6TYaHpUGl6ZbrBawLhUX9T9TTV7X9P+D9xHMr2X9di9RRRQMp6tqum6TDFNqd5FaRzSrDG0h4aQ9FHucGrlZXiXQNO8Q29pBqSyslrdJdRhH2/OoOM+o5PFR+MtQk0vQZbqPVLDSsEKby9wYoc/xFcjd9Mipbsrsq13obNU4NV0241W40qG8ikvrZQ80APzIp6E/mK4z4aeMZtb13UdEn8QaT4iNrAlwl/psQij2sxXYVBPzDGc5711dloOn2fiG+16FZPtt8qpMzNlcDGAB26Cqaaa7E33/r+tDUpk8scELzTOEjRSzsegHrT6zPE9pql7o8tvpF/aWVw33pLm1+0IUwcqUyOvrmpm2otoqKTauT6Lqum61p0WpaTexXtnL/AKuaI5VvpVyuS+EE/wBo+HWlzi0s7ZmjJMVpD5UWcn7q84rC8FeK9Y17xH9nuvFWjWMyyyLL4ekscXkYXOPn39wA2dvQ1bXv8qJ1UW5d7f19x6VVPV9V03SLZbnVLyK0hdxGryHALHoPrVys3xHoen+ILKOz1KN3hjmWZQrY+YdP51PYOjJdO1bTdRnu4LG9iuJbOQxXKoeYnH8J96u1jWWl6T4cXVtUhV4xdSNd3bE5y3cisDwndeOPEUdt4g/tbS9N0m5cvHpxsPNl8oHGDNuHJwf4eKI66el/n/TG9NfuO4orhPiP4ludGvBFF408O+HCIjIkOowiZ7jHp8y7RnjvVKTxtrt/oPha60OGxkudXujaymQ/u+FbLqfTK5A9KIvm2FK0dz0ikDK33WU+uDnFcTomo+Km1XWPC2o6vpsuqQ26TWmoR2OyPDAk7od3OOP4uc1hfCvT/Gvm6pJ/wlOl/ZI9al+1Q/2T80xAXcVbf8mR04OKcfefla/42CWn3/pc9UormtK1u+uta8S2cvleVpr7bfCYONgPzHvya5zUfGniOHwTomrWNpbXmoX+oSWzw7dqsoZgCPTGAT9KlSuk15fi7IHo7ev4K7PSKK4ux1TxZoupagnilrW909LRrqG7tbXyUhIwDExydxyevHAPFcjpXxOuTfaZdz+LvDOpQ6hcpC2jWiAXFqHPB8zJ8wr3G0ZzTWrt/W7X5p+XyB6Jv+tr/qevzyx28Ek8ziOKNSzseigdTVC61/RbXTYNSuNSt4rO4dY4ZmJ2uzHaAPqTiuL8Q6l4o8RReI4/D+p2GlaZpiyWs32my8+S4kCZbHzDYMMOea0/DehWGv8Aw60Wz1RWkSIpOCh2/Okm4H6ZA4oi7vXb3fud7/gtByVrL1+9W/z1On07VdN1Ka6hsLyK4ktJPLuFQ8xv6H3q5WZouh6fo91qFzYo6yahMJp9zZBYDHHpWnQtl8vv6/iLuVrbULK5vbiyguY5Lm2AM8a9Y89M/kas15lDD4qufiN4oh8OXun6diOFnuLqDz9xy+FCZGPrmrFj421ifSPDetzW8EFnc3TWeqxlMskhOyMoewLY/CnH3rd3b8f+Dp93R3B6X8r/AIfrZf09D0Wiuc0jVtT1Dxxq9lGIRo2nIsJbZ873Bw2Q393acY9a6Ojon3Dq0FFef3OteNtU8c634c0NtPsbWxhhlW/uIPN2swbMfl5G7OOueMdDmquueOtV0vwzoUerzaf4f1rUmdJrm/XEEGzBZtpxnIPAzSvon3t+P9frsO2rXa/4f1/TPSqwdb8ZeFtE1KLTdW1y1tLyXGyF9xY5OB0Bx171zfgbxpf6vLqul2uoaP4qv7ONZoLmyYW8Eyk42t97Y2c+tZHw01LxhN4w8SSzeE9NHnX0S3kv9qAmDEYACjZ8/GPSnFXml5X/ABS/Xf8AzQm0o387fr/X/DnrNFeXeLfH8sfiS/06y8aeGvDsengApqMQlkunIycDcuwDGO+c1PeePdcvNA8K6joGnW00+syeXLC75RDx8wfHQZ64qVJNJrrb8dF/XTqNrldn5/grs9KorirLWvE+hDXP+Es8i/t7Cz+2QXtvbfZ4nHOYep+YY6+44rldG+Jc66lpkt14x8Na1BqEwjfTbGMLPbBvunduO/GQDwO5qo+9JRXW347Cfuxcn0/Q9forz281jxxqOveI7HRrrSrC20coyzz23nNNmPcY9uRjP97PHpUtx411C48GeHbnTbaBdb18RxwrJzHAzD5nI/iA9OM5pLVJrrb8dh9X8/w/r+md7RXLG61/wz4e1TWPFGtWGrJawGZFtrL7KF2jJBO5s59a4zQviRcLq+lrd+MfDWuxajKI2sdPiCTWu77p3bjv6gHgY5NNay5V5fiJ6R5n/Vv69ex65RSsMEj0pKACiiigAooooAKKKKACiiigAooooAKKKKACiiigAooooAKKKKACiiigAooooAKKKKAAgMpU5wRjivLU+GviJdGfw+mvaRHpXn+cki2LfbD8+/DyEkHnjgdK9SoqeVXuO+ljjtX8Ma8viC11rw7rFjZ3C2K2Nyt3btIrICDuTaRtbjgnI9qteCvCsuheHL3SL7UTqDXdxPM8+3ax8xiefcZrp6Kb1TT6/wDDgna1v6toch4S8PeJtJtk0TUdW0m+8PwwGCGNLV1utv8ADucttPvgCsuPwL4jGmx+GJPEVk/heOQYi+zP9saIHPltJnaQckH5eleh0U73d3/XqHSyGQRxwwxwxLtjjUIg9ABgUy/gN1YXNqGCmaF4wxHTcpGf1qailJcyaYLTYxfA+iSeHPCmn6JLcJcvaRCMyopUNgdcGtqiim3d3EYHiLwX4W8RXi3mt6PFe3CJsV2kdSF9PlYDvV7w9oWkeH7I2Wi2KWduzbjGrMwz6/MSa0aKFpsD13FHUVwHgjWNIt/GfiXTbjVLKG+mvv3Vs86rK/J6KTk131VTpumm7F4dOsjdA5E5t08wH/exmpS96/l/l/kN/Db+uv8AmclrfhHXzquqT6Bq+lw2WrL/AKbbajavMNx4JQqwxkeuelZFt8MdRtvAx8MRazZOtveJdWEkkDkAqwcrMM/OMg4xjjFenUURio7f1Z3X3MG7v+vQ4rw74S1y38ZJ4m1rVdMnmFk1r9nsLQwxDLhgVBJPbuTzVfVtX0m++LGhWljqlldXNvbzrPDDOrvEdy8MAcg/Wu9qtDp2nQ3TXUOn2cVw2d0yQIrtnrlgMmna7XZA9n5nL/EmG5sptK8WWdu1w2kSN9ojRcsbd8eYVA5JAUYFdHNrGnQ6G2ttcK1isPneZH825cZwAOp7Y9avEAgggEHqD3qMQQCEQiCIRDpGEG0fh0o15Wl/X9f5he7Tf9f1qcz8N7K5Wyv9cvoTBdazc/amibqihQqZ+qhT+NdVQOmO1FN+X9WF3bOL+K6rBZaNqeFiWz1eCa5uPu+XEA24s393kdeK66xu7W+tI7uxuobq3lXdHLC4dHHqCODT5oop4mhnijlicYZHUMrD0IPBot4YbeFYbeGOGJRhUjQKqj2A4FC2sNu9hZV3xOnTcpFZHgvRZPD/AIfi0uS4W4ZJZZPMVSoO9y2MH0zitmihaXE9bHG694U1f/hIrjXfDN/pVvcXqKl5FqdmbiJyowrKFIIIHv3rbi0u5vPDEuk65JZvLcRNHO1hCYYyD3VSTiteipcU4uL2K5nzc3U5fwfpPizTYBp+uaxpF/p8cXlxfZ7R458c4LMWIP4AVzcvw98TS6CnhtvFFkmj290txbqlq4mfE3mFZWzhh1xgDtXplFVd83N/XcS93YxNP0OS18WXuuNcoyXMCRCIKcqVA5z+FJ4v0KTXV0oR3SQfYdRjvG3KW3hQw2j0Pzda3KKS0tbp/nf8wWn9eVvyMU6JIfGY8QfaE2C1+z+TtOc+ua2qKKErK39au/5sHvf+trfocRr/AIR1yXxhN4g0LU9Jh+1W4guI9QtGnKgHrHggKcDvnmr/AII8KHQPCsmi3tzBqMjz3E3nNCMZlYt0PcZ7V1FFCVouP9f1qDbf9fI5/wAEeG4vDvh6LS5vslzIhbdKsAXcD255qHTfCcNp461TxG32N4b20hgS3FuMxlGYls9Od36V01FO+txdLHC/FO/14vpui+FJNRt9XluI5fMitz9nMIYb1eXG1flDcZBNdxFvESCQgvtG4joT3p+TjGTj0pKS0VvO43q0B6Z7VxdneaXrXxMZ7C5ttRSwsyszROJEidugOMgNx9RXaVBa2dnalza2dtbmQ5cxRKm8+pwOaF8Sfa/4q36iesWvT8Hf9DjPidqGvvfaVovhSXUbfU2uY5pXS3P2drcMN4eXG0HaD8uQTXcpu2LuILYG4jpnvTtxxtycelJQtFYb1dxlw0iwSNCm+UISi5xlscDP1rC8B6TdaXo7yakqrqV7M91dgMG2uxzsyOoXkV0FFC3uD2ObXSb678ftrN9Ei2Nla+Xp43gku+RK2O2QFrpKKKa2SB6u5W1Syg1LTriwuc+TPGUbb1Ge4964y38G+JLi1ttD1zxBY3fh21ZfLhhtnS5mRfuJK5JVhjGcAZIFd5RSWjv/AFpsD1VjjbrwLFeah4guLy7BTVBEYDEu2S1ePdhwfX5qu3V1qWg+CZZNfvJb28jj8r7Rpdk7vk8KwjGSSO5rpaUEg5BIPtScfdcf60GnaSZy/wAL08SJ4MtP+EquJJ9TYuzPIRvKFiU3Y77ccdq6eiirk7shKyCuY+IHhm78Qw6fLp15a217p9ytxD9riaWBsHkOgIJ6etdPRUtXKTOO8IeFNX0zxXe+ItY1Sxup7yzjt2hs7YwxRlXLZUEk4575Oc12NFFO+wdbhWZ4ki1+aw8vw7eabaXRb5nvoHlTb3ACkHNadFJq6sCZx/w48PeJ/DOijSNT1bSL22gj22ptrSSNw2SSXLMcjntiqV34R8U61qlpJ4j1Xw+1lbXAuP8AiXWEkNySpyo3sxGOBnjkZrvaKq/vc3UHqn5/ruKTkk0lFFIQy4hjuIJIJlDRyKVYHuDXH+H/AA/4y0F4NNsde0ebQYJP3cd1ZyNdCMnJXeGC55ODiuzooWjuD1VjgtY8F683ijVdW0PVdIhh1YAXK39m08seFC/umBAXgZ5B5rC13QNX8O2vgrRdL1Oyk1CPVpGjubuBmjO5ZD8yqQSfpivWqY8UUjI0kUbshyhZQSp9R6Uo+7ZIJ+9q/wCtv8jnfCPh7UbDUL7Wtf1KDUNXvQqO1vEY4I41yFVFbJHXnJPQVT07w74n0bXrqTRtY0ldGvLw3Vxb3Vq7zgtjeEdWAAwBjINdjRTWjuhvW5xer+FfEX9u6ld6DrtnY2eqpi8We3Z5kbGC0TAgLwB1B5pbLwTcW3h7QNKOqLK+lXb3DzMhzMG3cex+bk12dFJKysvJ/dqhPV3fZr79GV9Us4NS0+4sblSYZ0KOB6GuQ8P+G/F+kXFpaDVfDV1pNswVTLpjfbGiHrIGC7/fGPau3ooWjuN6qxwmoeDfEC32sw6L4gtLLSNZkaa7je3ZrlJGUKxjcHaBgDqDXVeGNMbRtAtNLafzzbps8zGN3PX61o0ULRW9Pw2B6u7/AK/qwUUUUxHEX3hvxhB4o1PVfD+u6La2+ooiyR3dnJJIm3PKsrAd/Sq/iq28PeF/hy/huS/j+1eSWsYpJAZ57nJZGVepO8joOK7+oJ7Oznmjnns7aaWM5jkkiVmT6EjI/Cpcbx5ehSdnf+rmN8PNKn0jwlY294zPevGJLp2+8ztyc+4zj8K6Ciirk7u5CVkYmj6HJYeJ9Z1hrlJE1FYVWIKQY9m7qe+d1V/GvhubW5LDUNPu4bTVdPdmtpLiLzYSGADK69SCB2xXR0VNtvIpaX8/1MTwpZ+ILNZf7euNCmcn92dMsmgAH+1uJzUfhXw/Loup63ePdJMNSulnVVQgxgLtwfWt+infW/lb8n+iFbS3z/r7zidS8J67ba5d6l4X1HRYY74h7mDVbFrhVcfxRlSCM5Oc5rSuvD9/fTaBdXl3ZLc6axe4FvAUjlY4zsXPyjjvmukopJJJLtb8NhvW/n+pU1vT7fWNIu9Lu94guomicocMAwxke9ct4b8P+MNLubW3uNT8MXWmW/yD/iWOt0yDhcvu27sY5xXaUU1o7g9VY5/TPD0lnqHiK6a6RxrBXYoQgxYjKc+vXNZX/CEXEfgzRdKt9USHVdG2PaXgjPlmRRj5l6lD3AOfeu1opdEvT8Ngvv8Af95zMOi+INV0TUdJ8Y6hpV1DdwmJW0y2eFkBGCfnZsn0qn4b0Lxjpt3bRXupeGLrToBs+TTHS6ZR935923PTJxXZUU+txdLBRRRQAUUUUAFFFFABRRRQAUUUUAFFFFABRRRQAUUUUAFFFFABRRRQAUUUUAFFFFABRRRQAUUUUAFFFFABRRRQAUUUUAFFFFABRRRQAUUUUAFFFFABRRRQAUUUUAFFFFABRRRQAUUUUAFFFFABRRRQAUUUUAFFFFABRRRQAUUUUAFFFFABRRRQAUUUUAFY3iPWZtOvNMsLO2S6u76cJsZsBIh96Q47Dj862f0Fcb4WH9t+NdV8RPhrazzp9jnnaV4mIPuQtJayS+f9eu349BvZ/wBf13On1nUINK0i71O6OILWFpZMeijJxUXhy7vr/RLW81G1itbmZN7RRsWVQT8vJ9sH8a57x4W1fWtI8KRFtk8ou70r0EUeDsb2fkfhXYKqqoVQAqgAAdgOlEdU3/Wn/B0+QPSy/r+uvzFooopiCiiigAooooAK5/xb4s0/wzd6Xb38F1IdSn8mN4gCsfTLPk8KM10FcL8SLGDUvE3hvT7lQ0NwLmNx7ELUybTXqvzKVrO/Z/kdMmuWjeKG8OrHMbpbNLvfgbCjMVAB654q/HdWskvkx3ds8v8AcWZS35A5rxp9X1KPX/ETJIyavpfhnyZWROUdXkIIHspWptX0Xw5pngbQfEXh6zgj8QzTWzxXdsALi4kdl84MRy3BfIPSrSTt2dvxbSCSs7df8km9fmemX3iTSrPX7XRZ7iMXFzG0gbzUCoFOMNk8HmtUTwGEzCeEwgZMnmDZj69K828YeFfCVx8UtFbUfD+kyC9gl84zW64mk3DGc9TjNL8VrePTdK0HQNH0jTjplzeLG9k9x9mtpPSJmAI2tzxjnFZxk+VX3vb8bC0vpta/4HpEM0M6b4JoplzjdG4YZ+opRJGZDGJELgZKBhuA9x1rgPhv4f1vR/EV9cSaHo2gaTPAirYabfedH5oJzIF2qFJyAT3wK3NNsPC8fxB1PULO8D+IZbVEvIPPJKRBvlOztz3q+39f1/kLv5f8D+vU6WsnxVrUuhad9tj0TU9XUH547FULouOWO5gMVrVR8QkDQb/LAf6O/U47VnVk4wcl0Lgk5JMyfA/i6PxVph1SPRNU0qxaNZIbi/EapMp7qVY9PfHWreg+JtI1l7xLa5iRrS6NswkmQF2AByvPI5rD+ElraX/wd8P2d5DDdW8umoksMgDK6nqCPSsP4ZeD/Bv9o6/I3hvRvtdjrLC3LW6h4AEQrt9MHkYronFRqyh0V/waRkm3BS8/0Z6jVPW7ySw0q4uoVhknRCYYpJAgkfsuSauVj+MdI0jWdAurfWdPs76GOJ5ES5QMquEOGAPesJ35XY1hbmVyTwnfalqfh2zvtX09NOvpow01skm8Rt6Bu9X1urRpvJW7tml/55iZS35ZzXL/AAlUN8LdDijcJ/oCKCp+78tch4b0yPwTr+nx6/4X0W5muLg21v4gtnEl5O7EYaVcfLnOCdx6VrJfvHEi3LBvqv6ueuVm+JNbsdA0mXUr9x5ce35A6h2ywHAJGetaZ61xHxm0XSdT8E3lzqGl2l5NbbDFJLEGaIb13EHtxmsasnGDaLppSkkzppdVtm0mW/tJoLgpCZQiyqx6ZwcHioPCmtx614f03UJWtoLm8t1ma3WYErnsAecVkab4f8M6T4PuLrQNI0yya5sNzyWkaqZAV6kiuBsvDukaT4F8C69ZW23VpL+zV71jmZkYnMZbrs4+7W3L78o+cV97l/kjKLclFrqm/uSPZ5ri2hYLPdW8LN0EkqqT9ATUteKX9jqfibxj4ojm8J6DrsttcmCB9S1Iwy2sW0bTGuxtvJPzA/yr1PwVa6tZeFrG01ySOTUIkKytHJvXGTtAbvhcDPtUx1jf0/EqWkrGwSAMkgAdSaiFzbGRYxdW5kYZVBKu5h6gZyaq+I/+Re1L/r1l/wDQDXnHw/8Ah5pV54D8L6oszprMUcF2mouN8yqF4hB6iMZwF9qI6t9lb8b/AORTVo3PUZ7m2gI+0XVvCT082VUz9MmnvJHGhkkkREHVmYBfzNeN6zZX3iPx94gtrjwnoPiE2myKJNU1Iwm3j5w0abGA3c/MDzgeldDd+FfE1/8AC/T9G1C5sZtTtpEkmgln329yivnymcjkbflzj8KlO8Ob0/H/AC/4YGrS5T0GK4tpkLw3MEqL95o5VYD6kHihbi2aXykuYGkxnYsqlseuM5rzPSLjT7fwt4q0GHwvp/hvULW3Z7qHTiGgfMfDK4AycEduKzE0TRdF0TwHqGlxRjX7qa3BuDJm4uFMRJRm6lR6HpgVS1flp+N/ysQ3b8X91n+p69NdWsDBZ7q3hY9BJKqk/mae8kaDLyIgxnLMBx615ho2j+HfFOs+LbjxhZ2d/dWd48MYu0Gba3UnyymemfUdcVk2Nu2uaB4DttUlvZIJZZ1zJIQ80Qx8rn+JSOCO4qVK9vO34/1+Zcklfyv+Cv8Ap+R7JBNDOu63nimXOCY3DjP4Uxbu0eXyUvLZpc48tZlLZ+mc1w3hHSbLRvHPiTQtEhj0uxltFmWK3XakcpO3eoHQ4ArD8P6fD4K8R6euveFNDkmvLt4bXXLNg91LI25gZE2/L8ucncf1pp3aXcl7PyO68V61q2m32l22j6Zb6kbm5Ed2GuAj28RB+cLnJ7fnU2u662ma9pGm+TE0V/5nmSu+3ygu3n07965j4qaPo6614Z1r+z7Iaodbgia72gTFNj/KW644FS/ErTbPV/FnhWxvizWrtMZEWTasg+T5W9VPcd6Wto+cv8i5JK/+G/5ndRTQSoZIbiGVB1dJAyj8RWDoOtavqHijVrC40qCHSrUL9jvo7gSfaCQMggHjGT+Vc/4K0zT9M+IHiPSNFt7eDQfskTSWsKgQpcFiHGOmSu3NSeB9L0nR/iJ4jtdJsrOxgKI3lW6hVLELk4HemmuaPZr/AIP6Ey2fk1/X4l/xP4g8RaL4n0q3/s3SZdF1G7W1Wb7RILlWKFiSmNuPlPeui1u8ksdKuLqFIpJ0QmKOSQIJG7Lk+tcv8T2X7f4Q+ZR/xPFz8w4/dSV0HifSdI1nR5rXWLCzv7dVLrHcqHQMAcEZ71M3ak36lpLnj6L82v0GeFdSvr/w1Z6lrllDpV3LHung84MkR9N2cGk8NeJdK1+y+1WdxGn7xoxHJKm8kHHABrA+FOn6dqXwi0LT7+ztru0a0CvBKoZCNx4IrJ+Dfhbwkmlm/j0DSV1K1vJEEwgUSxEHgZ6jjFazVq0o9Ff80v1M2rQ872/B/wCR6WrxsCVkRgOpDA4+tKjK67kZXX1U5FeX6rcP4X1jxDoVvuH9tqs+nIP7zYjkC+/LP+FegeGNJh0Lw/ZaRCdy20Kxlz1dgOWPuaiOseb+r9V8hy0dv6t0+/8ARmjUUV1azSGOG7tpXHVUmVm/IHNc/wDFK9vtO+Hut32nSyRXMNqzLJGuWT3HvXF65oXhrQbLwtqvhOxtrbVri+t1WazAElzEzL52/H3hgnOelOOr+aX3g1p97+47bxnrupaXcabpmiWFtearqUrJAt1IyQqFUsSxUEjgHGAea1tEbV202NtdgsYL/J8xLORniAzxgsAentXmXjfwjbTfFPw8p13xJH9saYsY9TdTFiNjiP8AuDjtXqWmWi2FjFZpPczrEu0SXEpkkb/eY9TSh8F3u/8AOwpP3rLoTTSRwxtJNIkaKMlnYKB+JrJ8N+JNK16yF1Z3EaZkMYjklTeSPYGr2r6fYapp01jqVnBe2sinfDMgZG47g1598HvCvhKPSP7Qi0DSU1K2vJEEwgUSxsMcZ6jFKL9+z2t+q/zHLSKa7/5nV6D4kW/1bXLK7FtaLpt99ljdpgDKNitnnv8AN0Fb0ksUcfmSyxxx/wB93Cr+Z4ryaLwtoeuax8RbzV7MXzxXUiwpMdyQsIFO9FP3X/2hzwKpa3cahfaL4L0h9Ps9XtrgOGttQvDBBcMgYKjna27AUHBHUZo5tl10/FP/ACKnFKT7a/hb/M9milimQSQyxyoejRuGB/EU6uF+GGha3ot9qrXmlaXo2mXDI1tp9he+fFCwHzFRtXbk8kY5ruqpkLdkUl1ax/626t4+dvzyqvPpyevtT2kjXG6RFyMjLAZHtXklr4e8N6jc/EDUvEMMNykGoz+X9qcNHbYjUmSNT91vVhzwPSoLuxuPEFp8NrXVLi5haWe58xo5CrvGI2wpP91lABHcGiKvZen4pv8ACxckoya8n+Fv8z2GGaCZS0E8Myjq0cgYD8RTYrq1lkMcN3byyDqiSqzD8Ac1554p8OJ4K8L+JtU8KsLGG6SLFlbxYSE7lR3UDvt3E/XNUNV0PwzoUfhHVPC1nBBqd1eQoLi0AEt3GyksZSOWBwCc96UXd/cvm/0JkrK/r+CT/U9SmurSFwk93bQueQskyqfyJpRPbsgdbiAqwJVhIMEDqQc814T4ks7XxBrPjK1v/CN54ivp5WtNN1GO3DxWuM4QuTmPbnkgHrXQ+IPClqurfD3w2x+y28S3IlS0Plq4EQLIcdVPII7jNELyS87fk3+A5Kza7X/D/M9WhmhmTfBNFMv96Nww/MU2K6tZnMcN1byuvVUlVmH1ANceND0fwFp3iDVrJWg0qdRIdPtY9ixNtC/JjpnHP1JrgbIS6d408IXkHhPQPDp1S55msb7zLi6haNmxKuwZycEkk80Rd5W/rr/kJrRv+tD243VqpIa6twQMkGVQQPU80r3FsiCR7qBEPIZpVAP45rwvTPDuk32tWc13bmZ7nWb9JyzZ82MOP3beqf7PTgVSt9PtNU8L6JDqEf2iGHQLt1ic5TcqnaSO+O3pS5vdbfT/AORcv0Glf70vvdj6CjlhkZljmikZfvBHBK/XHSmxXNtM7Rw3VvK6/eWOVWYfUA8V4haK3h9tXm0dHWaTwxDNM/mEO7GVlMjP1yFA+bsFHpWl4M8Na5/afh/WNK8L+G9FjUrLdX1lqpklvI2TkSL5Y35JDcnrV297l9P1/wAiL+7zfP8ABP8AU9dkubWMZlureMZxl5VXn05PWpRyMjkV5V4c8GaN4i1vxbNrUZvo3vCkEE/zRW7c/vFU8bs9/rXo3h3T5tK0Gx02e8e9ltoVia4dcGUj+Iiog+aCk+qT+9X/AAKlpJpdG19xfoooqhBRRRQAUUUUAFFFFABRRRQAUUUUAFFFFABRRRQAUUUUAFFFFABRRRQAUUUUAFFFFABRRRQAUUUUAFFFFABRRRQAUUUUAFFFFABRRRQAUUUUAFFFFADJ4xNBJCWZRIhUspwQCMce9VNA0q10TSYNMs95ihXG6Q5dz3Zj3J7mr1KAT0GaQzMtdFs7fX7vXFMr3l1EkLl2yFRCSAo7dTWlRSkEHBGDTASiiigQUUUUAFFFFABVe5sLO5ure6uLaOWe2JMEjDmPPXH5CrFFICjBo2kwazPrMOn26ajcIEmuQvzyKOgPrWdpfgvwnpesHWNO8P2NtqBZmNwindk9Tycc5Nb9FC02G9dzN8Q6DoviKyWy1zTbfULZX8xY5gSA3TIx9aYPDmgjw+fD/wDZNt/ZRXYbQglNvp1z+tatFFugXZi+G/Cfhvw280mgaLa6c04CymHPzgdM5Jq5BpGlwaxPrENhAmo3EYjmuQvzugOQCfTNXqKdxBWZ4i8P6J4itEtNd0y31C3Rw6xzA4DevBFadFJq47mN4a8K+G/DPnf8I/otrpvn4EvkAjdjp1Puaj1Hwd4W1LWo9avtCs7jUomVkuWB3qVOQeD2NbtFO7umIKy/Efh3QvEdtHba9pdvqMMb70SbOFb14I9a1KKTVxrQw9B8IeF9BhuYdF0O0sI7oBZ0hBAkA7HJqHQ/Avg7Q9RXUtI8O2NleKGUTRhtwB69Sa6KinfW4vIKbNHHNC8MyLJHIpV1YZDAjBBp+DjpSUhmFoXg/wALaELgaNoVnYi5XbMIgcOPQ5NXm0XSW0+009tPgNpZuj20O35YmT7pX6Vfop3F1uYXiLwd4V8RXCXGu6DZ6hMi7VeUHIHpwRWvY2ttY2kVnZwrDbxLtjjXoo9BU1FJaKyB6jJoo5oXhmQPG6lXU9CD1FMsLS2sLKGysoEt7aBBHFEgwqKOgHtU1FMZieI/CPhjxHLFLr2h2eoSRAiNpQcqPwIov/CPhnUNGttGvdFtZ9Otf9Rbvu2R/TnNbgBOcAmkpWVrBd3uc5P4V0zTvCOpaL4b0u1sVuYXURR/KrMVI5JzVX4f+BfD/hfT7Ge10Kys9WWzSG5niyzFsDdyTjqO1dbRTTabfe34X/zFZaf1uYXiHwb4V8Q3aXet6DZX86DaskqnIH4EVpz6dYTy2ss1pE72mfs7Ff8AVZGDt/IVaopW0sN6lOTS9NkuLq4eyhaa7i8m4fHMkf8AdPtWVoXgfwfoV+NQ0fw7Y2V0BgSxhtwH4k10NFNabC6WOb1vwD4L1zUX1HWPDVhfXbgBppQxY46d6m1DwX4T1DSrTSr7QLO4sbMYtoHB2xD25zW9RSsrW6Du73M3TtA0XTtGfRbDTLe2051ZHt0B2spGCD35rI034deBdNv4r+w8LafbXUR3RyoG3KfzrqsHGcUlO+t+ouluhzWteAPBWtajJqWreGbC9vJcb5pQxZsDA71a1Hwj4Z1HR7bR77RLW40+1x5Fu4bZHjpjnNbdFKytboO7vcxfDXhPw14ZaZvD+i2mmmcAS+QCNwHTOT7mmSeDvCz+ID4gbQrM6qW3m6wQ5bGM9cdPat2inre4ujRxsOk61rvjS01rX9JttOtdIZzYxrcrO8znI8wkY2jaT8p7967KiihbJDeruBAIIYAg9QRkGsHRPBfhPQ9RbUtI8P2VleMCDNGp3c9epreooWjuHSxVuNOsbi/tr+e0ikurXPkTMPmjyMHH4E1aopTweaBCVhN4P8LNr/8Ab50Kz/tXfv8AtQBD7vXrjP4Vujk0Udbh0sVIdL06Fr1orOFDfMXuyB/rmIwS34ACq1/4d0K/0T+xLzSrafTf+fZl+Qc5+vWtSilZDuzJ8N+GdA8NxTRaDpNvpyTsGlWHPzkcAnJNa1OZWUfMpH1FNpt3EcBo3w70ebxPrmt+ItBsbu5uNTa4sp3Yswjwu3gHA5B4NdrcafY3F1aXU9pFJPZkm2cjmIkbTt9MjirVFC0SS6Dbu2+4jqroyOoZWBBBGQRWHong3wromqSappGg2VleyKVaeNTuIJyep9a3aKXW4dLHj2r+B9TbWNYnvvh7pXimW7upJrfUJ9TWApG33UKdfl/XNd94Q8NLpeh6PBq0keo6lpsbCO6ZTmMtnIX2wdv4V0dLg4zjinH3Y2X9f1f/ADCT5nciuYIbq3kt7iNZYZVKOjDIZSMEGsHSPAvg7SJo5tM8N2FrJHKJY2RTlXAI3DJ4OCRXRUULR3C/QzodB0WF45ItMt0aOV5kIX7rv95vqe9RReGvD8UMcMej2iRxwtAiheFjb7yj2Na1FKwFG20fSra6+1W+nwRzeQLfeF58oHIT6ZJrK03wJ4N03WF1jT/DljbagjtItxGGDBjnJ647mujop31uLpYrWVhZWTzvaWscLTv5kpQY3t6mrNFFIYUUUUxBRRRQAUUUUAFFFFABRRRQAUUUUAFFFFABRRRQAUUUUAFFFFABRRRQAUUUUAFFFFABRRRQAUUUUAFFFFABRRRQAUUUUAFFFFABRRRQAUUUUAFFFFABXJ+JJ5NU8YaX4dtZpo47f/Tr14m24C/cjYjnDAn8q6meVIIJJ5DhI0Lt9AM1ynw3he7iv/FFwpE2rzb4iRz9nXPlfoaS1l6a/wCX+fyG/h9dP8/w/M0vHWrvovhm4uLf/j9lxb2S9d078IPzq34Z086VoNnYtNNM8ceXeVyzFjyck+5Irn9QDa98R7ax2sbHRIRczZX5JJn4QfVCufxrsacfhv3/ACW36/KwS3t2/P8A4b9fMKKKKBBRRRQAUUUUAFcf8WPEWr+HPC1xd6PpN9dzeUx+0weWUtiBwzhyMj6A9K7CsPx/pl1rHgzVdNsgpuZ7dliDHALY4FTLuVHV2K3hrxNeXuny3WteG9U0GC3tlme6vniKSDGWI2MT781nWvxEge4tWvvDes6bpl3L5Vvqdx5ZgkP8JwrFgG7ZA6ikW4v/ABb4O1Lw83h3WNEujp5gSXUoFSGRypUbSGJIzz06Vh3X/CQ+I/DWm+DH8L6tpckLwJd39xCotQsJU5jIOW3FBjIHWtPt/d93V/IlfDr/AMN2+/8Aqx6oeDWT4o1230HT1uZbe4u5pZBFb2tuAZJ5D0Rc8An1OBWqa4f4t6Ffata6de2ceoXCWE/mT29hctBcSJ38tl6sOwyM+tZyb09V+Y4+ZqaD4ti1Jr63vNH1DR9RsohNLY3mwyGM5w4KkqQcEdc8Vk2fxM066NncR6Hqw0q6m8hdTYIIEk3bQpBO7k8ZAxzVLwTo9jv1a8ttD8a2d81p5Qk1+4MnmDnCx5dumfbrTb/Q9Yk+Eek6UunXDX0V9BJJBj5lVbkMSfYLzVxV5K/938W7/hb0f4pavl73/JW/Fv5fh0ev+Ln0/XDo2m+HNU168jj8ydbF4l8gEjG7ew65HTNXtQ1+HT20eO7srmKbVJ1gSM7SYXYE4fnHGO2a474kW1tda5JJb+FfGjanFFsi1HRyIopCeVDsHBdQcZBHapddtPFKeHfCep39hJquo6ZdxXGoQWagysAhB2KcAnJ6ZFTB6e93/C7/AKYST+z2/Q61fEFq3iHUNE8ibz7G1juZH42Mr7sAd8/Ka5bT/itpN/a2moWei6vLpc8620l/tQRW8zPtCMCdx5xyoI560nhuPXdQ8beIdbvtAu9MtbvToIrRZ8eY23fkMOzcjI5+tbPw70f7L8PtL0rVdNRHiQmS3mjB2tvYgkevQ04rS78vxvf8Ehza5rL+tI/q2Gv+Ml07VJdO07w/quvTW8fmXRsdgFuvX5i5GTjnAya3NE1O11jS4NRsnLQzLkZ6qe6n3B4NeXeJfDVxY+M9Y1C703xlqNlqTpNCfDt88fllUCFZEDKP4eDz2Feh+B9OstL8M21rp9lqFlBlpPJv23TqzHLbzk85PrRDWN2E9JWX9bGjqlzNZ6fPc29jPfyxoWW3gKh5D6LuIGfqa4DwB438S6rcXkN/4N12VBqbwC53W4S1T5flfD5O3OSQD1r0iuB8L3OqeG9b1PR7rwzrV3Ffao9xDf2kKvbqj7QC7FgRjHOAaIfFr2/VCl8Kt3/RlAeLZ9F8Z+KYI9I1fXZIpRKbe0K/uIgi/N85C4yDwOfauxPiSCTw1b61p9hd6iblQYLSADzXbumSQoI5zkgcVn6Lp9/Dr/i2aW1lSK7kzbsRxL8gHH4iuW1DTfE9p8ONG0+Cy1hYxezHU7fTjtvDCWYr5ZBGDnaevTNZwv7NL0/Fsp/Ht3/BI6zSPGL6gmpwHwzq9rq2nortpcxj8+UMMgoQ2zp71z/w+8ceJtWuL2G/8H65Mg1WaAXGbdUtIwRhHw+SV7kA/jUfwu0bULPxnqeoyaXr9np09sqwNrF0005IAyG3E7fYAmr3hW41Tw1ruqaNdeGdZu4b7VZbuHULSFXt1SU8b2LAgjHOAa1jur9V+Tt+Wor+6/X9P8/6Z39Z+vam2l2XnQ6dd6lcMdsVpageZKe+CxCjA55IrQrivixFrk1jp0emw6vPp5uD/aUWkttu2jx8vltkEfNjPPTNRJ7Dia3hTxRHrtze2M+k3+j6hZFfOs7zaXAYZDAoSpGCO9b9ea/CvRtQsfFmr38uma5Z6fcQoLZtXummuDgDIYsTt5zxk16VVdEyFuzzz4oXTt4g8PWtxaeIrW0XUYNl/YyRiCSRm4jkBYNjjnjvXWeK9etvDumrd3EE11JJIsMFvCQHmdiAFUsQM5I6muR+KuoapcXGm6fp/hHxFqP2LUra8kuLa3RomRGywUlgS3titbxfcWeseEYH1Lwh4jvEuGDi0t4VF5bMpyGPzfIQRkEGp/5d3Xf/AC/4Y1aXMvT/ADNrw3ql9qttLLf+HdS0N0fasV60bM4x94bGIx2rVrh/hbBrcL6j9qi1q30fev2GDWW33inA3FmJYkZzjmu5HWrfQyRxur+P7ez1S/0ux8P6vrF5YANcxWgQbEOfmy5AI46ZzVq/8babBoem6lY2t1qkup/8eVlbbRNN/exuIA298movDun39v4l8V3E1rLHDd+X9ncjiTAbOPzFcjpGi+INC0XwVrn9iXN3NpEE8F7p8SA3IEvAKDODjqeRUxWi5n/L+Kd/xSXle/kX3a7tW79v66/idlo3jEakl/CPD2q2+rWIDSaVKY/PdT0ZSG2EdutYHw98beJdWMseoeDtckU3kkf2rNuI4FDHCsA+TjGOAa1PCEGpap42vvF17pl5pNu1oljb2l4gWcqr7y7AEgckjGe1VPCdzqnhvV7/AEK78M6zdRT3rTQ6haxK9ttclvmYsCMZx0NCXvq/b8br80KXwO3f8LP8md9WL4q8RW+gRW6mzudQvbp9ltZW2PNmPfG4gADjkkda2q4vx1FqVj4r0HxPZaRe6tBZRz29xb2SBp/3oUBlUkAgbTnmjqv6/rsNLcqeA9cubrX/ABTf6xZ32jxW5Dtb3sisYVAyThCRj6Vf0zx7FdX9rDe+HNY0qzvXMdnfXXl+TOwzjAUlhkDI3AVj2Gj+INcg8YG801tJfWICtmJHwRlcAOR90564zgVieFvDtpJeaZY6x4b+I3n27KGlub95bAOnRuX5Xjj5fSimtUpeX/B+ZMn7smvP/gfL+kd3rHjB7TX5tF0rw1quvXNsFN39ieJRb7gCobewzkHPGaofFbxRrfh/wm95pOiajJO8W43EflFbQ8cOGPP4A1j/ABGtYbzX7iey8LeN11ZUCJqOknyreZuCvmEOC4HAOR04rf8AEmk+INX+FcmmXrW82vSWS+d5fyxvMMZx6CkvgUn3X3f1/TKa96y6r8bf5lrS/FF9LpF9qGq+E9Y0eOyt/OJunhJnAGSE2MeeO+OtZmnfEzS76bT5IdI1QaXfv5UOqOqiASdAhBO7OeM4xU76tf8AiLwfrNiPC2u6ZcrYNGi30CoJnKkYTDHPTvjqK2fDWlwR+F9Msb/T4v8AR0RvJkjBCODkHHYg81X23fZW/W/9d/ucfZVt9f0t+f8AXTI1jx5HZ6he2uneG9X1uLTyFvrqyMfl25xkg7mBbA5+UH86vJ4w0uS80SGFJpINajL2tyABHu4wjZ5DEc4x2NcvZy6/4TXWdGHhbVNWF7NJJZXdhGrRASZ/1xJBUhm7A8Cpdb0C90n4UWxkkhOraQVvo2B+QT9CoPp8xGahStFSltpf9fu/TqW4ty5Y+dv0+/8ArY6geKdO/tzVtLkWWNdJt0uLq6YDylD5wM9cjac1m6T47jvL+1hvPDur6VaXpK2d9dhPKnPYAKSwz23AVQsfDt3rXww1aLd9n1HxFHJcP5n/ACyaTohPoP61z/hfQbSXVNNt9W8N/EQXNtIrmS71B5rFZEOQw3PyvAI+WtIxanyy8r/r93T8b3Jk04c0fP8AS339fwsdV408YSWo1TSdI8P6trU9vaSfaZrFo1S1YqcBi7DnBB4zWp8OZpbjwPpU07SNI8CljI2Wzjua5W5/4SDRb7xXplr4Zv8AUm1mRprO6hA+zKDEExI2cqcg9Ae1dd4CtLux8H6bZ30JguooQssf91u9Zw7+S+/W6+Q57pev6WfzGfEWWSHwLrM0UjxOlqWDoSGXkcgisLwx49gl/sizu9G1W1tL1RHaapcbBBcP2AGd4LZ43AV0Pj21ub3wZq1pZwPPcS25WONPvOcjgVyKf2r4sj0HS5PC+saRDpl1Dd3E+pQrGGMZyFjwxznnrjtTp/xHf+7/AO3X+4J/Cv8At7/22xu6942GnaldWdn4c1fWI7Jd19c2ezy7buQ24gkgc4UHis74ifEHQ9J8IG5h1J47m+tg9oUt5HyrHaTkKQCMnrjkVzOt+G7jT/FOtyalpXjnU7bULg3NvJ4fv3WMKVClJE3qA3B9eCK63XtFKfCaTRdB0+/XKIYrWdt04zIGbcSeT1J5qJXdFvr/AFcuNlVS6f8ADWKHwwn8E22jXGs6Tqmo3EsNsv8AaM15NcFdxAJIWX5Rk/3a0dO+IMNxe2Md94b1nSrLUHEdlqF15ZhmY/dACsWXd23AVf8AFGiXeufDabQUYRXUtlHGPM6Ky7Tg/liuaup/EHiiHRtAfwvqujtaXMU99eXUSi3Ij6rEQSWznjIHSt5O9RpeXpbq/l2/Myiv3afV3++yt9+pq6n8RbK11TU9KsdD1bVtQ0wk3FvahAQmM7wWIGOvGc8dKvXnjWwj0XTtQ0+xvdWm1LItLK1C+dIR94ZYhRtwc5I6UzwdpdzaeIvE11dWbRJd3eYpGUfvUAGPqOtYXxK8MSG+0nUtP0/VpdOsw8c1nodw1vcANn5owpAbk8gkcZNYpvlV+tv1/wCB+Pyt7vyv/X5nWeFfEcOvJdRmxu9NvrNwl1ZXWPNhJGVyVJU5GDwT1rbri/hjpmn2v9oXlrpHirT55nVZW1+YySy4HBUlm4GMV2lasldTze98ceJoPiDLpcXgvXrm0S3ysEbW4Mh/56Al/un0Jz7U/wAY+Ip9O8XeE7uax1JGuY7gf2ahBkd/L+VDg7c5xyTgetX/ABQdS0XxxbeIrfQ9S1m0ltWt5Y9PjDyxsOh2kgYOT37VPewX+o+NfC+sR6beQW0cVwZxMgVoC0eAHAPBJqKSdo3/AL1//JvzVvw9Aq/at5W/8l/J3/rUt6B4xsdT0vUry6s7vSZdLcpfWt3tMkJ27gDtJByCOhPWqui+OY7/AFK0tb3w7q+jwX4/0C7vPL8q6JGVChSWBK8/MBwKyNQ8M6tqUvjy3SGS2/tG5hks5WbaJQkadGHI5UjPasnwhoNlJrWlLqXhz4hpd2bhxNf3zzWMcoUgsNznK8nBx0NVDWSv2X5alTXKtP62t+Z63RRRQSFFFFABRRRQAUUUUAFFFFABRRRQAUUUUAFFFFABRRRQAUUUUAFFFFABRRRQAUUUUAFFFFABRRRQAUUUUAFFFFABRRRQAUUUUAFFFFABRRRQAUUUUAFFFFABRRRQAUUUUAFFFUtX1ax0lbdr6Vk+0zrBCFQsXds4GB9KQF38qKbLJHFE0sjBI0XczMcAD1NVdF1K01jTIdRsWka3mzsMkZQnBI6HnqKYy5RRRQIKKKKACiiigAoorO8Q6zaaFpxv72G9lhDBStpavO+T/soCce9JtLcaTexo0Vn+HdYsPEGi22saXJJJZ3KlomkjKMQCRyp5HINaFNpp2YgooqjqurWOmS2cd5IyNeTrbwAIW3SN0Bx0+tAF6iiqOtatY6NbR3OoStHFJKkKlULZdmCqOPcigC9RSng4pKACiisey8TaNeeJ73w3b3DtqdlGstxEYyAqsSAd3Q9KXWw+lzYooopiCiiigAoorO8R61Z6DprahfRXskCnkWtq87j32oCcUm0txpN7GjRVDRNXsdZ0eLVtPaV7WVSyF4yjYH+yeQfas/wx4w0XxFfXdjp41CO5tFVporuykt2AbOCA4GQcGnbWwul+hv0UUUAFFUrbVbG41a60qGRjd2gUzKUIChhkc9+DV2ktVcYUUUUxBRRRQAUUUUAFFFFABRRRQAUUUUAFFFFABRRRQAVg+JfCth4hureTUrzUWtofv2MdxttrjnP7xMfN+db1FHVMYAYAA4A6UUUUCCiiigAooooAKKKKACiiigAooooAKKKKACiiigAooooAKKKKACiiigAooooAKKKKACiiigAooooAKKKKACiiigAooooAKKKKACiiigAooooAKKKKACiiigAooooAKKKKACiiigAooooAKKKKACiiigAooooAKKKKACiiigAooooAKKKKACuPhZte+JErdbDQogq8ZWSd+c/VNpH411tx5v2eTyNvm7Ds3HjdjjP41j+CtGm0TRBDePHLfzytcXciElTK5y2CeSM9KS+K/b8/6v8AOw38Pr+X9aelzO+JdzNNp1r4ctG/0nWpfs7AHkW//LZh7hTmuntLeO1tYbWIARxIqLgdgMViw6LdSeOJtevpIXgitlhsY1JLRk58xjnpuG3p6Vv018Pr/S/rzB7+n9P/AC+QUUUUCCiiigAooooAKbKSsMhBIO09KdWZ4ksNU1CxEGk66+jTbvmmW1Sckem1+Kiom4tIqO5z3wefy/hbpkhaNNsczbpDhR+8fkn0rkJPHBtfEVlNY+NtU1hZrwQzadLpZjtQpO35JfLGcHuW5xXY+EvBN3o3hy68O6h4mn1fSprZ7dIXs44TEHJ3HcvJzuPWqEXw4vmtbGwvvGd9dadp0qyWVqtnHEse05AYqcuMcfN9etbNp1+Z7XX3X1/D/hyamsJcu7vb9Px/pmJr+ueM/wDhJbwWGvi2trbVY7KK2MKlZFdGYlzjPGOMfjVTUL3xDqWjaTbvqiXWpWnitrOK8uYwCyoxAZggxn6Cu8ufBNvNfXF0dRmUzagl8VEYwGVWXb9Pm61Tvvh+0lh5Nh4huLC5GsPqsdwLZJCjsc7NrcED1rOnpFc3938OW/4839WHP3ua3n+cv05SvZ6rrnhjX9T03WdXudftotON9FNNHGkikbiyYQAYwBjvXO+J7LxJd+HNK8Qat4pupo7jUbZzpkcEYtkBmUKA23fwMHk9a7rRPCIt5L+613VZtd1C/h+zTXEkSwjyRnCBE+UdTyOTn2rHj+HFzJBa2epeLtQvbKwnWaxg+zpGISr7sMVOZBjj5unWnC6nFyezj+Em387W+771NXjJLrf8kvuvf7/ur/E3xFHY6xLajx1qGiTRQl47bTtO+1b++ZT5b7eeMccV1Hw71e413wbp2p3ZVriSMCRgpUOw6tg9M+lZmqeCb6XxBqmqaR4pudITVgBfQR2kcnm4XaCHb5l4Hat3wjocPhzQLfR4LiW4jgyFkl+8fr6/WlC/K7/1/X9JDn8St/W39fqap5BAOD6+lcH4Rj1Sw+J2s6Vf63Nq8X9nQ3KST2sMciFpHBXcigkYA65rupVdonWOTy3Iwr4ztPrjvXD2HgnxJbeKm8QyfEC5nnlRIZ0OlQKskKsWCcdOp5HNOPxaj+y1/W5Q+Imt6pY+LI7O78Q6v4Z0g2waC8sLFbkTS7sFXyjbcDnPA4rv9JkSXS7WSO++3qYlxc8Zm4+8dvGT14rD8S6D4k1S4nWy8aTaZp86GN7NdNhlBUjDDe3PIzWv4d0m10LRLXSbIEQW6BVz3Pc+30pQ+HX+v6/pClvp/X9f0ybVbyPT9Mub6RWZIIzIQvU4rjvBdp4q1u1sfE2o+Lr22iuz540q3t4jbqmeE3Mu/t613E0cc0LwyqGR1KsD3BrktC8JazolzDBp3jK6TRYHzHpsllHJtTP3PNPz496I/E7+Vvxv+n3A/h/r5fqYvxK8RxWOqS2qeOtQ0W5hhLpa6dppugx5x5p8ttvPbI4rpfCOsza78PotWm4lmtZQ5AI3FQV3Y7ZxnHvWdqXga9k1zVNQ0fxVdaPBqxzf28VpHIZTgKSJG+ZMqAOOnWrcXhO/sfB1t4c0PxLcad5JcNdNapO8iMTlSH479etSl+7ae7/4N/0/yG3+8TW3/Df8H/Md8K/+RIs/99/51U0gk/GPxFkk/wDEts/5SVa8E+GNW8OadJYTeKptTg2nyBJYxRGFj3yv3voaztJ8E+I7LxQ+vzeP7m6mnWOO6jOlQIs0aZ2rx93qeRzWkfi+QlpCS/rdM5nxP43ln8Sazap4u1PQF0yU28EFnpT3K3DgZ3SN5bAA5AwCDW7J4l1vWtD8NWVjLJo+oa2zrJdGL54FjBJZUcdWC9x3rX1Dwlqcer3eo+GfFd14fN62+7iS0juEkk/vgP8AdPTp6VP4i8MXer2umyjX57XWdOcvBqSW6MdxG1iYz8pyCRioj8Kv5fr+tuu3QJfFeP8AW39bGJ4A0++034geJbfUNau9Ym2Qn7RcxojkbF4wgA/SvQSCBkg4rmvCXhRdB1S+1STVbrUby/2m4eYAAsoAyADhRx0HFSaF4bn0zxNqusya9f3seoFSlnMf3VtjP3Oe+aI3SjF+f5v+vzE9215fkjoKKKKoAooooAKKKKACiiigAooooAKKKKACiiigAooooAKKKKACiiigAooooAKKKKACiiigAooooAKKKKACiiigAooooAKKKKACiiigAooooAKKKKACiismXxN4bh1f+x5fEGlx6luC/Y2uVE27025zmjrYOlzWoqIXVsb02IuIjdBPMMO4bwucbsdcZrL1rxRoOk6RNqd1q9gkETtFue4VVaVc5jyf4uDxUtpK7Gk27I2aK5vwb438OeKLO0bT9W09r+eATPYx3SyTReoIHPHerx8T+Ghq50c+IdLGpB9htPtK+du9Nuc5q3Fp8r3JTTVzWooNc94/1u70DQ0vrMQmQzpGfNXKhSeTSW6Xdpfe7Dbsm+1392p0NFZ+l65oerT3EGk6xYX8lu22ZLedZDGfRgOlaFLzGFFFFMQUUCuL1LVfFmq+NL7QPC93pWnx6ZDFJdTXtq1wZDICVChWXbjafXrS62HbRs7SisPxdrjeH9B+1GH7XfyMsFtAgx50zcKPYZ6ntVof24PDm4/ZZNY8kttC7YjJjITrx2Gfxobsm+wLdLuaVFZHhHWk17RY7zyjBcKxiuYT1jlU4YfTIOD3FXk1Cwk1GTTUvrdr6NA8lsJAZFU9CV6gU2tbCLNFFFABRRRQAUUUUAFFFFABRRRQAUUUUAFFFFABRRRQAUUUUAFFFFABRRRQAUUUUAFFFFABRRWD4l1i7tNW0nSNMEDXl7LucSjOy3X77geoyv50uw+jZvUVQ8Q6nDouhXuq3A3JawtIVHViB0Huab4al1KfQrSfV/I+2ypvkEK7UAPKgDJ7YprqDNGimXE0dvBJcTOEijQu7HsoGSa4/SvGerarIl9p/hG4l8Ps+0ag10FlZc43rBt3MOmMHkc0LV2QW0udnRWZrfiLw/obRLreuadpjTZ8oXVwsZfHXGevWna1/al1pBbw7qFjb3LYaOe5gM8RXv8AKpGcjvmpcrK4Ja2NGiub+G+salr/AIKtNU1M2326QypIYIysZZZGUEKSSB8o71T8N6p4mXx1faBrt5pd3AlqbmB7S1aFlG4AK2WOeD14q3FqXL/Wgnorv+tbHYUUVz/jrxdpHhDRpL/Urq1SUIzQW8k6xvOR1C56mpuOx0FFc3H4w0PUtBv7zQNZ0zULq1smuGiguFlMZ2kjcAemeKPC/i7SNSgsbO61jTF1ueIM1isyiXOM8JnPTmn1a/r+tBdL/wBdP8zpKKzda8QaDojxJrWt6fprzf6pbq4WMvzjjPXmtCN0kjWSN1dHG5WU5BHqKBjqKD0461xvh3VfFCfEC+8O69eaXeW6WC3lu9paNCy5kK7WyxzwPahauwW0udlRWZrXiLw/oksUOta5p2myTDMSXVwsZcZxkAnnmpL7WtGsLZLm+1aytYHj81ZJZlVWTj5gT25HPvSAv0VkS+INKntb3+y9UsLy6toPOMcUwcqD0JA7HBrO8H+MNL1bTtNhvtY0xNbuojI1kkwWThiOEznoKa1v8vxv/kxN2t8/wt/mjqKKx/E/iTQ/D1q7arrWnafM0TvAl1OsfmEA4wCeeRVTwz4lt7nwVB4i1q9srOBgWknZwkKrnAOSeBUprUbWx0dFUtH1bStZtftej6laajb7ivm20okXI6jIq7VCCiuW8dazrFlfaNoegG0i1PVppFjnu4zJHEqLvYlAQWyAR1rW02a80+ytrfxJqmnS6jM5RXgiMCStyQqoxJzj37ULVXG1b+v67GnRUDXtmtxJbtdQCaNN8kZcbkX1I7CqUHiTw7PqMemwa9pst9IgkS2S5UyMp6MFzkiktRGpRWbrmv6DoSxNretafpglJEZu51j3464z1rL8XeOPD/hzRI9UuNSsZBMU+zxm6VDOpYAspPUDk/hScklcaTbsdNRWToXibw/rkDy6TrWnXwiQPMLe4WTyhjJ3Y6Vj+DvEd5rvifWI4dR0G/0SAILSSwuVllBIO7zACce1VZ83KK/u8x11FZeteJPDuiSxw61r2m6bJIMol1crGWHqATzVu41CwtoUmuL63hjkQujvIAGUDJIPcAc/SlfS47dCzRVDRda0fW4Hn0XVrLUoo22O9rMsiq3oSOhq/TEFFFV9Sv7HTLN73Ury3s7VPvzTyBEX6k0m7DLFFUtH1bStZtTd6PqVpqNuG2mW2lEiA+mR3q7TEFFch4y8S3Vlr+k6Nomp6B9smuVF7aXlyqz+SQTmNSQS3TFdNqeoWGl2bXup3tvZWyY3zTyBEX6k0r6XHZ3sWaKo6NrGk61atdaNqlnqNurbGltZhIob0yO9Xqb0EFFcbe/ErwlZ+LRoFxrmlRKLd5Zbp75FSKRWC+Uw7NyT+BrpJNY0iPSBrEmqWaaaUDi7aYCHae+7pil05ug2mnYvUVzmteKbFvA+seIPDepafqX2K1lkjkhkEsXmKucHB/SrGleILP8AsLSbzWL+ys7jUEXy1eQIJJCPuoCeT7U1q2vT8f8Ahg6J+v4Wv+Zt0Vl6t4j8PaReRWWra7pthdTf6qG4uFjd+ccAnnnirl7f2Nkoa8vLe2UgkGWQKCPXmldWuFtbFiiqWjaxpOtWxutH1Sz1GAMVMttMJFBHbI71dpiCiuX8b6vrVpqGkaH4fa0h1HVJXVZ7qIyRxKqliSgILZwR1rU064utOsLeHxNq2myag7MPMhjMEcmMnCoxJyFHPPY0ltcb0djUoqho2taPrUEk+j6tZajFGcO9tMsiqfQkdKg0nxP4a1e8ay0nxBpd/dKCWht7lXcAdTgGnbWwvM1qKyp/Enh23ujaz69pkVwEaQxPcqGCKMs2M9AAcn2q/Y3lpf2kd5Y3MN1bSjMc0ThkceoI60LVXB6aE1FQaje2enWUt7qF1DaW0S7pJpnCIg9yelcv4T+I3hTxA7Qx61pcF2bt7aC2N6jST7TgMo7hu1C1dkD0Vzr6K47SfG1jHqOtW/iLVdL01LXU5LOz86URGVVVT3PzN83aum1PVNM0vTzqGpaha2VmMZuJ5QkYz0+Y8c5pdLjas7Fuiqulalp+rWSX2l31tfWr52TW8gdGxwcEcVapiCiszW/EOgaEYhret6dphmz5QurhY9+OuM9akvta0aw0xdUvtWsrWwbG26lmVYjnp8x45pX0uMv0VSsdX0m/04alY6nZ3VielzFMGjPOPvDiobPxDoF5qT6ZZ63p1xfIu97aO4VpFX1KjnFHWwvM06K42X4l+EIfE8+iXGvaTCsMe5rh75AofumOzCuoj1LTpPsvl39s/wBsUtbYkB84DqU/vAe1C1V1/X9WG9HYtUVWfULBDcK97bqbVd1wDIP3S+regqrD4h8PzaomlQ65p0moOodLVbhTKykZBC9cEc/SmtQNOisvUfEnh3TdQTT9R17TbO9kxst57hUkbPTCk5NalHS4vICdoLYJwOgr5+8S+IJdV8OSXkY8IWNqb+MR2bRySaqm2UYLFW4ORnJGMV9A1njQtCF090NE0wXD/flFom9vq2Mmocbu5XNpZHGRarp+l/FKG61a+hs0l8PptlncIJG8xSVUn7zew5qr8OVs9Y8AeIJY7eO6il1K+kiWWEE58xsHaw4P616FfaXpd/5X2/TLK78kgxefAsnlkdNuRx+FT29vb26FLe3ihVmLFY0Cgk9Tx3NVJc0ZRfVNfe7ii+W1u6f3KxwXw3u9DfwBp9rpE2lDXY9N2tFF5YukcDkMv3h75rlEm8Kv8ILexVbV/EZIVICR9uW73naxH3xg4OTxjrxXr1to+j2t899a6Rp8F2+d9xFbIsjZ65YDJzQNH0caidSGkaeL4nJuhbJ5pPrvxn9aqUuabk+tvwben3/kKKUYqK6f1r/XfuTaasy6barcZ84QIJM9d20Z/WuN+OK2r+Cdt8yLbG6i8wu+1QNw6ntXdVDe2lpfW7W99awXUDfejmjDofqDxSlq0/NP7ncErRcfJr8LHAwLotz8VNHm8KyWkkFtp86XktiytDgsm1XZeC2AcZ5616JVXTdN03TI3j0zTrOxRzl1toFjDH1IUDNWqOiX9dw63OB+IkPjKTWYm8Pf8JR9l8kbv7Mu7OKPdk9RMpbPTpxW38PY9cj0V18Qf2v9q8zj+0poJZdvsYQFx+tdHRRH3U0OWrRHdQRXVvJbzrvikUq65IyD7jmvIPB3gLwi3xT8U2h0tzFYx2b26/bJsozB8nO/J6DrmvY6ijt7eOeS4jt4kmlAEkioAz46ZPU4oj7suby/VBLWPKch433J458HNIVFmJLhW3dN+1dn456V2vO73zWN4x0GHxFoj2LytBOjrNa3C/ehmU5Rx64PbvUoi1s+HPIa4tU1fySnnrkxh+gcZHXocYxmknaL8n99/wCvusN6yXpb8f8AgnP+A8nxh4yaH/j0N7D5fpu8kbsfjmrdrP4OX4lXlvAqJ4rezU3DFXDPAAMcn5T26c1p+FNFi0HRItPjkaWTJknmbrJIxyzH8ScDtVDRfCcVl4nu/El/qE2qanMpihllhSP7PCT/AKsBeo4HJ54prRxXZW/C2n9bCbupPu/16/1vqdJRRRQIKKKKACiiigAooooAKKKKACiiigAooooAKKKKACiiigAooooAKKKKACiiigAooooACQASTgDkn2rjvBgOseJ9Z8UScwh/sNkD0VY8h2H+9wfwrrp40mgkhkyUkUqwBwcEYPNQaTp9npOmwadYQ+VbQIEjXJJAHqTyT7mkt7/1/VtPmxva39f1f8jl/Gf/ABOvFOj+F05hjkGoX2D91UOYwfUMQw/Cuy4HAGAOg9KpW2lWFtqt1qsMOLy6RUmlLEllXO0DPQDJ6VdoWkbf1/VrA9WZHjS1nvfCeqWtqpeaS2cIo6scdPxrA+H3izw+PBekW0upW1ve29tHbS2LSAXCyIArKIvvHn0FdtVAaJoo1EakNG04XwbcLn7Knm7vXfjOfxpx0b7O34X/AMweqXlf8bf5HnXjDXpZfGGrabBH4SsjaW8XmSa8jSSXIYNgQopzxjsOcitT4P6pZ2nwi0a61TUrW2i8oqJbiYRp948Aua7O80fR7y7S8vNJ0+5uUxsmmtkeRcdMMRkUtxpOk3FktjcaVYTWinKwSW6NGD7KRips+Rx72/X/AD+Q202v66HG/A/VdLuPANtBb6nZTTQvcPLHHcKzRr5z/MwByB7modP8QeH5PjDdNHr2lOH0zy1K3kZDPvX5Rzyfau1sdF0WwaRrDRtOtGlXZIYLVIy6+hwOR7VDH4Z8NRyiaPw5oySK24OtjGGB9c461o5Xqc39apr9SZap+bv+NzVrk/i3Zx3fw+1gtZx3Msdq7JmIOy8fw8Zz9K6yhgGUqwBB4IPQ1m0Umr6nHJe+G7nwNqX9h3OjyTLpLecLNo96/uz98LyOc9a5K60nS9M+G/hm8sbOGC4S7idZwMyZZgG+Y8nIJ4zXqFloui2JmNjo+nWpnG2YwWqJ5g9GwOR9asNaWjQpA1rA0SEFIzGCqkdMDoKpaVOfzi/udyGm4cvk196seS+Ip9SX4meIYp7vwdZK0cS27eIY5Pmj2fN5TbgvXGcc5rvPhpp02leD7Wym1Ky1EKWMc1mxaEIfuqhJJIH1NbGp6TpOqFDqmlWF+Y8hDc26S7c9cbgcVPa29vaW6W9pbxW8KDCRxIEVR6ADgUoe7HlKnrK5IzKqlmYKoGSSeAK86tPEHh9/jTdMmvaUyvosUKkXkZDSee3yDnlvbrXorKrKVZQykYII4IrKTwz4ZSVZU8N6MkitvV1sYwwbrkHHX3pxdpXewX91o888ba9LN4l13TbdfCViLOACZ9dVnluS0YI8hQwOADjgdayPD0NtqWm+DBeRx3CR6fdNGrA7Rt2gfK3OB6GvYr3RtHvrpbq90jT7q4X7ss1sjuPoxGanWysl2bbO2XYCExEvyg9QOOM1nyPlt/XUbld3/rZHi3gK3tra08PtbxpGZ/Dc0kpXq7YHJPeltI/DE3wy8PWGiSWM2tm/t5AtpKslyhE+WLYJYKB1zxivZ47GxjCCOxtkCJ5abYlG1P7o44HtVew0PRNPuTdWGi6bZ3ByDLBapG/PXkDNbOV3f+tJSl/7d+BDXvOS8/xUV+n4nnn27Q7XxJ42bxTLZm/QBLNbpVZ3h8hSfKQ/e+fP3R1qmNcXT/h74Wt4bXTN19dMsVxq2UtLY4Y5kXI7DGPevU7vStKvLuO7vNLsbm5iGI5pbdHdB6BiMilvNM0y8tRa3mm2VzbhtwhmgV0Deu0jGfes0v0/D/MtvX+uyX6Hm3wguppvH/itZbjRpv3Vrk6RG6WpO1+VDE5PqRwa9UqtZafp9iMWNha2o2hf3MKpwOg4HQVZq29EuyJ6t/1sjyHx94K8L3HxW8KrNpzN/aUtybsfapR5hWEkYw3y8j+HFbnj+103w+3gxYlFppljqrFpJJCUhUxOMs7HgZOMk9676S3t5J455LeJ5os+XIyAsmRg7T1GR6U29tLS+tntb61gurd/vxTRh0b6g8GlFuMYpdP83+mg27ybfVW+9WPOF1bTdW8d+J5NOukuY49KCtKnKN8o+63RvwrHi0nS9P8Ahh4Cu7OzihuDqVk/nD75LE5+Y84OOmcV63a6bptrH5drp9nbpt27YoFQbfTAHSpDZ2ZgigNpbmGIhoo/LG1COhUdBj2op2gtO6/CUn/7cJ6y5n5/ikv0PPdPn0O2+I3iKXxfcafFctsFidQKrF9m7BDJ8pOd2cc9M1rfFC2sLz4fXFxb2tpdRRmKSN44lcLGJAWKkDpgHpXTanpOk6ps/tTS7G/8v7n2m3SXb9NwOKsR29vHbC1jgiSALsESoAm30x0x7VEo3p8pSlafMY3he/8ADFzpaS6PdaM6CBWnNq0XyjaPv7en41yfg/VvDK/FjxHHp+qaKqXEFmsK29xEBK2xshQp+Y/Su7sdG0axWVbHR9PtFmGJRBbIgcejYHP41DbeG/DdtNHNbeHdHgljO6N47KNWQ+oIHFac3v8AMStIOPp+DT/Q4XRrrw7beKPF3/CZy2MVw103knUSgD2v8Aj3df4vu81i6fpqXfhzwNZaraSC2bUJ3hgmc52Dlc85x3we3tXrepaPo+pukmpaTp986DCNc2ySFR7FgcVZe3t5DG0kETmL/VlkB2duPT8KiKtbyt+Dv9/5a9ypO97db/imv1/I43w/b21l8WdZtbGGK2hksEleKJQqlwyqGwOM44rd0XxRoes6xqOkabe+de6awS7j8th5ZPTk8H8K1lhhW4a4WGMTMNrSBRuI9CeuKjgs7O3nlnt7O3hmlOZZI4grSH/aI5P401fRdFf89Ce79CeuJ+KmuNpX9k2cVvpZmvpmVLrVSfsduFwSZORknPH0rtqr6hY2OowfZ9QsbW8hzny7iJZFz64YEUmr2KTsea/CO8mn8d+I4pLnRpgII2J0iN0tWbIG5dxOTjjI4r1Kq1jp+n2KhbGwtLRQu0CCFUAXOccDpmrNW2rJdiEtWecfFzUfDtvqPhzz7/SIb+LWoGl3yxrMibH5bPzBenXitT4jQ6drGjadeQeJNHsWhuEubSW9nQ2lxt52tz8yn2rob3w/oF9ctc3ug6VdTsMNLNZxu5HuSMmn3GiaJcWkVncaNps1tDxFDJaoyR/7qkYH4VOvLbre/wCX+Rblr8rfn/mc78M9ck1SLULOaz0pHsptjXWlKBZ3JwPmTGfXue1djUFhZWen24trCzt7OAHIigiEaA/QcVPVNko868RR6Dpvxc0681iDS7Syn0mZPOuYo0iaXzVIBZhjdgHrz1q18R9etdP03RodOh0WSK+uFS3urxh9ghHZm2kAj07V2Opadp2pQrDqWn2l9ErblS5hWRQfUBgeabPpWlT2CafPpdjLZpjZbvbq0S46YUjAqNeVLt/ncpu7v5HidneTTL8SoprrRJlXQVYnR42S1JIkyy7icnjqODWr8LXTTdYs/wDhOpbWS+vLeP8Asa7fi2EWP9SgbpJnJ55OeO1er2+k6VbwvBb6XYwxPH5bxx26KrJ/dIAwRyeOnNOuNO064jhjuNPtJkt2DQrJCrCJh0Kgj5T9KuLs7+i+6/8An+nUJPmVv66f5f1Y8bum1KbxF4ntbzUPBGnzTzbD/b0cgmKFMK0bbgMYx93oevNbmp6LCE+H2kancW+qJFOi+bE5McoCHBBzll+uc16JqWi6Nqkqy6no+nX0ijar3NskrKPQFgeKsLZ2arAq2luq2+BABGAIsdNv938KmmuVRXa34Ez95vzv+JxvhGGC0+KXiu0tIo4IBa2cnlRKFUM3mZOBwM4ruKjSCBJ3uEhiWaQAPIEAZgOgJ6nFSU+iXZDerbPI/GvgfwrcfFLw7HNprsNQaZrkfa5R5hEbEYw3HTtitP4ieG9HuNT8EaG8Lrp8ep/LCJW5AjcgFidx6eteiyW9vJPHPJBE80efLkZAWT6HqKJIIJZI5JYY5HiO6NmQEofUHsaUPdUUun/Bt9wpXk5Pv/TOB+I/hxdL8MeJ9Y8Ppcw3d7aIstvZoFGE4yqgfewTWbrk3hi9l8JReDzp0+opfwv/AKCyeZHbgjzfM28gY7NXqlUbDRtG0+4a40/R9Ps5mGGkt7ZI2Ye5UZNOHuteqf3dPT8tRy1X9dTxy00vTLjXbeSe1hkeXxHPvZuS2IkIGfT26V33wX2/8IDAFxtF5dgAdAPtD8CurWxsVYMtlbBg5cERLkMeC3Tr71JbwQW8XlW8McMeSdkaBRknJOB70qfuw5fT8El+gS1/rzk/1/AWeKOeF4poo5UYYKOoZT9QeK88+GE3huzbUtOujo9rqq6zceVBMsST4LfLsB+bHpivRqoy6No82oLqM2kafJeqQVuXtkMqkdCHIz+tOOjuJ6o830vRdIuz8S7y6sYJ7h7y4iZ5BuwojGAAeFPJ5GDWbrVxqC2fgqQTaNFZrDJtn1hJHtVkwwAcqQBxgAtxnHevY1tbVRKFtoVExLS4jA8wnqW9T9ajudP0+6svsNzYWs9px+4khVo/X7pGKmzuvl+Ca/UuUuZv5/jb/I474XafcQX2s6jJrXhu+S8lRjDobMYIWVQOhJwTjPGOtd1VTTdM0zTI3j0zTbOxRzudbaBYwx9SFAzVuqfREdWea6JPoVr478TP4vuNOivmmUWp1EqqG2ydgjMnyk9c7eeme1WfiNrsdpqOhadYx+HkF2JWhvtWb/QYlC5IwCASeg9K7TU9I0jVGRtU0mwvyn3Dc2yS7fpuBxReaRpF7bR2t7pNhdW8X+rimt0dE/3QRgfhUpaJdir+833PHvDFw9x4b+IqzTadIv2hd39nI8dt/qVyUVjkD/8AXV9P+Efmh+H9n4Wk0+fUYJ4Zrg2jiR0j8lg5kZSTjcRwx616Lr+g2934cv8AS9NtrOze6j2ZWIIp4wM7RzxxT/C3h/TdB021htNN0+2uUtkinmtrdYzIQoBJIAJBI71cXZ37cv4X/AmWr9b/AI2/E5PUl8PaX8Vml1iHSbO3ubDMUl1HGkbsMZ+Zhjdz9al8bXmm2fjPwVqUlzawaagulFzuVYF3KgX5vujPauz1LTNM1NETUtNs75UOUW5gWQKfbcDii50zTLqxWwudNsp7NcbbeWBWjGOmFIxUw91K3Rv8W3+pTd5N91b8LHmM2p2GqN8R7nT5xNCLGRfMC4Vv3fUHuPccVueDvA+gt4N8LtBE1vNZxxXcc6EGRnaPkFjyR8x4rtIdP0+GFoYbC0iiddjIkKhWX0IA5HtU8aJHGscaKiKAqqowAB0AFEUoxsvL8Lv9RN338/xSR4ZbrqV1deI7G/1LwNYTT6hKrjXEkW68sufLKNuA246bfbNeyeGLaey8OafaXV4l7NDbqj3CH5ZSB94exp2oaJomozi41HRtNvZgMCS4tUkYD6sCavRokaLHGioijCqowAPQCnHSNvT8Al70ub1/EWiiigQ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H//2Q==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data:image/jpg;base64,%20/9j/4AAQSkZJRgABAQEAYABgAAD/2wBDAAUDBAQEAwUEBAQFBQUGBwwIBwcHBw8LCwkMEQ8SEhEPERETFhwXExQaFRERGCEYGh0dHx8fExciJCIeJBweHx7/2wBDAQUFBQcGBw4ICA4eFBEUHh4eHh4eHh4eHh4eHh4eHh4eHh4eHh4eHh4eHh4eHh4eHh4eHh4eHh4eHh4eHh4eHh7/wAARCADxA7w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6zooqA3tmt6ti15bi7Zd6wGQeYV9QvXHvVEk9FFFABRSng4NJQAUUUUAFFFFABRRSjk8UAJRSsrL95SPqKSgAooooAKKKKACiiigAooooAKKKKACiiigAooooAKKKKACiiigAooooAKKKKACiiigAooooAKKKKACiiigAooqO4ngt1VriaOFWYKpkYKCx6AZ70gJKKKjtbi3uoFntZ4p4mztkjcMpwcHBHvTGSUUDk05kdRlkYD3FAhtFFA5NABRWfZa5ol9ePZWWs6ddXSZ3wQ3KPIuOuVByKspe2cl7JYx3lu93GoaSBZAZEB6Er1AoGT0UUUCCiiigAooooAKKKKACioLy9srPy/tl5b23mtsj86QJvb0Gep9qnoAKKKUgjqKAEooooAKKKKACiiigAooooAKKKKACiioIbyzmupbWG8t5LiLHmxJIC6Z6bh1FAE9FFRy3EELxpNPFG8hxGruAXPoPWgCSikkZY0aSRlRFBLMxwAB1JqpperaTqiu2l6pY34jOHNtcLKFPvtJxQMuUUUUCCiiigAooooAKKKKACiiigAooooAKKKKACiiigAooooAKKKKACiiigAooooAKKKKACiiigAooooAKKKKACiiigAooooAKKKKACvPLa3ux8ZYbnWtJ0Y3ZsmWzvbSabzVi+b5XVvl9enrXodeeXOn/ABIm8a22u/2P4XEMEZgCf2lLuZCT83+r64PSpV+eL9fxTG/gfy/NGl4g8R+JF8Ynwx4d0mxuJ2svtIubuRlijO/bh9vzYPsOuKpDxD4m174f3l7plrpVtqlvNPbXiXEkgiXyyVZoyvPJHGa3rXR71PH7eIZGhFs2nC2KKxLCTeGPbpx1qv4S8OXWm6Hq2nX0kRN9e3MyNExOEkclc++CM0pRvSa62f33f6Dg0pX8191tfxMv4STeNJvDejyaz/Yb6Y1ipSSGWZrpjj5S+75fXNd5XIeArHxho1va6Hqlpoz6TZQ+TDeQXTm4kC/dLRlQoz35rr62qSUpNrZmcIuMUmc34y1TXrGSGLRW8PQFlLPLrN00Ubf7KbTkt354xUvgHxCfE3hyPU3hjhmEskMqxtuTejFSVPdSRke1c14z8H6xqXjX+2bfSdA12zktFg8jWJDttW3ZLxptYE4+melbXws8N3vhXwr/AGTfNaGX7TNKBajEYV3LAAYGMA9Kzhs7/wBamk1tb+tP8zqmIVSx6AZNcgPiZ4LM3k/2leb923H9l3PX6+XXXsMqV5GRjiuQHw90jzvN/tvxdndux/b9xt/LPShfFrsLTlfc65GDorryrAEcdjXGfFjUpbWw0vS0vhp8eq3Zgnut20xxqpdgD6kKV9eeOa7NF2oqgkhQBknJrmPiR4W/4SrRoIYmtxeWVwtza/aIw8ZcdmB7EcZ7daUuna6/r/gddhw/R/fbT8TjPAV/Y6f8RxpvhhdWbw1fWzYlvZZJFe4Qgfu/NJkAA3A5wCa9AivvELeM5tPk0eJdBW2V49Q8z52l7ptz0HriszQNH8RXfiOLxD4qj060ntLVra2tLCZpYgrEEuWYA54wBjvVLSfEmsat8VLrT9KuYL3w1a2xS6Kw4MFyP4SxGTnnjpxVq94xer1/Xf8ATtoiXtKW236bfr82d3RRRSAKKKKACiiigAooooAKKKKACiiigAooooAKKKKACiiigAooooAKKKKACiiigAooooAKKKKACiiigArjtVK6/wDEG10nar2ejIt3c5zzO3MXseN+RXXTu0cEkiRtI6oWVF6sQOAK574fabd2mlz6hqULQ6jqU7XM6P8AejBOVjP+7kikvi9Pz6f5/Ib+H10/r8vmJ8R9Rms/DjWdkSL7U5FsrYr1jaT5fM+i9TWzomnW+k6Ra6dbRrHHBGFwo4z1Y/icmsN9PvtS+IqX93ayR6dpdtizduBLLJkOffAC4rqKcfh9f6X6v5hLe3b8+v6Iw/H7vH4K1Z45HjcWzYZGII+hHSvN5tDh8KfDzSfHGhXepR6jDbQTXSzX0k6XKuFDKVkYhckg5HPFeo+K9Pn1Xw3f6datGs9xCUQyHC5Pqa4e18KeMtZ0bS/DfiiPRrHRLGOMTfYLp5pLvywAEYMq7FPXIJ6UofHfzj9ybv8A8N1B7K+2v6W/4foaPiHxdrH9uT6Z4ePhuL7HGrXEmsXhi3s38MYU5yMHOeORVfX/ABxeXXwvl1/R/D+oXjXFlMZGt5YwLNlU/MxLDI7/AC5NQeI/Al3/AMJPd6vpnhvwr4gjvgpli1ldjQMM8o4RiwOehxjFdJPol1cfDm80GPTtL0q8ubCWAW9m3+jROykDacA7efSs5Juk+/8AX4f8DXvcGlUj2v8A1/XqYXwd8uTQ7Zl8Cy6LKLUOuoTrAftLMcnDIS/U5+ak8JQXMXxa1iXV9J0eHVJ7IObyxmmYyRBlCqyvwDjHQdq6/wAN2N1pXhey09/Kkura2EfDHYzgevpmuQsdP+IyeOn8QXGkeGFglg+zOialKWVNwO4fu+Tx0robXttNtf1/Wxgk1S+79C5qnibxTN4x1Tw34e0fTpGsYIZ/td7I4hAZSSjBfm3emBjg5qFvHty3g7TL+OytIdYv5fIEFxOEghkH3mZic7FyDxzW5puh3lt4313W3eE22oW8EcKhjvBRCDuHbk1y198PL248MWNvJHpV3f2F29xHb3aeZbTq2Mo+QcZx94AkVi76LyV/vV/wubytd2/r3f8A5I2vBXiq91HWrzQNabR31GCFbhJNJnMtu8THaOWOQ2QePTFdhXJeAdEvNLmuZL3wj4V0FnUBX0ZyzSc9Gyi8V1taPoZrqcr4y1jxBp9yE0dvDVvGkZd21i6aIzd/3QU/gc96y7jx9fHwnoOr6foy3V1ql1HavbCQfI7ddpzggfWqXivwTrN94wv9Uj0fw5r1reRJHF/bDktY4XB8tNjDk89uataP4I1ax8OeGtMeeyaTStRS5nZPkVkH90AcH26VFPW3N3X56/h/wB1dPh7fp/mavhPX9euPEuoeHfEtnp0F9bW8d1HJYO7RPG5YAfPzuG057V1lc9b6LeR/ES98Qs8P2SfT4bZFDHeHRnJJHp8wroarogas3b+tF+tzzz4q291NquiPqGk6NqGjx3yGIyTTJcxS4PzAL8pHXrW9498R6hoD6XHpumDUZ9QvFthGW2kZBO7qPSsn4h6b461i7gg0bTvD72NrOs8Ut1fSJK5A5BUIQBn3rS1bSNb1mTw7eXkdhbXNhfLc3cUUzOm0BhhGIBJ57gVNO9rPbm/Bpf8AB/qwqm912/HX/Nf1craBr/im61LWfD+pWWjQ63ZW8c9u8DyG1kEm7buJ+cY284rn/hvcfEWa+1gSf8I1LbJq7LdeZNcF0+VNwi4xjHTPfNdjY6JdwfEDVNfd4TaXdlBBGoY7wybs5Hp8wrL03SvF+g+Ib8aTa6Ne6PqF99qlkubp4p4chVYKqqQ2AuRkjrVx+JPuvxuv8hzXRd1+Wv3NkPiPxjqy6/faX4ePh5BpqgXT6tdmIu5AYJGFOScEcnj3oufHc93oGizaFaWsuqavcm0ijuXPkRyKDvLMvJUFSBjJ6VQ8SeA7v/hKdQ1rTfDnhbxCmolZJY9aG1oHChfkYIxKkAcccms74jaRNcQeF9Bh0zS7G8SRrhbO2vHtLaJgCCyTou5Tz0A5zWafuq/df8EbXvO21v0/zNzwr4u8SSax4is/FNnotrDocatK9i8rF9wJUjfxjj61UsfiBrCXOnXurReHU0nUJ1gjgtb3zL6BnOE8xc7evXbmqvgS2Vm1zwDqWnW1vNcW/nS3VrqMl8XD8/vJZADn0HPep/DHgrVNJvrKG48EeBJ4LZwDqaDy7pgD/rNgjwG9t341pH4lfay+e/MTLZ+r/JWNLUfFnii48Xap4Z8O6JYzTWcSyrd3bssGD/C235tx7YHpmuj8G6vNrnh6DUbm0a0uGZ45YSCNroxU4zzjI49qh0bR7qz8WazqsrxG3vdvlBSdwxjqO3St8knrzUQ+HXf/AIL/AOAOW5T1ma8t9JurjT4Y57qOMvHHISFYjsce2a5p/GE8/hbQdU02zimu9WniiEEhIEe77xOOfl4/OuwOCCDyDwa4vw14RvdN8UzXd1LDJpsEs8unKrncpmI3Ky4wAu0bT7npTj8Wu3+X+YP4b/1r/l/mSeNNe8R6XM50s+GYooYjI8eqXjRyzYGf3YU9D0Gaq674+ms/DWgazpukm+Oqz+R5Ct8yt0yOcYDfpWN4k8Ba5e+JNZu00jwzrMGpN+6u9WYvPYqRjbGhQggdQMjJNbOneD9UtfD/AIV09prQy6PcPJcMpIVlOcbRj36UopuKv3j91/eCektO0vvsrfiX/DmteJ5NfvdE8QaZYW9wtv8AaLSa0MjQsvA2uW/iBIzj0NZHw9iuIviH4mXVtJ0i21fy7d57rT5pWWZWVioIk6Eewr0C5aYQSG3VHlwTGrthS3bJHSvP/D2m/ES38cXuu6jpPhpLfUVhjuFh1GV2iWNSMqCg3E56HFVC3N8n/X+YP4JfL8Gv+Ca/jPWfEWn3Pl6M3hmFEj3t/a920TSn0jCn+dcv4m8Qz63pvgrX9J083Fxc3MvlQFhtD42kk5+6CMnHOOlTeJfA+tXvi/UdQXSPDet2l8iLHNqzF5LHGc+XGUYEcjuM4pbTwZ4o0rwd4WsdNXSLrUtFkkaRJp2igcMT90qpI4PpUR+FN94v8df0/QqS3t2a/DT8f+Cb/hjX9ZuPEd94X8VWWmxagluLmI2JdoJYCQpzv5zuJGOlUvBNnZ2PxN8XwWNnb2kWLQiOCJY1z5XoBir2haR4g/tW98TazHpy6zLa/Zre0t5maCNAdwBkKgnLDJ44zWV4Y034hWnja/1rUtK8NpbamYRcCDUJXeERptygKDcT74rSO69H+en4Cb92Xy/NX/Uk1/xjrR1q+sfDv/CNpHp4AmfV7wxNM/OVjCnPGOS2ByMV1PhLW7bxH4dstatFZYrqPcFYglT0I4+lcPrngO8j8SX+p6b4Z8J+IYtQcSuusrskt35ztYIxYHPQ4xiu+0C1Nno1rbNYWWnskYDW1n/qYz6JwOPwFTD4Pe30/wCCKfxaf1/X+ZeooopiCiiigAooooAKKKKACiiigAooooAKKKKACiiigAooooAKKKKACiiigAooooAKKKKACiiigAooooAKKKKACiiigAooooAKKKdtbG7aceuKAG0UvbPao7mVbe3kuJtwjjQuxAyQBSbSV2NK4+iq2k3tvqmlW2qWZd7W6jEkTshUlT04PSre1sbtpx64ptNOzEmmrobRRSSOscbSOcIilmPoAMmk3YYtFcp4X8U6vr96ZIPCssOimR0i1F71MyBTgN5WNwBrq6fS4uoUUUUAFH5flQOtcpp/irVdQ8VXek2fhd5LGzm8q41A30ahTzyIyNx6Ur62H0udXRXPeOtf1Tw5pMmp2Ph1tYt4I3luit4kBiRRnOGHzd+BWxpV2t/ptteqhjE8SyBSc7cjOM01qrg1a3mWaKxvDfiCDXrm++wwObK1m8lbst8kzj720exyCfUU7Q9di1LUL/TpbaSzvbKUq8MhzvjP3ZFPcEc+2aS1D/hjXooopiCiiigAorH8X69H4d0j7a1s93PJIsNtbI20zSt91MngZweavaTPeXOnQz6hYf2fcuoMlt5wl8s+m4cGhajehaoop21uflPHXigQ2ilVWb7qk/QVX1O8g03Tri/uyy29shklZVLEKOvFJtJXY0m3ZE9FR2kyXVpFdQ7jFKoZCVxkVLg5xg59KbVhJ3V0JRShWPRSfwowckYOR1oASilZWX7ykfUUlABRSqrN91SfoKpaxqVtpNobq88xYgcFlQkLxnLH+Ee5pNpbjSuXKKwvC/irSfEMDSWE6SbE3StE4kjT2LjjPtVLTPiB4a1HVo9Ot5L4GZisNzLZulrMR2SY/K2egweaa12E+rOqopQCegJpKACig9D3rA0LxBdXmuXej6posmlXUKiSHNwsyzxnPzAqOOnTrS62Dpc36KUAnoCaSmAUUVleINaXSZbC3W1kuri9uFhjjRsEA9XJ9B3+tIDVoqDUbuDT9PuL+6fy4LeJpZW/uqBkmq/h7UJdV0a21CayeyadS3ku4YqMnHI9Rg/jTHYv0UyeRIYJJpDhI0LsfQAZNcnpXxF0DVLuG3srLxDJ5z7EmOjzCEn134xj3pLV2B6K519FKFY9FJ+gowckYORTEJRSlWX7ykfUUpVgNxUgeuKAG0UoVj0Un8KCDnGDmgBKKUgg4IwaSgAorA8aeJo/DMWmPJZSXZv75bNVRwpQspO7nr93pXQYJOByaFqr/wBf1qN6f1/XYSilZWX7ykfUVgWfiWO58c3vhZbGVXtLNLo3O8bW3Nt247HvQtXYOlzeoooHJoEFFKysv3lI+opdrY3bTj1xQA2s7X9C0XxBaJaa5pVpqVuj71juI9yhvUe9aQVm6KT9BRg5xg0rDTZm6DoOi6Bata6HpVppsDNuaO3j2gn1rRpWVlPzKR9RSlWAyVIHrincVhtFU5NStI9ah0dmk+2TRGWNBGSCozzn8DV0gg4IwaSdxiUVBf3AtLGe6ZC4iQuVBxnFV/DepDW/D1hrMdu8Ed5AswRjkpnsT3prW/l+t/8AJi7f1/W5fopVVmHyqT9BSUAFFFOKsBkqQPXFADaKVVZvuqT9BRg5xg59KAEopWVl+8pH1FKVYDJUgeuKAG0U5VZvuqT9BSAEnABJ9KAEopWVl+8CPqKUqwGSpA9cUANoptw7RW0s/ls4jQsQO+Bms3wnrCeIPDdhrcdu1ul5CJREzbimexI60Lr/AF/Ww7aXNSiiigQUUUUAFFFFABRRRQAUUUUAFFFFABRRRQAUUUUAFFFFABRRRQAUUUUAFFFFABRRRQAUUUUAFFFFABRRRQAEhQWPQda8H8UXlrdwyeK9H8O687C+jEfiFtTWOKQiQA/uC444K42V7xXHH4ZeD2md2tL543fzPs7X8pgVs5ysedq888Cos+a6Kv7rQzSbqWX4r/vJztbQVmdN3ygmRctjoPrWBoOmaf4m8Aa+mptNewxareyQsl064xI2MMrDIx26V2eveDdA1u4tbm+hukntoxFHJbXTwsUH8DFCNy+x4q74f8P6RoOnSafpVoILWSR5Gj3Fhuckt17c9Kqa5oSj5O333CD5beqf3KxxXww8L6HovgPTfE+mWMx1FtMDF2u5pEYkc/IWKj8BWB/Y1g3w0i+IDaleHxE2LoXq3T7ZJQxxF5edmDgDAXNeiaD4K0HQtTfUNMGoROysvkvfyvbqG6hYidi+2BxUEfw98Kx6sNSS0uwwl85bb7ZJ9lVxyCIc7Bg89KuUuabltt8tW7L1+WxEVaPLv+vr6fqdHp0sk+nWs8wxJJAjuMY+YqCf1rJ8dafe6j4duksddvdIaOGR2e1SNjIoQ/Id4PH05rdplxEk9vJBKMxyoUcZxkEYP6VnUXMnYqm+W1zzv4E6Tqdv4N0nUbjxRqd7bSWgC2EscQijJA5DBdxx7mvR6paHpdjomk2+l6bEYrS3QJEhYsQB7nk1drSTuxWPP/iN4y1bw9rUVnY3OkxRtCHIutNvbhs5P8UClQOOh5rc+HeuXviDRHvL6WzlkEm0G1tZ4Exj+7MA349K6ZXdRhWYD2NIzMxyxJPvUx0TuOWrVgHUVx3gD/kYvFX/AF/f1NdiOorg/DcusaV411i1n8L6vJaahd+ZHqEYj8hVyeWy27v6VK/iL0f5oH8PzX5M2/iV/wAk78Rf9g2f/wBANUNRuJrX4Ryz2+4SLpPBU4K/u+v4U/4p3Gpf8Ilf6Xpfh3VNYn1C1lt1NmExESuAX3MOOe2a19J08SeE7bS9QhID2awTxnqAUww/nQ1enL+u5aaXJ8/0GeB7eG28HaRHAqqps4nOBjLMoLN9SSTWN4lH2b4k+HLuAfvp4pbaUDvGSCWPrjA/OrngCz1jSbOfQdUjaSCzkIs7ztLCeVX2Kghfwpmk6bqF/wCMLjxFq1sbZLVXtNOgY5OwkbpD2+YqCPY9quT5pqS23/r8v+AZRTUGvl/X5/8ABOoooopDCiiigDhviHLLda3oOm3Vs9jZR6rbzR6hIwaOeQBsQqq/MGOTyRjjrXc1y/xJ0291DSLKfT7d7qbTr+K9+zx43zBA3yLnjJz3Ire0m6lvtOhuprC60+SRQWtrnb5kZ9G2kjP0NCfu27P/ACKl09P6/wAye4/495D/ALB/lXkHgzwTdeIPBY1S5129fWFv5msJ3ncJaotwcptU/MCAfvA9fSvYWUMpVuhGDVTRdLstH09dP0+IxW6u7hSxblmLNyfcmlHRt+n4XJfT5nlni1r7X/iBqWk3vhfVvEUGm28Pkw2OopaKjuuWc5dWbnp1AzzV3U/D95qPwdvofGGnXcV3YRSm0ikuj5iRjGzeY2wx65612fiXwdoXiG6ju9Qju4rlF2Cazu5LaRl9GZCCw9jWjpek2enaSulwiaa1VSuLqZpmYHszPkn8aiUeanKPV/n3LUkqkZdF/lt8zmfAfhLQNF8PQ6rpVrPHPPZ/NI15LKrcHoGYgfhXL3N86/Aaxna+dZpdQjVJDMQz/wCmcgHOTx29K7rwz4L0Pw5cvPpX9oruUr5U9/LNEo9FRiVXr2FUT8NPB7SyO1jdMjyrMIWvJDDG4beGjTO1DnrgDNbOV536Np+lm3b8SKa5OV9vx0Wv4GHe6E3iT4oalY6hqN4NIWwTzbKKVkEr4XBLAgjHsRUHivRdW0bwjoOh/wBuzxsfEKR291bsTJHbkPsQlvvEDg5zXo1vpNjb6tPqsUTC7njEcj7yQVGMcdOwpNX0mw1YWov4WkFpcLcw4crtkUEA8dep4qIe7b11/wDAm/y/yHF2d/L/ANtt+Zx3hjSLXwz8SrnStJe5SxurBJXhlneUCQZ+YFySCc89uK7+qR0ux/toax5R+2iLyd+442emOlXaFflSe+v5u34WQn8Tfp+Sv+Nzzb4jSabrPiA6IfDuseJLm0t/Nlgs78Wi2wPG8sWXcefUipPhrHN4q+F4s9QnuIY/tNxbNGXWRjEjlVjZhnOABkg84610XiDwT4f13VU1S+jvku1QRl7W9kgEi5zhwhAYfWtLw5oel+HdMGm6PbfZ7USPKI9xbDOct19zSjFcjjLr/m/0/qxTeqcen+X+ZzHh34d2OgeEr/QdIm+wxXkLK8UOfLWQ9XBPzZP1rl9fn8Rr4Y0Lw3feFV0hrbUbVYpnnR0mKyZzCiMXGOpyMDPNevSKJI2jbOGGDg4P51z+geC9A0S+N9aJfXFxzte+vZLkx567PMJ2Z74xmnFe9rtp+F7fmLS33/jv+QeNtFsdZstPh1HWp9KFvdRzK8U6xmV1IOwk9QSMY966LrXGfErwrqXjCSw0tvsMOjxTR3M1wXb7UkiMGARcbcHABJOeTXYxoI40jXJCqFGTk4FNbP1/Ra/12B7peX6jq43xDc3Fl8QNOnsLR9Snkt3jltIyEdE4/eBmwuB3GcntXZHoe9cloZ1TVPG9zqt1ol7pVpbQeRCbvbuuCc5ZQpPy8DrzzSXxx+f5Nfje3z+YpfA/l+a/4cueNNGsdZTTPt+sz6V9lvI54/LnWPznBBEZz1BxjA9a6E8muL+IvhXUvF97ptjJ9hg0e2njunuBI32oSI27aq427TgDOc12aKFRUGcKABn2ojs/X9Fr/XYct16fq9Ba47Qc654/1HWW+a00tDY2ZzxvP+u9uqrXXXCNJbyRrIY2dCocDJXIxms/wxo8Og6LDpsMrTlMtLM4AaWQ/ecgdCTQviv/AF/Vr/eD2sYXxEd9SutK8JwMQ2ozeZdY6fZ48GRT6bgcCuvjRY40jjGERQqj0AGBWVa6HFD4ovPEElxJNPcQJAiMoCwopJ4+uea1qa0jb5/18vxuD3Kus/8AIGvs9Ps0v/oBrhvhavj/AP4R7SiZPDn9i7eQEn+0+X9c7N3T2r0CaNJoZIZBlJFKMPUEYNcnpfw58M6ZeQ3Vk+txtC++OM6vOYgfTZu249sVMVad+gS+Gxgz6CviX4s+IbPU7+8Okw2Voz2MczRrJIQ+1tykMMc9CM55zVfxlouuaP8AD/RdCj8QTJdLq1vFFfREmRYzKMZ3feIz3yK9HtdJsLbWbzV4YWW9vI44533khlTO0Y6DGTRq+k2OrRwR38TSLbzpPGA5XDqcqeOvI6VUbLlXa1/k0/8AhvLQc3zN2+X/AIDY4278NTeChrHiDQb2QQjS3M0M8skpe4XLecNxIHbgYHtXNalo1hovgHS/Hmm3l5/b8xguDcC6kdbh5Su9PLJK4+ZuAMjFeySKsiMkiK6OCGVhkMD1BHcVy2m/D7wvp+qx6lb296ZI5DJFDLeyPbxsc8rETsXqcYHFEHaSb8vuTu189haW/rX+v61MDVNEbxF8VtSsr7ULtdISwiM1lFKyCVyvByCCuOehFdJ4b8P3Gk+ErrQr7VGktwZEgnDnfDAR8oLN1Yc81sQ6XYxaxPq8cTC8uEWOR95wVUYHHSrF7bQ3lnNaXC74ZkMci5xlT1FZ8tqbjbv+LbGn76k32/BJGZ4L0y10bwxZabY6lLqdvAhVLqWUSNKCxOSw4PXH4VsVn+HNF07w9otto+kwGCytlKxRlyxUEk9TyeSa0K1k7ybJQyWGGXb5sMcmxty71DbT6jPQ1y3xP1CwttFt7C8t769fULhbeKys5PLkuic/u9+RsB9cj611lZPijw7pXiSxjs9WjmaOOUSxvBO0MiOOhV1IIqJK5UXZnBfCeSex8ea1oUej3+h2SWUM66feXy3TJIzNucMGYjIAGCe3SvUBFEspmWKMSMMFwo3EehPWsPw54P0Hw/ey32mW9wLqaJYZZp7l5ndVJI3FiSTyea36tu6RPV/10X6hXF/FO5uzHoujQ3TWVrquoJa3dwrbWEZDEqp7E4HNdpVDX9H07XdMk03VLfzrd/QlWQ/3lYcq3uOalrYaM/SPDfh7wZZ3t5p9vcWULR77h5bmWbhe4Dscde1eTX16ttfaN4n0jwxrlg97qcMa6vc6mrR3MbyBW/cb+MjI4UY61634e8J6PoUd1FZtqM8d0oWVb6/luQQM8ASE469qyrX4Y+D7d4mW11CUQzJNCk+oSyJC6tuBRWOF59OtVF2qKT2Vv+D/AF94acrXr/X9fKxiXvh618TeNPFcGr3l9JZWwDQ2sdw0SJJ5S/vAVIbPtnHtWWDfavoPgmwk1S8t1fU5LSSWJ/nkiQOoVieuQo5r1O30iwgv76+ihYXF/j7S28ndgAdO3AFVLbwvolulgkNq6jT7hrm2/esdkjZyT6/ePBqaa5UlL+t/80TUvLZ/1Zf5M8/Ekngmfx3Z6AZvsthp9vdWkE0rzeXIwbdgsSxz9e1N1LQdN8OaHoPizStQvf7WnvLdJLn7S8i3gkbDKUJK4PT5QMV6Wmi6Yuq3up/Zg1zfRJFcl2LK6ICFG08dCaxtJ+H/AIY0vVY9Stbe9aWIkwxTXskkERPdImO1cdsDihbq/lr106fP/h7lya6Lv+KX6pv5nJ6/4H8M6h8V7FbuxuGN7aNLKovpl3Pg9MPx06CvTNL0+10nT4tPso3it4RhFeRnIH1Ykn8TWf4o8MaP4kSBdUjuQ8DFopba5eCVCRg4dCDj2q/pVhBpmnxWNq07QxDCmeZpXP1ZuT+NEFyx5f63f5XsTLWXN/Wy/O1yLxF/yAb/AP693/lXkmm6BDofgHwn4ntb68bW5JLaNZZZ2Cyo2f3IjB2Y98Z969muYY7m3kt5lLRyKVcA4yDXL+H/AId+FtDvLe6soNQka2GII7u/luIoj2Ko5KqR2IGRRHSTfp+F/wA7hLVL5/jb/I4HVhqHijxT4g+0eEdd1x7C4NraPZapHbLagKCG2F1LNknkgjivUvBX9sjwtYr4ghMOpKhWZGYMVwSFyRwTtxnFU/EHgfw9rmoHULuO/t7plCvJY30tqZAP73lkbj7mt2wtYrKzitIWlMcS7VMshdse7Hk/jThpG3p/XzCesrjdVuoLHTLm8uZTFDDEzO4GSox1A9a8TiuBZ674Z17SfDOuaUNU1GJW1O71NZEvonBJ/c7yV3cHhRj2r3G6giuraW3njEkUqlHU9CCMGuT074aeEbGa1littQla0lWa2FxqEswhZQQNoYnaOeg4ohpNSfl/wf6+8bs4Nev/AADKn0q38a/EPV9N8QNcSWWlQxfZLKK4eLJfdukJQhjnA6nHFWfH8J03T9A8K6dLLp+m31ybaebziXSMYPl72OcvkrnOeeK3PEvg7QfEN1Hd6hHeRXMa7RNZXcltIy+jNGQWA7A9Oas3PhvSLrw8mg3cMtzZIAEM0zPKpByGEh+bcD0bORUpe6l2a+dn19f60HfVvyfy06en9amLqOh6X4C8JatfeHbK6gl8k/fuZJTnoCPMYgY6+lcR4S0vxBHf6HrGi+DtesppnSTUdRudWinhuomUliUDkDLYPygYr0vw94T0fQ4LiC0bULiK5G2Vb6+kugRjGP3hOKpaV4A8O6XqkWo2LavFJFIZI4f7UmMCn0EW7bt54XGBVR0nzX7fhf8AMl6w5fX9DmviNod5J4nm1bV/DeoeI9DFuvkrZX5tmsSv3ywDrv3cdM421reL7e48TeA9Pm8KRvqFgzxSvapK0T3MAPzIrkgqcAjJIrS17wHoGt6hJfX82teZIAGSDVZ4oyB/sKwWruteF9I1bTbfTZxeW1rbf6pLG7e2x7ZjIzUJe5y+a/p9/u73vcpv3+b+tktO33nJeGdT0nRvCXiODRdGv9E1PTY3mubC6uWuJIpPLyrbyzKRjHQ4rmPC+neIXOja5ofgzXra/ndJ7vUp9WilhuEcZbMfmEAc5G0AjAr1bw74Z0fQbOe1sLeWRLgkzNdzNcPLkYwzPkkY7Gs3Tvh94b07U01CyOrwyRyGRIV1SbyFJ7CLdtxz0xitE7TUn5fhv8n6ktXg4+v9eq6aHN3uk6V4t1HxNqHiaWaSHSiYbaMXbwR264PzHay53YB+b8K6L4O4Hwu8OBfuixTH0qxq/gfw3qusPqt7a3DTyACaNLl0hmAGB5kYO1/xBrZ0XTbLRtJttK06Iw2drGI4ULE7VHQZNKn7sOV+X4Xu/ncqbTfz/Dt8i3RRRQSFFFFABRRRQAUUUUAFFFFABRRRQAUUUUAFFFFABRRRQAUUUUAFFFFABRRRQAUUUUAFFFFABRRRQAUUUUAFFFcpf+PtCsdTFncW+rrEZlhF8LBzZlmIA/ffd6nH1pdbDtpc6uiqEer2MmvnQ0dzei3+042/J5e7bnd9TWJq/jbTrfw7eatY2up3ot55LUrb2TSssqEgkqOduQeaUpcq5hxTk7I6qiuM+HPjhfE+n2Cz6VrNvey2ommml014rUnHO1zwfb1p7fEjw0t8Lcrqn2dpxbrqH2FvsTOTgATfdPPFW4tS5epCd48x2FFAIIBBBB5BHeszxLr2k+HtNe+1bUrOxTa3lNcyhA7hSQoz1PHSpk0ldlJXdkadFeY/CfVNP8RTx6u3xAvNQ1ScPO+jpfIYYUJGB5ONw25x1r06nZpK4r6sKKUKxHAJoIIPIxQAlFKOorgvDNrf6p421q9ufEetrDYXeyGxjuALYrk8Mm3J/Okn73L/AF0/zG9r/wBf1od5RWJ4l8TWOgvFHPZ6rfSyDPladZNcug7Fgv3Qex74NS6bqFh4q8OC60u+uore6Uqs0R8uaI5IPXO1gRRum0FrNXNaiuL+GRvodQ8R6Xd6xqOqx2N5HHBLfSiSUKYwxBIA7mrMN/qGt+OJLWyuXttJ0jH2lozg3MxHCZ/uDkEeuKe7Xmr/ACtf9beor6PydvmdXRXM+PLzUtGgg8RWlwfsdgSb+2IyskJxuYf7S44+tdHBKk8Ec0ZykihlPsRmktVcHox9FFFMAorlPiff31notla6fdSWc2pahFZG4jOHhVw2WU9m4rodJs20/ToLNry7vTEoUz3T75X92OBk0LVNjatYtUUjMFUsegGTXFj4oeEXCPDNf3EPnGCWeG0Z4raQPs2ysOIyT0z1BBoWrshdLna0Vz3iXxhpOg3kdnPDqN9cuhkMOnWjXLog/iYL90e9UfFnje007wQ3iHS4Ly+EsJe3MFo0wRv+moH3R65qJTSi5dEVGLclHudfRXK+DPGUHiC2Tdpet2sywiSSS6014IW/3Wbg1ebxZoy+GE8RmWf+znlWJW8o7txk8sfL/vVo007ERfNa3U3KK5nXPHPh/R9Sl0y5ku5tQjjEotLa3Ms0ikA/Io5br2pZvHXhqDw9aa/cXr2+n3VwLZXljKmOQ5+VwfukYwc9DUp32/roVbW39dzpaK5/wx4v0nxDe3NjaQ6ja3dsivJBfWjW7lGzhlDdQcHmugp2EFFYfifxRYeHzGtzZ6reyOCxj0+ya4ZFH8TBeg96qax4mjfwcPEGi3EbqwJSKRPnlODmIDPyyA9ucYNTKSjFy6IpK7SOnorzX4ceOtS1Hwzfat4gsZ9MWwhLG0ufmunA/wCWhPHB7cVLD4g8bWNtpviLWm0t9Ivp44nsILYrPaiRtqky7iGx1PyimtX9347ffb/OxP8Awfw3/r7j0WisfxR4m0nw1bWlxqssqR3dwlvCY4y+XcgLnHQcjmtg0/6/r7xhRQehHSuS0RL7SfG9xpUmsahqVpdQeegvZA7QMOoUgD5Tkce1L7SXf9Ff8rie1/610/M62isfxP4l0nw4LE6rJKn265S1g8uMvmRiAAcdBkjmtk9aFr/X9dxvQSiiuY8S313c+J9J8Pabdy28jMbu8ki6iFMZQntu3cfSjql3/r/gh0bOnorI8Zav/Yfhu71BAGuAuy1jP/LSZuET6k1N4atru00Gzgv7ya8uhGGlmmOWLNzg/TOPwprW/wDX9f8ABB9DRoqnrWoQ6VpNzqM6lo7eMuVHVj2H4nArhLrxB460rSrXxXqkmkSaJKySXFhHbFLi2hfofN3EMRkA/KM0lq7en47BbS56PRXBzeNry31fxFaGCG6Np5EemwRjDzyybsKT/wABHOK63w+urrpEH9uzWsuoFczG3jKID6AEnpQtVf0/EV9S/RRRTAKK57x3Z+Ir2y0+Pw5dm1mS/je5cSBMwAHcOevbitPWtUttH05r26WeRVwBHBEZJXPoqjlj7Ur6XHYvUVh+FvFOmeIjcR2cV/a3FuR5ttfWrW8yg9G2Nzt96j0qz8QR+NtWvby8Z9FliRbKDzAQjcZOO3en1SFfQ6CiisnxbqS6VoU9yYtRkLDy1NjatcSoT/FsXnA9amT5U2VFXdjWorl/hZcS3XgTTrqfW7nWmkQt9tuYTFJIM/xKeRS6b440nUtWXT7Gx1udWcot4mnObRiOuJfu4yCPrVtWly9SU9LnT0UVgeOrLXr7SYIfDt81ndC5RpJFcLmMZ3DP5VPYOjN+iuf8KWOv2mpa1LrN81zbz3bPYIXDeVF2X2+lVrbx5ot3q/8AZ1hZ61fDzvJ+2W2nvJa7v+uo+XA9aFrYbVrvojqaK5/xN4t03w/MIrqz1e8YKWc2Fi9wIh/tlfu+vNJqXjTw7p+madqN1elbbUSFtWVMl2IJ247Hjp60Jpg9NzoaK5vS/Gmk6lYX91b2urrLYKGnspbF0ugD0IiPzHOOPWuf8EfEoa1c3FreaJr4k/tBreCSPSJBHGnG3zW6Kwyc56U0ruwnornolFZ1trVhc3mo2kTyGXTjtuAUwAcA8Hvwazrvxt4dtNDtNaurx4LC7maCKWSPb86kgg+nIwPXildWv/Wo+tv60OiornvDvjHRtdvLuztVvrae1XzHS9tmgLJ/fTd95fcetVdN+IPh2/1SKxiXUolnk8u3vJ7No7W4bsI5T8rZ7Y601q7C7nV0Vx/jjxvpujRX+nQw6td6hHas5OnWTTi3JB2lyv3OR3qqF8T658O9Fn0bU5odQeaKWeVn2s8QkBdST/sgjFKL5np5fi/0tqN6b+f4W/zO6orA8J2Wv2l/rT61etcwTXQewBcN5cWORjtzW/Qtk/QXcKK87bxtFo3jfxBZak+qX8cSRNBaWVs1w8QJbc2xeQOBz7V08Pi7QppNGSG6eQayH+xSKmUYoMsC38J9vXihapNf1fUO9/P8DdorNi1zT5PEk3h+N5Wv4bcXEgEZ2Kmcct0zz09K0qfS4BRWZpGu6dqs+oQWkknm6dM0NysiFSrDuM9QcHB71Si8X6RN4Zh8QW6X9xaT/wCpjitWaeXnHyxjk0rq1/612HZnQUVieG/Eem+Jre6WxF/aywHy5obu3ME8RI67G5HXrWH4NivtP8e61pE2u6tqlqkSyRi/nEhjJxkLgDA5o+0o9/8AK4ujf9djt6Kz7PWbC7v9RsYXkM+nBTcgoQBuBIwe/ANZk/jXQYvDlnrwkupba9IFrFFbl55ieyxjkmi+l/T8dvvHY6Oisjwx4i07xDbzS2K3UMkD7Jre7gMM0Z/2kPI61r07CTCiiigAooooAKKKKACiiigAooooAKKKKACiiigAooooAKKKKACiiigAooooAKKKKACiiigAooooAKKKKAA5wdvJxxXgGt3/AIg1jS7i3vNR8VnVjeKZNGt9PCWMaCQdJGj5GBu4bOa9/p298Y3tj61Ljd/1/X9dCr6WPN77Uv8AhGvH9nq2oWGoSWlxoqW0T21s82Zt6nYwUEr06nipvhnb6hP4J1xbiwnsbi6v711hmGGG6RiOe/1r0EMy/dYj6GgknqSacvejKL63X3u4ovltbun9yseeeANbgvPCdt4Ma31S01i2sDBKs1lKkSsowcSkbD7YPNYEWpyN8PI/h4uh6gmvbfsjxGzf7PGSxzKJsbCADng59K9jLMRtLEj0zRvbbt3Nj0zVSblJyfW1/k3927EkopJdNitp0LW2n21s7bnihSNiO5CgH+VV/ENrDdaJexzW0Vwfs8mxXjD/ADbDjAPer9FTNc6fmOHu2t0OO+Dumx2Xw90bzdOjtbwWyiQtAElHA4PGa7GlJJOTyaSqk7u4jz/4jeBr7xLrUV9bW/h6REhEZOoG78zOSePKkVcc+ma3Ph54fuPDeiPY3MemRu0m/Fh53l9P+mrM2fxrpKKUfdTSHL3mm+go6iuO8Af8jF4q/wCv7+prsB1rlrHwne2Pim51iz8UX0Nrdzebcad9miMbn03kbh17GpS99Pyf5r/IH8Pz/R/5nN/EPVtVtvGiWc+q6/omlfZVaC40ax8+S4lJO5JDscKBxjp1NafwPt7228ISJqEN7HMbt2/0tQJWB6McADnrwK7xWZfusR9DVfUIri5s5Ybe8ks5mUhJ0UO0Z9QG4P40R93z3/NP9Al7zX9dLHKfD7/kavGH/YQh/wDRIqL4bstrrfifR55HN5FftckOOscpZlx6jH5VreDPDUnh4X8lzrV1rF3fzLLPcTwpGSQu0cIAOlWb/Qbe58Q2euxTy2t7bAxu0YGJ4j1RwfoOeoxxVJWcf8KX4L9ULpL1b/F/oyr8SriO28B6y0iCQvavGkZ/5aORwo9zWj4bt5LXQLC3mYmRIFDE9emai1jQ7bVdT0+8vJZWjsXMiW4PyPJxtZvXbjge9atKKtfz/T/h2N628r/jb/JBRRRTEcN8Q4Xs9b0HVZrmW9t5dVt4EsJ8eTC5Dfvkxht/Hckc9K7msrxTokOv6X9jkuJLWVJBNb3EagtBKOjgHgkZPB4q3pNvc2mnQ295qEuozxrh7mSNUaQ+pVeB+FC+GxUnezJ7jP2eTHXYf5VxXwy0Gyb4d/2bqGlqkdxdzyTwyIULnz2ZSe/oRXcUpJJ55pLr52JfTyPIPF1pd6J491LULvXPFGj6dfwQrbS6NaC5B8tdpR18t2Ht0HFdLomiW7fC3UdP0O71K9OoRyyLJqEXkzPI+M7lIXb+QrulZl+6xH0NBJJySSfeplHmg4PqrFKVpqa6W/DQ43wH4nsta0aLRorXVLe/gttksd1YyxIpGRgOwCt+BrgLjVLhvhnD4Qi0PV5NVttQjN0n2VwkSfa9wYORtcYx90nHevcmZmGGYke5o3vjG5sfWtHJuXN3s38nf9SYWha3Tb+vl/wDitH0/wD4urqepSWZ3CxjjiuGjOMYXIBqt4+0K1trLQrbS9MzC/iKO6uI0jLrlg5d2HOBk/Su9ycY7UAkdOKUfdt5P9WxrS/9dLHJNbzf8LYFz5Enk/2aFMuw7c88Z/pXWUuTjHakpRVoqPr+Lb/UHq2/T8El+h5f8QNX1a38amxudV8QaNpv2UG0l0ax89riQtjbI2xwvfrj1rU+CNncxeAvJ1S3uRMdQu2YXiDzTmVvmPAGSD1Ax6V3ysyjCsQPY0hJJ5JNEPdi1/W9wk7/ANeViidP06HTZLX7In2byijJt3Er6epryPT9IttfmstG0TUvFGpafZ3cU7R6tbG2gskR84TcitITyBy2Mc17TTmZm+8xP1NCSUr/ANaA3pb+v6/pnMfELxJZ+E9GttRvdKk1C3a6it8IFPllmCq3zD1I6c10cTiSJJFzhlDDI55rK1Tw1o2qaza6tf20k9zartiDTP5Q75MedrEHoSMitemtnfe4nurbWCuN8Q2kupfEDTreG6l06SC3eX7Vb485l4zH82V2nvxn0Irsj0Pb3rA0Lw5NYa5eaxf63datdXChIzNEkYgQZ+VQg569TzSXxp9r/k1+v3X9AesWvT80yH4g+JrTwrp1he32ly6hDPeRW25Qp8pnYKG5Hqe3NdIjBkVxnDAEZ96ydR8NaNqGuW+tXttJPd2y7Yg0zmIeh8vOwsOxIyK16Ftr3G91ba34jZZEiieWRgqIpZiewAya5H4dxnUrrVfFkwy2pTCO2P8A07x5EZH1Brr3VXUq6hlIwQRkEUkMUcMKQwxpFEgCoiKFVR6ADoKFo7g9rHH64Rr3xBsNFUh7TSUF9eDqDIT+5/EMp/OuypiQwxyvLHDGkkmN7qoDN9T3p9C0Vv6/rp8geruZPjLTZNX8MX2nwjMsseYxnGWU7gM+5ArgtT1ybxX4Sj8FW2lanDrUyR298JrR44bcIRvcSkbHGRgBTznNep04sxG0sSPTNCVpX9Pw/wCH1Hd6W3X6/wDDHkDeHdRj+IPiLxJpNnJ/aGnpAbVZARHdR/NvjBPGTgc9q9H0jXI9V8OHWLSyvMiJm+zTRNFJuA5XDAfnWvk4HJ46VQ8QaTZa9psmnakLh7eQgt5Vw8T8dPmQgj86Tvy8q/r+t/UUVHmu/wCl/wAAz/APie38X+Godbt7OazSR3QwysGZSrFTyODyK3qr6bY2mm2MVlY26QW8S7URBgAf1PvVirla+hKvbUK4v4s6jq+naVYvp0l5bW0l0iXt3ZW5nuLePP3o0AOT17Gu0pVYqcqSD7VDVyk7HlHwrW8m+I+r6hJeeINRspdLhWC91a3ETyYkbIACLjHoRmvVqVmZvvMT9TSVbeiXYHu2FZfibXrHw/pxvNQW9aNz5Y+y2sk7ZI4+VATj3rUpVZlOVYg+xqJK6sCPOvghrNrL4Jt9Ke11KC6sYi1wlxYSxAAsfulgAx+lYOjagun+Irax8B3/AIklhluz5mkX+myQ2UUZOZGV2QEEfMwyxya9kZmb7zE/U0F3IwXYj0Jq27z5/wCv+G/q4SfMn53Yh6nHSkoopCK2q28l3pd1axSGKSWJkVx1Ukda4X4e+JrDRNJ0/wAIajp2rWWqW7GCRE0+WSEsWJDeaq7CDkc5r0Onb327dzY9M0lo352/C/8AmweqXl+v/DHkXjvVtZXxfqmn3mreJNItViC6bHo1h5q3mVGTK5jYKdxK8kcDNZkFyug+GPAtxr1per5OrymWJrVppgcSfwKOT9Bj0r3AOyjAZgPQGsnWdFi1TVNK1CS5ljk0248+NVAIc7SuD7fNTh7tv62v/mFRc/3f5f5HN+Cpptd8aat4qt7W8tdNlgjtoGuYjE87KCGbYwDKBxjPXPFVPCGuQeHNc1bw9q1rqkd3e6tJNbPFZSywyJJtCsZFBVehzk8V6IzFjliSfelDsBtDMB6ZojaNrbbfjf8AMHrdvf8A4FvyPM73Vj4b8WeJoLvS9SuJtUHmWAtrZ5Em+UKAXUFUOR/ERWfBpdxeeA/B9rf6TPkarJJcW8kZYx8uRu9gcc9K9cDMBgMQPQGkyfU1MVypLs0/udwkuZt+TX3qxh+KdChv7W9urOGOPVns3tobgHBCkg7fTsK8q8OW9ndvo+ha54m8drd2txHnTpdNBto5k6DzVh27R/eDY969wp298bd7Y9M04q0r+n4Nv9WN6q3r+Nl+h5QdTl8O3PjHQ59J1O51HVLmWew8i2dknjeNVUGUDanKnhjXcfD+KaHwZpkVzC8EyxHfG4wVO48Gt8MwG0MQPTNNNEdF9y+6/wDmEnd39fxt/kFFFFMR5mviKx8M/EbxHJqOn6o73UUIt3t9NlmWTBbI3qpA6jqaYnhq7034SW73ES219pkp1MRqc+WqOZGQHtuUY/GvUQ7gYDMB7Guf8WeHrjxB5Vu2u3llp/S6s4YkK3K91Zz8yg9ODU2aSS30V+1tvx/rcpWu77b29f8AgNlD4ZxveadceKrqDyrzXHW4dD1RQoVV+mADXW1HbQxW1vHbwRiOKJAiKOiqBgCpKuVr6bEK/Xc868bW2oaZ4pnk0uGbHiK2Fo8kUTMIZl4Rmx90ctkmpPiPNqPh/SNDsdKlvtP0sP5d7e6dame5t1GNoRArfeJOTg16ECRnBIz1oVmU5UkH2qLaJf16fiy763/ra1/wX3HlXwte6j8VeINWurjxBfWLWSvDeanbbJplVucIqKc8H5SM1J4b8YaTcfE3ULpLXXFgvYkigkk0i4RSwAzklflHB5NeolmJyWJ/GlMkhGC7EfWq05ovt/wV+pNtGu//AAP8jzOXVn8N+NvFEN1pWpXE2qRw/wBni3t2dJyI2DAuAVTGf4iK5gaXrFv4O8DatJLrelW+n20kd41hCHuoDJtwfLZWJHBzgZr3IMwGAxA9M0bm3btxz65pK6S+X4aflv8AoVffzv8Ajv8A1+ZwXwtt9MmvtS1m01zxHq11OiwzSavZG3ICnI2jYmevXFd5SszN95ifqaSm2SkFFFFABRRRQAUUUUAFFFFABRRRQAUUUUAFFFFABRRRQAUUUUAFFFFABRRRQAUUUUAFFFFABRRRQAUUUUAFFFeU+LPHl/o2sSMvjTwuWiuo430ExA3IVmAI83dy2Dn7vtSurpDto2erUH34rnLHXLu58f8A9jYjFi2lrdqNvzhy4HX0wawP7S8S+I/BWtSWmp2NhcW19dW5d7LzVaGN2ULjcMNgD5v0pTbjFy7K/wCNhwXM/ml96uehAgjKkEHoQcg0V558KofE1h4M0rUdW8QWN1pCaaHW0i03y5UGOMybznH05qqfEHjw+G18bC70pdJJ89tJNp+9W3Bw37/dywAJ+7zWk48s3Ht/nZfkRGXNFS7nptFR2k63NpDcoCFmjWRQewYZ/rWP43vNbstBuJtD0m31Gby38xZrvyBGmw5YHByR6VnN8qZUVzWsNsvGXha+12TQrPXLWfU42ZHt03FgwOCM4xx9a3q84+Bd74in8Jacl74dsLTTpIDKt7FfB5JXODzHtyM8nrXo9W1a1xX1YUVgeIvFMWi3q2r6D4i1Asm/zNP08zxj2LA9farvh7V01qyN0mnanYANt8u/tjBIffaT0pLXYHpuaVYR8Y+Fx4hHh7+27b+1dwT7KAxfd6dMfrW8OorjvAH/ACMXirgf8f3p7mpT9+3k3+X+Y38N/P8Az/yNfxN4p8O+GVhbX9XttPE2fL83PzY69Aa1oJY54UmhdXjkUMjDoQeQa8j+Juq3Fr43nOkh3jubSPTtTupIN8FgHLBZM55IJJYccAV1uk6nZaf4HurfR9TiA0ki2kvr75YgxAYyc/eUBsgfhRF3g5P+tbf5a7a+Q5K01H+v63+7zOyFYdh4w8MX+vS6DZ61bTapEWD2oDBwVOD1GODXKfD3xrcan4vk8PzeKNE8TxtZm6S80yAQiIhguxlDN1znOa1/Ef8AyU3w3wP+Paft/tLTejj2ZPR90dbPLFBA888ixxRqWd2OAo9TVYarpx0pdVF5H9hZdwn52ketct8Rtuq6voXhGV2W21KR5rpQcebFFjdGfZt3NdfPaWs9k9jNAklo8fkvEw+VkIwVI9MUauLa+X9fh8mN6NJksbrJGskbBkYBlYHgg9DS1yHw0mkt01jw3JI0g0a88iJnOWMbKHA+g3YHsK6+m+jXXX7xbNplbVdQsdK0+bUNSuo7W0gXdLLIflUetJpWoWWq6fDqGnXKXNpOu6KVAcMPUZ5rkPiTcW+p3+i+H7OZLq/j1S3uLqzQ5dLfDZdx2Tkc13PYdOnahbXHJWsFFNlYrE7DqFJFeW6N4j+JWs+G28Q2tvp8UVvePCLJbbzJL2MTFC4OR5eB2wc4z3pLV/11Cx6pQSAMkgD1JxXmfjLx69v4nm0S18VaF4X+yQJJLJqkQlaZnG4KqllwAOCc/hUera5q/i/4P3+p6XqlhavFHLDeOLfzo7nZjJjORtBzweamcuWDnbb+v669kVGN5qPf/hz1AHIyCCPaiuO8B2viq00SC41bxBp9/afZQYYIdO8l0OO77zn8qpS+LtYX4VW/iYfZvt8l2kLfuvk2m58s/Lnrt/WtXG0mu1l97a/Qzpvn5fP/AIH+Z31FcFqmueMbzx1d+GdB+wW0CWaz/b7iHzBAxA4KZG/OemRiq+qeKfGGneE9Mnk023OtS6yNOkjmTyo7hfm/eL12BsZHWoj7239a2/MpK7t/W1/yPRaK47wzqXia28Y3Ph7xHfWOohrVLi2ntrXyNuc7lZcnOOOc12NPomv66fmLq1/Xf8mFFcX8RtfuNIlt4ovGGgeGd6Fg+pQiYzH0CllwPfmofDfxE0efwLDr2uazplkzyTW6TtIFiuJIyV3J7MRkClf3XLsNp3Xmd1RXA/D34k6Brfh8XGpeJNHXUI0eW4iSQL5ca4+YjsOetVNK+K3hy48e6lpk3ijRBpEdrC1nKJQPMmZmDru74AXj3ppXdhPRNnpNFYfitvEzWlk/hT7A0jXEZuDdfdMBI3FffGcVuGgfYDwCT0HNZmh+INF1yS5j0nUoLx7V9k6pnMbehyBWnXH61dWei/EK01LUJEsrW7tjb/aX+WNpB9xCfU5OB35pL4ku9/yv+lvV/Jp6Rb7f52/4PyOworE8VHxPt08+GBYnN0n237V/zwyN2z/axnFbh60IbEqtqF/ZafHHJfXMdussgijLn7znoo9+Ks1x87f298R0tcB7HQo1lkyMhrh+UIPquGH40dUv6t/X42Do2deWAUsSAAMkn0qvpl/Z6nYx32n3CXNtJnZKmcNgkH9Qa5/4l3kyaGmjWZP2zWJRZptPzIjcPIP90EGuh020isNPt7KFQscEYQADA4HJ/E801qm/68/0B9P6/rqWKYJYS/lrPCX/ALokBb8utZPjjUJ9L8J6hfWpKzJGFRh1UsQu4fTOfwrz/wAT+E9G8P8AgOHxZptskXiGySK7fUVbE1zISA29v4gdxOKUXeVvT8f+GHyt2S3e3y/4c9YDKSQGUkdQDyPrQrKw3IyuPVSCP0rxv+0rib4j+IvD1vJNYT6wLZDdn5ViT59wVv8Anoc8DvzXq+g6TYaHpUGl6ZbrBawLhUX9T9TTV7X9P+D9xHMr2X9di9RRRQMp6tqum6TDFNqd5FaRzSrDG0h4aQ9FHucGrlZXiXQNO8Q29pBqSyslrdJdRhH2/OoOM+o5PFR+MtQk0vQZbqPVLDSsEKby9wYoc/xFcjd9Mipbsrsq13obNU4NV0241W40qG8ikvrZQ80APzIp6E/mK4z4aeMZtb13UdEn8QaT4iNrAlwl/psQij2sxXYVBPzDGc5711dloOn2fiG+16FZPtt8qpMzNlcDGAB26Cqaaa7E33/r+tDUpk8scELzTOEjRSzsegHrT6zPE9pql7o8tvpF/aWVw33pLm1+0IUwcqUyOvrmpm2otoqKTauT6Lqum61p0WpaTexXtnL/AKuaI5VvpVyuS+EE/wBo+HWlzi0s7ZmjJMVpD5UWcn7q84rC8FeK9Y17xH9nuvFWjWMyyyLL4ekscXkYXOPn39wA2dvQ1bXv8qJ1UW5d7f19x6VVPV9V03SLZbnVLyK0hdxGryHALHoPrVys3xHoen+ILKOz1KN3hjmWZQrY+YdP51PYOjJdO1bTdRnu4LG9iuJbOQxXKoeYnH8J96u1jWWl6T4cXVtUhV4xdSNd3bE5y3cisDwndeOPEUdt4g/tbS9N0m5cvHpxsPNl8oHGDNuHJwf4eKI66el/n/TG9NfuO4orhPiP4ludGvBFF408O+HCIjIkOowiZ7jHp8y7RnjvVKTxtrt/oPha60OGxkudXujaymQ/u+FbLqfTK5A9KIvm2FK0dz0ikDK33WU+uDnFcTomo+Km1XWPC2o6vpsuqQ26TWmoR2OyPDAk7od3OOP4uc1hfCvT/Gvm6pJ/wlOl/ZI9al+1Q/2T80xAXcVbf8mR04OKcfefla/42CWn3/pc9UormtK1u+uta8S2cvleVpr7bfCYONgPzHvya5zUfGniOHwTomrWNpbXmoX+oSWzw7dqsoZgCPTGAT9KlSuk15fi7IHo7ev4K7PSKK4ux1TxZoupagnilrW909LRrqG7tbXyUhIwDExydxyevHAPFcjpXxOuTfaZdz+LvDOpQ6hcpC2jWiAXFqHPB8zJ8wr3G0ZzTWrt/W7X5p+XyB6Jv+tr/qevzyx28Ek8ziOKNSzseigdTVC61/RbXTYNSuNSt4rO4dY4ZmJ2uzHaAPqTiuL8Q6l4o8RReI4/D+p2GlaZpiyWs32my8+S4kCZbHzDYMMOea0/DehWGv8Aw60Wz1RWkSIpOCh2/Okm4H6ZA4oi7vXb3fud7/gtByVrL1+9W/z1On07VdN1Ka6hsLyK4ktJPLuFQ8xv6H3q5WZouh6fo91qFzYo6yahMJp9zZBYDHHpWnQtl8vv6/iLuVrbULK5vbiyguY5Lm2AM8a9Y89M/kas15lDD4qufiN4oh8OXun6diOFnuLqDz9xy+FCZGPrmrFj421ifSPDetzW8EFnc3TWeqxlMskhOyMoewLY/CnH3rd3b8f+Dp93R3B6X8r/AIfrZf09D0Wiuc0jVtT1Dxxq9lGIRo2nIsJbZ873Bw2Q393acY9a6Ojon3Dq0FFef3OteNtU8c634c0NtPsbWxhhlW/uIPN2swbMfl5G7OOueMdDmquueOtV0vwzoUerzaf4f1rUmdJrm/XEEGzBZtpxnIPAzSvon3t+P9frsO2rXa/4f1/TPSqwdb8ZeFtE1KLTdW1y1tLyXGyF9xY5OB0Bx171zfgbxpf6vLqul2uoaP4qv7ONZoLmyYW8Eyk42t97Y2c+tZHw01LxhN4w8SSzeE9NHnX0S3kv9qAmDEYACjZ8/GPSnFXml5X/ABS/Xf8AzQm0o387fr/X/DnrNFeXeLfH8sfiS/06y8aeGvDsengApqMQlkunIycDcuwDGO+c1PeePdcvNA8K6joGnW00+syeXLC75RDx8wfHQZ64qVJNJrrb8dF/XTqNrldn5/grs9KorirLWvE+hDXP+Es8i/t7Cz+2QXtvbfZ4nHOYep+YY6+44rldG+Jc66lpkt14x8Na1BqEwjfTbGMLPbBvunduO/GQDwO5qo+9JRXW347Cfuxcn0/Q9forz281jxxqOveI7HRrrSrC20coyzz23nNNmPcY9uRjP97PHpUtx411C48GeHbnTbaBdb18RxwrJzHAzD5nI/iA9OM5pLVJrrb8dh9X8/w/r+md7RXLG61/wz4e1TWPFGtWGrJawGZFtrL7KF2jJBO5s59a4zQviRcLq+lrd+MfDWuxajKI2sdPiCTWu77p3bjv6gHgY5NNay5V5fiJ6R5n/Vv69ex65RSsMEj0pKACiiigAooooAKKKKACiiigAooooAKKKKACiiigAooooAKKKKACiiigAooooAKKKKAAgMpU5wRjivLU+GviJdGfw+mvaRHpXn+cki2LfbD8+/DyEkHnjgdK9SoqeVXuO+ljjtX8Ma8viC11rw7rFjZ3C2K2Nyt3btIrICDuTaRtbjgnI9qteCvCsuheHL3SL7UTqDXdxPM8+3ax8xiefcZrp6Kb1TT6/wDDgna1v6toch4S8PeJtJtk0TUdW0m+8PwwGCGNLV1utv8ADucttPvgCsuPwL4jGmx+GJPEVk/heOQYi+zP9saIHPltJnaQckH5eleh0U73d3/XqHSyGQRxwwxwxLtjjUIg9ABgUy/gN1YXNqGCmaF4wxHTcpGf1qailJcyaYLTYxfA+iSeHPCmn6JLcJcvaRCMyopUNgdcGtqiim3d3EYHiLwX4W8RXi3mt6PFe3CJsV2kdSF9PlYDvV7w9oWkeH7I2Wi2KWduzbjGrMwz6/MSa0aKFpsD13FHUVwHgjWNIt/GfiXTbjVLKG+mvv3Vs86rK/J6KTk131VTpumm7F4dOsjdA5E5t08wH/exmpS96/l/l/kN/Db+uv8AmclrfhHXzquqT6Bq+lw2WrL/AKbbajavMNx4JQqwxkeuelZFt8MdRtvAx8MRazZOtveJdWEkkDkAqwcrMM/OMg4xjjFenUURio7f1Z3X3MG7v+vQ4rw74S1y38ZJ4m1rVdMnmFk1r9nsLQwxDLhgVBJPbuTzVfVtX0m++LGhWljqlldXNvbzrPDDOrvEdy8MAcg/Wu9qtDp2nQ3TXUOn2cVw2d0yQIrtnrlgMmna7XZA9n5nL/EmG5sptK8WWdu1w2kSN9ojRcsbd8eYVA5JAUYFdHNrGnQ6G2ttcK1isPneZH825cZwAOp7Y9avEAgggEHqD3qMQQCEQiCIRDpGEG0fh0o15Wl/X9f5he7Tf9f1qcz8N7K5Wyv9cvoTBdazc/amibqihQqZ+qhT+NdVQOmO1FN+X9WF3bOL+K6rBZaNqeFiWz1eCa5uPu+XEA24s393kdeK66xu7W+tI7uxuobq3lXdHLC4dHHqCODT5oop4mhnijlicYZHUMrD0IPBot4YbeFYbeGOGJRhUjQKqj2A4FC2sNu9hZV3xOnTcpFZHgvRZPD/AIfi0uS4W4ZJZZPMVSoO9y2MH0zitmihaXE9bHG694U1f/hIrjXfDN/pVvcXqKl5FqdmbiJyowrKFIIIHv3rbi0u5vPDEuk65JZvLcRNHO1hCYYyD3VSTiteipcU4uL2K5nzc3U5fwfpPizTYBp+uaxpF/p8cXlxfZ7R458c4LMWIP4AVzcvw98TS6CnhtvFFkmj290txbqlq4mfE3mFZWzhh1xgDtXplFVd83N/XcS93YxNP0OS18WXuuNcoyXMCRCIKcqVA5z+FJ4v0KTXV0oR3SQfYdRjvG3KW3hQw2j0Pzda3KKS0tbp/nf8wWn9eVvyMU6JIfGY8QfaE2C1+z+TtOc+ua2qKKErK39au/5sHvf+trfocRr/AIR1yXxhN4g0LU9Jh+1W4guI9QtGnKgHrHggKcDvnmr/AII8KHQPCsmi3tzBqMjz3E3nNCMZlYt0PcZ7V1FFCVouP9f1qDbf9fI5/wAEeG4vDvh6LS5vslzIhbdKsAXcD255qHTfCcNp461TxG32N4b20hgS3FuMxlGYls9Od36V01FO+txdLHC/FO/14vpui+FJNRt9XluI5fMitz9nMIYb1eXG1flDcZBNdxFvESCQgvtG4joT3p+TjGTj0pKS0VvO43q0B6Z7VxdneaXrXxMZ7C5ttRSwsyszROJEidugOMgNx9RXaVBa2dnalza2dtbmQ5cxRKm8+pwOaF8Sfa/4q36iesWvT8Hf9DjPidqGvvfaVovhSXUbfU2uY5pXS3P2drcMN4eXG0HaD8uQTXcpu2LuILYG4jpnvTtxxtycelJQtFYb1dxlw0iwSNCm+UISi5xlscDP1rC8B6TdaXo7yakqrqV7M91dgMG2uxzsyOoXkV0FFC3uD2ObXSb678ftrN9Ei2Nla+Xp43gku+RK2O2QFrpKKKa2SB6u5W1Syg1LTriwuc+TPGUbb1Ge4964y38G+JLi1ttD1zxBY3fh21ZfLhhtnS5mRfuJK5JVhjGcAZIFd5RSWjv/AFpsD1VjjbrwLFeah4guLy7BTVBEYDEu2S1ePdhwfX5qu3V1qWg+CZZNfvJb28jj8r7Rpdk7vk8KwjGSSO5rpaUEg5BIPtScfdcf60GnaSZy/wAL08SJ4MtP+EquJJ9TYuzPIRvKFiU3Y77ccdq6eiirk7shKyCuY+IHhm78Qw6fLp15a217p9ytxD9riaWBsHkOgIJ6etdPRUtXKTOO8IeFNX0zxXe+ItY1Sxup7yzjt2hs7YwxRlXLZUEk4575Oc12NFFO+wdbhWZ4ki1+aw8vw7eabaXRb5nvoHlTb3ACkHNadFJq6sCZx/w48PeJ/DOijSNT1bSL22gj22ptrSSNw2SSXLMcjntiqV34R8U61qlpJ4j1Xw+1lbXAuP8AiXWEkNySpyo3sxGOBnjkZrvaKq/vc3UHqn5/ruKTkk0lFFIQy4hjuIJIJlDRyKVYHuDXH+H/AA/4y0F4NNsde0ebQYJP3cd1ZyNdCMnJXeGC55ODiuzooWjuD1VjgtY8F683ijVdW0PVdIhh1YAXK39m08seFC/umBAXgZ5B5rC13QNX8O2vgrRdL1Oyk1CPVpGjubuBmjO5ZD8yqQSfpivWqY8UUjI0kUbshyhZQSp9R6Uo+7ZIJ+9q/wCtv8jnfCPh7UbDUL7Wtf1KDUNXvQqO1vEY4I41yFVFbJHXnJPQVT07w74n0bXrqTRtY0ldGvLw3Vxb3Vq7zgtjeEdWAAwBjINdjRTWjuhvW5xer+FfEX9u6ld6DrtnY2eqpi8We3Z5kbGC0TAgLwB1B5pbLwTcW3h7QNKOqLK+lXb3DzMhzMG3cex+bk12dFJKysvJ/dqhPV3fZr79GV9Us4NS0+4sblSYZ0KOB6GuQ8P+G/F+kXFpaDVfDV1pNswVTLpjfbGiHrIGC7/fGPau3ooWjuN6qxwmoeDfEC32sw6L4gtLLSNZkaa7je3ZrlJGUKxjcHaBgDqDXVeGNMbRtAtNLafzzbps8zGN3PX61o0ULRW9Pw2B6u7/AK/qwUUUUxHEX3hvxhB4o1PVfD+u6La2+ooiyR3dnJJIm3PKsrAd/Sq/iq28PeF/hy/huS/j+1eSWsYpJAZ57nJZGVepO8joOK7+oJ7Oznmjnns7aaWM5jkkiVmT6EjI/Cpcbx5ehSdnf+rmN8PNKn0jwlY294zPevGJLp2+8ztyc+4zj8K6Ciirk7u5CVkYmj6HJYeJ9Z1hrlJE1FYVWIKQY9m7qe+d1V/GvhubW5LDUNPu4bTVdPdmtpLiLzYSGADK69SCB2xXR0VNtvIpaX8/1MTwpZ+ILNZf7euNCmcn92dMsmgAH+1uJzUfhXw/Loup63ePdJMNSulnVVQgxgLtwfWt+infW/lb8n+iFbS3z/r7zidS8J67ba5d6l4X1HRYY74h7mDVbFrhVcfxRlSCM5Oc5rSuvD9/fTaBdXl3ZLc6axe4FvAUjlY4zsXPyjjvmukopJJJLtb8NhvW/n+pU1vT7fWNIu9Lu94guomicocMAwxke9ct4b8P+MNLubW3uNT8MXWmW/yD/iWOt0yDhcvu27sY5xXaUU1o7g9VY5/TPD0lnqHiK6a6RxrBXYoQgxYjKc+vXNZX/CEXEfgzRdKt9USHVdG2PaXgjPlmRRj5l6lD3AOfeu1opdEvT8Ngvv8Af95zMOi+INV0TUdJ8Y6hpV1DdwmJW0y2eFkBGCfnZsn0qn4b0Lxjpt3bRXupeGLrToBs+TTHS6ZR935923PTJxXZUU+txdLBRRRQAUUUUAFFFFABRRRQAUUUUAFFFFABRRRQAUUUUAFFFFABRRRQAUUUUAFFFFABRRRQAUUUUAFFFFABRRRQAUUUUAFFFFABRRRQAUUUUAFFFFABRRRQAUUUUAFFFFABRRRQAUUUUAFFFFABRRRQAUUUUAFFFFABRRRQAUUUUAFFFFABRRRQAUUUUAFY3iPWZtOvNMsLO2S6u76cJsZsBIh96Q47Dj862f0Fcb4WH9t+NdV8RPhrazzp9jnnaV4mIPuQtJayS+f9eu349BvZ/wBf13On1nUINK0i71O6OILWFpZMeijJxUXhy7vr/RLW81G1itbmZN7RRsWVQT8vJ9sH8a57x4W1fWtI8KRFtk8ou70r0EUeDsb2fkfhXYKqqoVQAqgAAdgOlEdU3/Wn/B0+QPSy/r+uvzFooopiCiiigAooooAK5/xb4s0/wzd6Xb38F1IdSn8mN4gCsfTLPk8KM10FcL8SLGDUvE3hvT7lQ0NwLmNx7ELUybTXqvzKVrO/Z/kdMmuWjeKG8OrHMbpbNLvfgbCjMVAB654q/HdWskvkx3ds8v8AcWZS35A5rxp9X1KPX/ETJIyavpfhnyZWROUdXkIIHspWptX0Xw5pngbQfEXh6zgj8QzTWzxXdsALi4kdl84MRy3BfIPSrSTt2dvxbSCSs7df8km9fmemX3iTSrPX7XRZ7iMXFzG0gbzUCoFOMNk8HmtUTwGEzCeEwgZMnmDZj69K828YeFfCVx8UtFbUfD+kyC9gl84zW64mk3DGc9TjNL8VrePTdK0HQNH0jTjplzeLG9k9x9mtpPSJmAI2tzxjnFZxk+VX3vb8bC0vpta/4HpEM0M6b4JoplzjdG4YZ+opRJGZDGJELgZKBhuA9x1rgPhv4f1vR/EV9cSaHo2gaTPAirYabfedH5oJzIF2qFJyAT3wK3NNsPC8fxB1PULO8D+IZbVEvIPPJKRBvlOztz3q+39f1/kLv5f8D+vU6WsnxVrUuhad9tj0TU9XUH547FULouOWO5gMVrVR8QkDQb/LAf6O/U47VnVk4wcl0Lgk5JMyfA/i6PxVph1SPRNU0qxaNZIbi/EapMp7qVY9PfHWreg+JtI1l7xLa5iRrS6NswkmQF2AByvPI5rD+ElraX/wd8P2d5DDdW8umoksMgDK6nqCPSsP4ZeD/Bv9o6/I3hvRvtdjrLC3LW6h4AEQrt9MHkYronFRqyh0V/waRkm3BS8/0Z6jVPW7ySw0q4uoVhknRCYYpJAgkfsuSauVj+MdI0jWdAurfWdPs76GOJ5ES5QMquEOGAPesJ35XY1hbmVyTwnfalqfh2zvtX09NOvpow01skm8Rt6Bu9X1urRpvJW7tml/55iZS35ZzXL/AAlUN8LdDijcJ/oCKCp+78tch4b0yPwTr+nx6/4X0W5muLg21v4gtnEl5O7EYaVcfLnOCdx6VrJfvHEi3LBvqv6ueuVm+JNbsdA0mXUr9x5ce35A6h2ywHAJGetaZ61xHxm0XSdT8E3lzqGl2l5NbbDFJLEGaIb13EHtxmsasnGDaLppSkkzppdVtm0mW/tJoLgpCZQiyqx6ZwcHioPCmtx614f03UJWtoLm8t1ma3WYErnsAecVkab4f8M6T4PuLrQNI0yya5sNzyWkaqZAV6kiuBsvDukaT4F8C69ZW23VpL+zV71jmZkYnMZbrs4+7W3L78o+cV97l/kjKLclFrqm/uSPZ5ri2hYLPdW8LN0EkqqT9ATUteKX9jqfibxj4ojm8J6DrsttcmCB9S1Iwy2sW0bTGuxtvJPzA/yr1PwVa6tZeFrG01ySOTUIkKytHJvXGTtAbvhcDPtUx1jf0/EqWkrGwSAMkgAdSaiFzbGRYxdW5kYZVBKu5h6gZyaq+I/+Re1L/r1l/wDQDXnHw/8Ah5pV54D8L6oszprMUcF2mouN8yqF4hB6iMZwF9qI6t9lb8b/AORTVo3PUZ7m2gI+0XVvCT082VUz9MmnvJHGhkkkREHVmYBfzNeN6zZX3iPx94gtrjwnoPiE2myKJNU1Iwm3j5w0abGA3c/MDzgeldDd+FfE1/8AC/T9G1C5sZtTtpEkmgln329yivnymcjkbflzj8KlO8Ob0/H/AC/4YGrS5T0GK4tpkLw3MEqL95o5VYD6kHihbi2aXykuYGkxnYsqlseuM5rzPSLjT7fwt4q0GHwvp/hvULW3Z7qHTiGgfMfDK4AycEduKzE0TRdF0TwHqGlxRjX7qa3BuDJm4uFMRJRm6lR6HpgVS1flp+N/ysQ3b8X91n+p69NdWsDBZ7q3hY9BJKqk/mae8kaDLyIgxnLMBx615ho2j+HfFOs+LbjxhZ2d/dWd48MYu0Gba3UnyymemfUdcVk2Nu2uaB4DttUlvZIJZZ1zJIQ80Qx8rn+JSOCO4qVK9vO34/1+Zcklfyv+Cv8Ap+R7JBNDOu63nimXOCY3DjP4Uxbu0eXyUvLZpc48tZlLZ+mc1w3hHSbLRvHPiTQtEhj0uxltFmWK3XakcpO3eoHQ4ArD8P6fD4K8R6euveFNDkmvLt4bXXLNg91LI25gZE2/L8ucncf1pp3aXcl7PyO68V61q2m32l22j6Zb6kbm5Ed2GuAj28RB+cLnJ7fnU2u662ma9pGm+TE0V/5nmSu+3ygu3n07965j4qaPo6614Z1r+z7Iaodbgia72gTFNj/KW644FS/ErTbPV/FnhWxvizWrtMZEWTasg+T5W9VPcd6Wto+cv8i5JK/+G/5ndRTQSoZIbiGVB1dJAyj8RWDoOtavqHijVrC40qCHSrUL9jvo7gSfaCQMggHjGT+Vc/4K0zT9M+IHiPSNFt7eDQfskTSWsKgQpcFiHGOmSu3NSeB9L0nR/iJ4jtdJsrOxgKI3lW6hVLELk4HemmuaPZr/AIP6Ey2fk1/X4l/xP4g8RaL4n0q3/s3SZdF1G7W1Wb7RILlWKFiSmNuPlPeui1u8ksdKuLqFIpJ0QmKOSQIJG7Lk+tcv8T2X7f4Q+ZR/xPFz8w4/dSV0HifSdI1nR5rXWLCzv7dVLrHcqHQMAcEZ71M3ak36lpLnj6L82v0GeFdSvr/w1Z6lrllDpV3LHung84MkR9N2cGk8NeJdK1+y+1WdxGn7xoxHJKm8kHHABrA+FOn6dqXwi0LT7+ztru0a0CvBKoZCNx4IrJ+Dfhbwkmlm/j0DSV1K1vJEEwgUSxEHgZ6jjFazVq0o9Ff80v1M2rQ872/B/wCR6WrxsCVkRgOpDA4+tKjK67kZXX1U5FeX6rcP4X1jxDoVvuH9tqs+nIP7zYjkC+/LP+FegeGNJh0Lw/ZaRCdy20Kxlz1dgOWPuaiOseb+r9V8hy0dv6t0+/8ARmjUUV1azSGOG7tpXHVUmVm/IHNc/wDFK9vtO+Hut32nSyRXMNqzLJGuWT3HvXF65oXhrQbLwtqvhOxtrbVri+t1WazAElzEzL52/H3hgnOelOOr+aX3g1p97+47bxnrupaXcabpmiWFtearqUrJAt1IyQqFUsSxUEjgHGAea1tEbV202NtdgsYL/J8xLORniAzxgsAentXmXjfwjbTfFPw8p13xJH9saYsY9TdTFiNjiP8AuDjtXqWmWi2FjFZpPczrEu0SXEpkkb/eY9TSh8F3u/8AOwpP3rLoTTSRwxtJNIkaKMlnYKB+JrJ8N+JNK16yF1Z3EaZkMYjklTeSPYGr2r6fYapp01jqVnBe2sinfDMgZG47g1598HvCvhKPSP7Qi0DSU1K2vJEEwgUSxsMcZ6jFKL9+z2t+q/zHLSKa7/5nV6D4kW/1bXLK7FtaLpt99ljdpgDKNitnnv8AN0Fb0ksUcfmSyxxx/wB93Cr+Z4ryaLwtoeuax8RbzV7MXzxXUiwpMdyQsIFO9FP3X/2hzwKpa3cahfaL4L0h9Ps9XtrgOGttQvDBBcMgYKjna27AUHBHUZo5tl10/FP/ACKnFKT7a/hb/M9milimQSQyxyoejRuGB/EU6uF+GGha3ot9qrXmlaXo2mXDI1tp9he+fFCwHzFRtXbk8kY5ruqpkLdkUl1ax/626t4+dvzyqvPpyevtT2kjXG6RFyMjLAZHtXklr4e8N6jc/EDUvEMMNykGoz+X9qcNHbYjUmSNT91vVhzwPSoLuxuPEFp8NrXVLi5haWe58xo5CrvGI2wpP91lABHcGiKvZen4pv8ACxckoya8n+Fv8z2GGaCZS0E8Myjq0cgYD8RTYrq1lkMcN3byyDqiSqzD8Ac1554p8OJ4K8L+JtU8KsLGG6SLFlbxYSE7lR3UDvt3E/XNUNV0PwzoUfhHVPC1nBBqd1eQoLi0AEt3GyksZSOWBwCc96UXd/cvm/0JkrK/r+CT/U9SmurSFwk93bQueQskyqfyJpRPbsgdbiAqwJVhIMEDqQc814T4ks7XxBrPjK1v/CN54ivp5WtNN1GO3DxWuM4QuTmPbnkgHrXQ+IPClqurfD3w2x+y28S3IlS0Plq4EQLIcdVPII7jNELyS87fk3+A5Kza7X/D/M9WhmhmTfBNFMv96Nww/MU2K6tZnMcN1byuvVUlVmH1ANceND0fwFp3iDVrJWg0qdRIdPtY9ixNtC/JjpnHP1JrgbIS6d408IXkHhPQPDp1S55msb7zLi6haNmxKuwZycEkk80Rd5W/rr/kJrRv+tD243VqpIa6twQMkGVQQPU80r3FsiCR7qBEPIZpVAP45rwvTPDuk32tWc13bmZ7nWb9JyzZ82MOP3beqf7PTgVSt9PtNU8L6JDqEf2iGHQLt1ic5TcqnaSO+O3pS5vdbfT/AORcv0Glf70vvdj6CjlhkZljmikZfvBHBK/XHSmxXNtM7Rw3VvK6/eWOVWYfUA8V4haK3h9tXm0dHWaTwxDNM/mEO7GVlMjP1yFA+bsFHpWl4M8Na5/afh/WNK8L+G9FjUrLdX1lqpklvI2TkSL5Y35JDcnrV297l9P1/wAiL+7zfP8ABP8AU9dkubWMZlureMZxl5VXn05PWpRyMjkV5V4c8GaN4i1vxbNrUZvo3vCkEE/zRW7c/vFU8bs9/rXo3h3T5tK0Gx02e8e9ltoVia4dcGUj+Iiog+aCk+qT+9X/AAKlpJpdG19xfoooqhBRRRQAUUUUAFFFFABRRRQAUUUUAFFFFABRRRQAUUUUAFFFFABRRRQAUUUUAFFFFABRRRQAUUUUAFFFFABRRRQAUUUUAFFFFABRRRQAUUUUAFFFFADJ4xNBJCWZRIhUspwQCMce9VNA0q10TSYNMs95ihXG6Q5dz3Zj3J7mr1KAT0GaQzMtdFs7fX7vXFMr3l1EkLl2yFRCSAo7dTWlRSkEHBGDTASiiigQUUUUAFFFFABVe5sLO5ure6uLaOWe2JMEjDmPPXH5CrFFICjBo2kwazPrMOn26ajcIEmuQvzyKOgPrWdpfgvwnpesHWNO8P2NtqBZmNwindk9Tycc5Nb9FC02G9dzN8Q6DoviKyWy1zTbfULZX8xY5gSA3TIx9aYPDmgjw+fD/wDZNt/ZRXYbQglNvp1z+tatFFugXZi+G/Cfhvw280mgaLa6c04CymHPzgdM5Jq5BpGlwaxPrENhAmo3EYjmuQvzugOQCfTNXqKdxBWZ4i8P6J4itEtNd0y31C3Rw6xzA4DevBFadFJq47mN4a8K+G/DPnf8I/otrpvn4EvkAjdjp1Puaj1Hwd4W1LWo9avtCs7jUomVkuWB3qVOQeD2NbtFO7umIKy/Efh3QvEdtHba9pdvqMMb70SbOFb14I9a1KKTVxrQw9B8IeF9BhuYdF0O0sI7oBZ0hBAkA7HJqHQ/Avg7Q9RXUtI8O2NleKGUTRhtwB69Sa6KinfW4vIKbNHHNC8MyLJHIpV1YZDAjBBp+DjpSUhmFoXg/wALaELgaNoVnYi5XbMIgcOPQ5NXm0XSW0+009tPgNpZuj20O35YmT7pX6Vfop3F1uYXiLwd4V8RXCXGu6DZ6hMi7VeUHIHpwRWvY2ttY2kVnZwrDbxLtjjXoo9BU1FJaKyB6jJoo5oXhmQPG6lXU9CD1FMsLS2sLKGysoEt7aBBHFEgwqKOgHtU1FMZieI/CPhjxHLFLr2h2eoSRAiNpQcqPwIov/CPhnUNGttGvdFtZ9Otf9Rbvu2R/TnNbgBOcAmkpWVrBd3uc5P4V0zTvCOpaL4b0u1sVuYXURR/KrMVI5JzVX4f+BfD/hfT7Ge10Kys9WWzSG5niyzFsDdyTjqO1dbRTTabfe34X/zFZaf1uYXiHwb4V8Q3aXet6DZX86DaskqnIH4EVpz6dYTy2ss1pE72mfs7Ff8AVZGDt/IVaopW0sN6lOTS9NkuLq4eyhaa7i8m4fHMkf8AdPtWVoXgfwfoV+NQ0fw7Y2V0BgSxhtwH4k10NFNabC6WOb1vwD4L1zUX1HWPDVhfXbgBppQxY46d6m1DwX4T1DSrTSr7QLO4sbMYtoHB2xD25zW9RSsrW6Du73M3TtA0XTtGfRbDTLe2051ZHt0B2spGCD35rI034deBdNv4r+w8LafbXUR3RyoG3KfzrqsHGcUlO+t+ouluhzWteAPBWtajJqWreGbC9vJcb5pQxZsDA71a1Hwj4Z1HR7bR77RLW40+1x5Fu4bZHjpjnNbdFKytboO7vcxfDXhPw14ZaZvD+i2mmmcAS+QCNwHTOT7mmSeDvCz+ID4gbQrM6qW3m6wQ5bGM9cdPat2inre4ujRxsOk61rvjS01rX9JttOtdIZzYxrcrO8znI8wkY2jaT8p7967KiihbJDeruBAIIYAg9QRkGsHRPBfhPQ9RbUtI8P2VleMCDNGp3c9epreooWjuHSxVuNOsbi/tr+e0ikurXPkTMPmjyMHH4E1aopTweaBCVhN4P8LNr/8Ab50Kz/tXfv8AtQBD7vXrjP4Vujk0Udbh0sVIdL06Fr1orOFDfMXuyB/rmIwS34ACq1/4d0K/0T+xLzSrafTf+fZl+Qc5+vWtSilZDuzJ8N+GdA8NxTRaDpNvpyTsGlWHPzkcAnJNa1OZWUfMpH1FNpt3EcBo3w70ebxPrmt+ItBsbu5uNTa4sp3Yswjwu3gHA5B4NdrcafY3F1aXU9pFJPZkm2cjmIkbTt9MjirVFC0SS6Dbu2+4jqroyOoZWBBBGQRWHong3wromqSappGg2VleyKVaeNTuIJyep9a3aKXW4dLHj2r+B9TbWNYnvvh7pXimW7upJrfUJ9TWApG33UKdfl/XNd94Q8NLpeh6PBq0keo6lpsbCO6ZTmMtnIX2wdv4V0dLg4zjinH3Y2X9f1f/ADCT5nciuYIbq3kt7iNZYZVKOjDIZSMEGsHSPAvg7SJo5tM8N2FrJHKJY2RTlXAI3DJ4OCRXRUULR3C/QzodB0WF45ItMt0aOV5kIX7rv95vqe9RReGvD8UMcMej2iRxwtAiheFjb7yj2Na1FKwFG20fSra6+1W+nwRzeQLfeF58oHIT6ZJrK03wJ4N03WF1jT/DljbagjtItxGGDBjnJ647mujop31uLpYrWVhZWTzvaWscLTv5kpQY3t6mrNFFIYUUUUxBRRRQAUUUUAFFFFABRRRQAUUUUAFFFFABRRRQAUUUUAFFFFABRRRQAUUUUAFFFFABRRRQAUUUUAFFFFABRRRQAUUUUAFFFFABRRRQAUUUUAFFFFABXJ+JJ5NU8YaX4dtZpo47f/Tr14m24C/cjYjnDAn8q6meVIIJJ5DhI0Lt9AM1ynw3he7iv/FFwpE2rzb4iRz9nXPlfoaS1l6a/wCX+fyG/h9dP8/w/M0vHWrvovhm4uLf/j9lxb2S9d078IPzq34Z086VoNnYtNNM8ceXeVyzFjyck+5Irn9QDa98R7ax2sbHRIRczZX5JJn4QfVCufxrsacfhv3/ACW36/KwS3t2/P8A4b9fMKKKKBBRRRQAUUUUAFcf8WPEWr+HPC1xd6PpN9dzeUx+0weWUtiBwzhyMj6A9K7CsPx/pl1rHgzVdNsgpuZ7dliDHALY4FTLuVHV2K3hrxNeXuny3WteG9U0GC3tlme6vniKSDGWI2MT781nWvxEge4tWvvDes6bpl3L5Vvqdx5ZgkP8JwrFgG7ZA6ikW4v/ABb4O1Lw83h3WNEujp5gSXUoFSGRypUbSGJIzz06Vh3X/CQ+I/DWm+DH8L6tpckLwJd39xCotQsJU5jIOW3FBjIHWtPt/d93V/IlfDr/AMN2+/8Aqx6oeDWT4o1230HT1uZbe4u5pZBFb2tuAZJ5D0Rc8An1OBWqa4f4t6Ffata6de2ceoXCWE/mT29hctBcSJ38tl6sOwyM+tZyb09V+Y4+ZqaD4ti1Jr63vNH1DR9RsohNLY3mwyGM5w4KkqQcEdc8Vk2fxM066NncR6Hqw0q6m8hdTYIIEk3bQpBO7k8ZAxzVLwTo9jv1a8ttD8a2d81p5Qk1+4MnmDnCx5dumfbrTb/Q9Yk+Eek6UunXDX0V9BJJBj5lVbkMSfYLzVxV5K/938W7/hb0f4pavl73/JW/Fv5fh0ev+Ln0/XDo2m+HNU168jj8ydbF4l8gEjG7ew65HTNXtQ1+HT20eO7srmKbVJ1gSM7SYXYE4fnHGO2a474kW1tda5JJb+FfGjanFFsi1HRyIopCeVDsHBdQcZBHapddtPFKeHfCep39hJquo6ZdxXGoQWagysAhB2KcAnJ6ZFTB6e93/C7/AKYST+z2/Q61fEFq3iHUNE8ibz7G1juZH42Mr7sAd8/Ka5bT/itpN/a2moWei6vLpc8620l/tQRW8zPtCMCdx5xyoI560nhuPXdQ8beIdbvtAu9MtbvToIrRZ8eY23fkMOzcjI5+tbPw70f7L8PtL0rVdNRHiQmS3mjB2tvYgkevQ04rS78vxvf8Ehza5rL+tI/q2Gv+Ml07VJdO07w/quvTW8fmXRsdgFuvX5i5GTjnAya3NE1O11jS4NRsnLQzLkZ6qe6n3B4NeXeJfDVxY+M9Y1C703xlqNlqTpNCfDt88fllUCFZEDKP4eDz2Feh+B9OstL8M21rp9lqFlBlpPJv23TqzHLbzk85PrRDWN2E9JWX9bGjqlzNZ6fPc29jPfyxoWW3gKh5D6LuIGfqa4DwB438S6rcXkN/4N12VBqbwC53W4S1T5flfD5O3OSQD1r0iuB8L3OqeG9b1PR7rwzrV3Ffao9xDf2kKvbqj7QC7FgRjHOAaIfFr2/VCl8Kt3/RlAeLZ9F8Z+KYI9I1fXZIpRKbe0K/uIgi/N85C4yDwOfauxPiSCTw1b61p9hd6iblQYLSADzXbumSQoI5zkgcVn6Lp9/Dr/i2aW1lSK7kzbsRxL8gHH4iuW1DTfE9p8ONG0+Cy1hYxezHU7fTjtvDCWYr5ZBGDnaevTNZwv7NL0/Fsp/Ht3/BI6zSPGL6gmpwHwzq9rq2nortpcxj8+UMMgoQ2zp71z/w+8ceJtWuL2G/8H65Mg1WaAXGbdUtIwRhHw+SV7kA/jUfwu0bULPxnqeoyaXr9np09sqwNrF0005IAyG3E7fYAmr3hW41Tw1ruqaNdeGdZu4b7VZbuHULSFXt1SU8b2LAgjHOAa1jur9V+Tt+Wor+6/X9P8/6Z39Z+vam2l2XnQ6dd6lcMdsVpageZKe+CxCjA55IrQrivixFrk1jp0emw6vPp5uD/aUWkttu2jx8vltkEfNjPPTNRJ7Dia3hTxRHrtze2M+k3+j6hZFfOs7zaXAYZDAoSpGCO9b9ea/CvRtQsfFmr38uma5Z6fcQoLZtXummuDgDIYsTt5zxk16VVdEyFuzzz4oXTt4g8PWtxaeIrW0XUYNl/YyRiCSRm4jkBYNjjnjvXWeK9etvDumrd3EE11JJIsMFvCQHmdiAFUsQM5I6muR+KuoapcXGm6fp/hHxFqP2LUra8kuLa3RomRGywUlgS3titbxfcWeseEYH1Lwh4jvEuGDi0t4VF5bMpyGPzfIQRkEGp/5d3Xf/AC/4Y1aXMvT/ADNrw3ql9qttLLf+HdS0N0fasV60bM4x94bGIx2rVrh/hbBrcL6j9qi1q30fev2GDWW33inA3FmJYkZzjmu5HWrfQyRxur+P7ez1S/0ux8P6vrF5YANcxWgQbEOfmy5AI46ZzVq/8babBoem6lY2t1qkup/8eVlbbRNN/exuIA298movDun39v4l8V3E1rLHDd+X9ncjiTAbOPzFcjpGi+INC0XwVrn9iXN3NpEE8F7p8SA3IEvAKDODjqeRUxWi5n/L+Kd/xSXle/kX3a7tW79v66/idlo3jEakl/CPD2q2+rWIDSaVKY/PdT0ZSG2EdutYHw98beJdWMseoeDtckU3kkf2rNuI4FDHCsA+TjGOAa1PCEGpap42vvF17pl5pNu1oljb2l4gWcqr7y7AEgckjGe1VPCdzqnhvV7/AEK78M6zdRT3rTQ6haxK9ttclvmYsCMZx0NCXvq/b8br80KXwO3f8LP8md9WL4q8RW+gRW6mzudQvbp9ltZW2PNmPfG4gADjkkda2q4vx1FqVj4r0HxPZaRe6tBZRz29xb2SBp/3oUBlUkAgbTnmjqv6/rsNLcqeA9cubrX/ABTf6xZ32jxW5Dtb3sisYVAyThCRj6Vf0zx7FdX9rDe+HNY0qzvXMdnfXXl+TOwzjAUlhkDI3AVj2Gj+INcg8YG801tJfWICtmJHwRlcAOR90564zgVieFvDtpJeaZY6x4b+I3n27KGlub95bAOnRuX5Xjj5fSimtUpeX/B+ZMn7smvP/gfL+kd3rHjB7TX5tF0rw1quvXNsFN39ieJRb7gCobewzkHPGaofFbxRrfh/wm95pOiajJO8W43EflFbQ8cOGPP4A1j/ABGtYbzX7iey8LeN11ZUCJqOknyreZuCvmEOC4HAOR04rf8AEmk+INX+FcmmXrW82vSWS+d5fyxvMMZx6CkvgUn3X3f1/TKa96y6r8bf5lrS/FF9LpF9qGq+E9Y0eOyt/OJunhJnAGSE2MeeO+OtZmnfEzS76bT5IdI1QaXfv5UOqOqiASdAhBO7OeM4xU76tf8AiLwfrNiPC2u6ZcrYNGi30CoJnKkYTDHPTvjqK2fDWlwR+F9Msb/T4v8AR0RvJkjBCODkHHYg81X23fZW/W/9d/ucfZVt9f0t+f8AXTI1jx5HZ6he2uneG9X1uLTyFvrqyMfl25xkg7mBbA5+UH86vJ4w0uS80SGFJpINajL2tyABHu4wjZ5DEc4x2NcvZy6/4TXWdGHhbVNWF7NJJZXdhGrRASZ/1xJBUhm7A8Cpdb0C90n4UWxkkhOraQVvo2B+QT9CoPp8xGahStFSltpf9fu/TqW4ty5Y+dv0+/8ArY6geKdO/tzVtLkWWNdJt0uLq6YDylD5wM9cjac1m6T47jvL+1hvPDur6VaXpK2d9dhPKnPYAKSwz23AVQsfDt3rXww1aLd9n1HxFHJcP5n/ACyaTohPoP61z/hfQbSXVNNt9W8N/EQXNtIrmS71B5rFZEOQw3PyvAI+WtIxanyy8r/r93T8b3Jk04c0fP8AS339fwsdV408YSWo1TSdI8P6trU9vaSfaZrFo1S1YqcBi7DnBB4zWp8OZpbjwPpU07SNI8CljI2Wzjua5W5/4SDRb7xXplr4Zv8AUm1mRprO6hA+zKDEExI2cqcg9Ae1dd4CtLux8H6bZ30JguooQssf91u9Zw7+S+/W6+Q57pev6WfzGfEWWSHwLrM0UjxOlqWDoSGXkcgisLwx49gl/sizu9G1W1tL1RHaapcbBBcP2AGd4LZ43AV0Pj21ub3wZq1pZwPPcS25WONPvOcjgVyKf2r4sj0HS5PC+saRDpl1Dd3E+pQrGGMZyFjwxznnrjtTp/xHf+7/AO3X+4J/Cv8At7/22xu6942GnaldWdn4c1fWI7Jd19c2ezy7buQ24gkgc4UHis74ifEHQ9J8IG5h1J47m+tg9oUt5HyrHaTkKQCMnrjkVzOt+G7jT/FOtyalpXjnU7bULg3NvJ4fv3WMKVClJE3qA3B9eCK63XtFKfCaTRdB0+/XKIYrWdt04zIGbcSeT1J5qJXdFvr/AFcuNlVS6f8ADWKHwwn8E22jXGs6Tqmo3EsNsv8AaM15NcFdxAJIWX5Rk/3a0dO+IMNxe2Md94b1nSrLUHEdlqF15ZhmY/dACsWXd23AVf8AFGiXeufDabQUYRXUtlHGPM6Ky7Tg/liuaup/EHiiHRtAfwvqujtaXMU99eXUSi3Ij6rEQSWznjIHSt5O9RpeXpbq/l2/Myiv3afV3++yt9+pq6n8RbK11TU9KsdD1bVtQ0wk3FvahAQmM7wWIGOvGc8dKvXnjWwj0XTtQ0+xvdWm1LItLK1C+dIR94ZYhRtwc5I6UzwdpdzaeIvE11dWbRJd3eYpGUfvUAGPqOtYXxK8MSG+0nUtP0/VpdOsw8c1nodw1vcANn5owpAbk8gkcZNYpvlV+tv1/wCB+Pyt7vyv/X5nWeFfEcOvJdRmxu9NvrNwl1ZXWPNhJGVyVJU5GDwT1rbri/hjpmn2v9oXlrpHirT55nVZW1+YySy4HBUlm4GMV2lasldTze98ceJoPiDLpcXgvXrm0S3ysEbW4Mh/56Al/un0Jz7U/wAY+Ip9O8XeE7uax1JGuY7gf2ahBkd/L+VDg7c5xyTgetX/ABQdS0XxxbeIrfQ9S1m0ltWt5Y9PjDyxsOh2kgYOT37VPewX+o+NfC+sR6beQW0cVwZxMgVoC0eAHAPBJqKSdo3/AL1//JvzVvw9Aq/at5W/8l/J3/rUt6B4xsdT0vUry6s7vSZdLcpfWt3tMkJ27gDtJByCOhPWqui+OY7/AFK0tb3w7q+jwX4/0C7vPL8q6JGVChSWBK8/MBwKyNQ8M6tqUvjy3SGS2/tG5hks5WbaJQkadGHI5UjPasnwhoNlJrWlLqXhz4hpd2bhxNf3zzWMcoUgsNznK8nBx0NVDWSv2X5alTXKtP62t+Z63RRRQSFFFFABRRRQAUUUUAFFFFABRRRQAUUUUAFFFFABRRRQAUUUUAFFFFABRRRQAUUUUAFFFFABRRRQAUUUUAFFFFABRRRQAUUUUAFFFFABRRRQAUUUUAFFFFABRRRQAUUUUAFFFUtX1ax0lbdr6Vk+0zrBCFQsXds4GB9KQF38qKbLJHFE0sjBI0XczMcAD1NVdF1K01jTIdRsWka3mzsMkZQnBI6HnqKYy5RRRQIKKKKACiiigAoorO8Q6zaaFpxv72G9lhDBStpavO+T/soCce9JtLcaTexo0Vn+HdYsPEGi22saXJJJZ3KlomkjKMQCRyp5HINaFNpp2YgooqjqurWOmS2cd5IyNeTrbwAIW3SN0Bx0+tAF6iiqOtatY6NbR3OoStHFJKkKlULZdmCqOPcigC9RSng4pKACiisey8TaNeeJ73w3b3DtqdlGstxEYyAqsSAd3Q9KXWw+lzYooopiCiiigAoorO8R61Z6DprahfRXskCnkWtq87j32oCcUm0txpN7GjRVDRNXsdZ0eLVtPaV7WVSyF4yjYH+yeQfas/wx4w0XxFfXdjp41CO5tFVporuykt2AbOCA4GQcGnbWwul+hv0UUUAFFUrbVbG41a60qGRjd2gUzKUIChhkc9+DV2ktVcYUUUUxBRRRQAUUUUAFFFFABRRRQAUUUUAFFFFABRRRQAVg+JfCth4hureTUrzUWtofv2MdxttrjnP7xMfN+db1FHVMYAYAA4A6UUUUCCiiigAooooAKKKKACiiigAooooAKKKKACiiigAooooAKKKKACiiigAooooAKKKKACiiigAooooAKKKKACiiigAooooAKKKKACiiigAooooAKKKKACiiigAooooAKKKKACiiigAooooAKKKKACiiigAooooAKKKKACiiigAooooAKKKKACuPhZte+JErdbDQogq8ZWSd+c/VNpH411tx5v2eTyNvm7Ds3HjdjjP41j+CtGm0TRBDePHLfzytcXciElTK5y2CeSM9KS+K/b8/6v8AOw38Pr+X9aelzO+JdzNNp1r4ctG/0nWpfs7AHkW//LZh7hTmuntLeO1tYbWIARxIqLgdgMViw6LdSeOJtevpIXgitlhsY1JLRk58xjnpuG3p6Vv018Pr/S/rzB7+n9P/AC+QUUUUCCiiigAooooAKbKSsMhBIO09KdWZ4ksNU1CxEGk66+jTbvmmW1Sckem1+Kiom4tIqO5z3wefy/hbpkhaNNsczbpDhR+8fkn0rkJPHBtfEVlNY+NtU1hZrwQzadLpZjtQpO35JfLGcHuW5xXY+EvBN3o3hy68O6h4mn1fSprZ7dIXs44TEHJ3HcvJzuPWqEXw4vmtbGwvvGd9dadp0qyWVqtnHEse05AYqcuMcfN9etbNp1+Z7XX3X1/D/hyamsJcu7vb9Px/pmJr+ueM/wDhJbwWGvi2trbVY7KK2MKlZFdGYlzjPGOMfjVTUL3xDqWjaTbvqiXWpWnitrOK8uYwCyoxAZggxn6Cu8ufBNvNfXF0dRmUzagl8VEYwGVWXb9Pm61Tvvh+0lh5Nh4huLC5GsPqsdwLZJCjsc7NrcED1rOnpFc3938OW/4839WHP3ua3n+cv05SvZ6rrnhjX9T03WdXudftotON9FNNHGkikbiyYQAYwBjvXO+J7LxJd+HNK8Qat4pupo7jUbZzpkcEYtkBmUKA23fwMHk9a7rRPCIt5L+613VZtd1C/h+zTXEkSwjyRnCBE+UdTyOTn2rHj+HFzJBa2epeLtQvbKwnWaxg+zpGISr7sMVOZBjj5unWnC6nFyezj+Em387W+771NXjJLrf8kvuvf7/ur/E3xFHY6xLajx1qGiTRQl47bTtO+1b++ZT5b7eeMccV1Hw71e413wbp2p3ZVriSMCRgpUOw6tg9M+lZmqeCb6XxBqmqaR4pudITVgBfQR2kcnm4XaCHb5l4Hat3wjocPhzQLfR4LiW4jgyFkl+8fr6/WlC/K7/1/X9JDn8St/W39fqap5BAOD6+lcH4Rj1Sw+J2s6Vf63Nq8X9nQ3KST2sMciFpHBXcigkYA65rupVdonWOTy3Iwr4ztPrjvXD2HgnxJbeKm8QyfEC5nnlRIZ0OlQKskKsWCcdOp5HNOPxaj+y1/W5Q+Imt6pY+LI7O78Q6v4Z0g2waC8sLFbkTS7sFXyjbcDnPA4rv9JkSXS7WSO++3qYlxc8Zm4+8dvGT14rD8S6D4k1S4nWy8aTaZp86GN7NdNhlBUjDDe3PIzWv4d0m10LRLXSbIEQW6BVz3Pc+30pQ+HX+v6/pClvp/X9f0ybVbyPT9Mub6RWZIIzIQvU4rjvBdp4q1u1sfE2o+Lr22iuz540q3t4jbqmeE3Mu/t613E0cc0LwyqGR1KsD3BrktC8JazolzDBp3jK6TRYHzHpsllHJtTP3PNPz496I/E7+Vvxv+n3A/h/r5fqYvxK8RxWOqS2qeOtQ0W5hhLpa6dppugx5x5p8ttvPbI4rpfCOsza78PotWm4lmtZQ5AI3FQV3Y7ZxnHvWdqXga9k1zVNQ0fxVdaPBqxzf28VpHIZTgKSJG+ZMqAOOnWrcXhO/sfB1t4c0PxLcad5JcNdNapO8iMTlSH479etSl+7ae7/4N/0/yG3+8TW3/Df8H/Md8K/+RIs/99/51U0gk/GPxFkk/wDEts/5SVa8E+GNW8OadJYTeKptTg2nyBJYxRGFj3yv3voaztJ8E+I7LxQ+vzeP7m6mnWOO6jOlQIs0aZ2rx93qeRzWkfi+QlpCS/rdM5nxP43ln8Sazap4u1PQF0yU28EFnpT3K3DgZ3SN5bAA5AwCDW7J4l1vWtD8NWVjLJo+oa2zrJdGL54FjBJZUcdWC9x3rX1Dwlqcer3eo+GfFd14fN62+7iS0juEkk/vgP8AdPTp6VP4i8MXer2umyjX57XWdOcvBqSW6MdxG1iYz8pyCRioj8Kv5fr+tuu3QJfFeP8AW39bGJ4A0++034geJbfUNau9Ym2Qn7RcxojkbF4wgA/SvQSCBkg4rmvCXhRdB1S+1STVbrUby/2m4eYAAsoAyADhRx0HFSaF4bn0zxNqusya9f3seoFSlnMf3VtjP3Oe+aI3SjF+f5v+vzE9215fkjoKKKKoAooooAKKKKACiiigAooooAKKKKACiiigAooooAKKKKACiiigAooooAKKKKACiiigAooooAKKKKACiiigAooooAKKKKACiiigAooooAKKKKACiismXxN4bh1f+x5fEGlx6luC/Y2uVE27025zmjrYOlzWoqIXVsb02IuIjdBPMMO4bwucbsdcZrL1rxRoOk6RNqd1q9gkETtFue4VVaVc5jyf4uDxUtpK7Gk27I2aK5vwb438OeKLO0bT9W09r+eATPYx3SyTReoIHPHerx8T+Ghq50c+IdLGpB9htPtK+du9Nuc5q3Fp8r3JTTVzWooNc94/1u70DQ0vrMQmQzpGfNXKhSeTSW6Xdpfe7Dbsm+1392p0NFZ+l65oerT3EGk6xYX8lu22ZLedZDGfRgOlaFLzGFFFFMQUUCuL1LVfFmq+NL7QPC93pWnx6ZDFJdTXtq1wZDICVChWXbjafXrS62HbRs7SisPxdrjeH9B+1GH7XfyMsFtAgx50zcKPYZ6ntVof24PDm4/ZZNY8kttC7YjJjITrx2Gfxobsm+wLdLuaVFZHhHWk17RY7zyjBcKxiuYT1jlU4YfTIOD3FXk1Cwk1GTTUvrdr6NA8lsJAZFU9CV6gU2tbCLNFFFABRRRQAUUUUAFFFFABRRRQAUUUUAFFFFABRRRQAUUUUAFFFFABRRRQAUUUUAFFFFABRRWD4l1i7tNW0nSNMEDXl7LucSjOy3X77geoyv50uw+jZvUVQ8Q6nDouhXuq3A3JawtIVHViB0Huab4al1KfQrSfV/I+2ypvkEK7UAPKgDJ7YprqDNGimXE0dvBJcTOEijQu7HsoGSa4/SvGerarIl9p/hG4l8Ps+0ag10FlZc43rBt3MOmMHkc0LV2QW0udnRWZrfiLw/obRLreuadpjTZ8oXVwsZfHXGevWna1/al1pBbw7qFjb3LYaOe5gM8RXv8AKpGcjvmpcrK4Ja2NGiub+G+salr/AIKtNU1M2326QypIYIysZZZGUEKSSB8o71T8N6p4mXx1faBrt5pd3AlqbmB7S1aFlG4AK2WOeD14q3FqXL/Wgnorv+tbHYUUVz/jrxdpHhDRpL/Urq1SUIzQW8k6xvOR1C56mpuOx0FFc3H4w0PUtBv7zQNZ0zULq1smuGiguFlMZ2kjcAemeKPC/i7SNSgsbO61jTF1ueIM1isyiXOM8JnPTmn1a/r+tBdL/wBdP8zpKKzda8QaDojxJrWt6fprzf6pbq4WMvzjjPXmtCN0kjWSN1dHG5WU5BHqKBjqKD0461xvh3VfFCfEC+8O69eaXeW6WC3lu9paNCy5kK7WyxzwPahauwW0udlRWZrXiLw/oksUOta5p2myTDMSXVwsZcZxkAnnmpL7WtGsLZLm+1aytYHj81ZJZlVWTj5gT25HPvSAv0VkS+INKntb3+y9UsLy6toPOMcUwcqD0JA7HBrO8H+MNL1bTtNhvtY0xNbuojI1kkwWThiOEznoKa1v8vxv/kxN2t8/wt/mjqKKx/E/iTQ/D1q7arrWnafM0TvAl1OsfmEA4wCeeRVTwz4lt7nwVB4i1q9srOBgWknZwkKrnAOSeBUprUbWx0dFUtH1bStZtftej6laajb7ivm20okXI6jIq7VCCiuW8dazrFlfaNoegG0i1PVppFjnu4zJHEqLvYlAQWyAR1rW02a80+ytrfxJqmnS6jM5RXgiMCStyQqoxJzj37ULVXG1b+v67GnRUDXtmtxJbtdQCaNN8kZcbkX1I7CqUHiTw7PqMemwa9pst9IgkS2S5UyMp6MFzkiktRGpRWbrmv6DoSxNretafpglJEZu51j3464z1rL8XeOPD/hzRI9UuNSsZBMU+zxm6VDOpYAspPUDk/hScklcaTbsdNRWToXibw/rkDy6TrWnXwiQPMLe4WTyhjJ3Y6Vj+DvEd5rvifWI4dR0G/0SAILSSwuVllBIO7zACce1VZ83KK/u8x11FZeteJPDuiSxw61r2m6bJIMol1crGWHqATzVu41CwtoUmuL63hjkQujvIAGUDJIPcAc/SlfS47dCzRVDRda0fW4Hn0XVrLUoo22O9rMsiq3oSOhq/TEFFFV9Sv7HTLN73Ury3s7VPvzTyBEX6k0m7DLFFUtH1bStZtTd6PqVpqNuG2mW2lEiA+mR3q7TEFFch4y8S3Vlr+k6Nomp6B9smuVF7aXlyqz+SQTmNSQS3TFdNqeoWGl2bXup3tvZWyY3zTyBEX6k0r6XHZ3sWaKo6NrGk61atdaNqlnqNurbGltZhIob0yO9Xqb0EFFcbe/ErwlZ+LRoFxrmlRKLd5Zbp75FSKRWC+Uw7NyT+BrpJNY0iPSBrEmqWaaaUDi7aYCHae+7pil05ug2mnYvUVzmteKbFvA+seIPDepafqX2K1lkjkhkEsXmKucHB/SrGleILP8AsLSbzWL+ys7jUEXy1eQIJJCPuoCeT7U1q2vT8f8Ahg6J+v4Wv+Zt0Vl6t4j8PaReRWWra7pthdTf6qG4uFjd+ccAnnnirl7f2Nkoa8vLe2UgkGWQKCPXmldWuFtbFiiqWjaxpOtWxutH1Sz1GAMVMttMJFBHbI71dpiCiuX8b6vrVpqGkaH4fa0h1HVJXVZ7qIyRxKqliSgILZwR1rU064utOsLeHxNq2myag7MPMhjMEcmMnCoxJyFHPPY0ltcb0djUoqho2taPrUEk+j6tZajFGcO9tMsiqfQkdKg0nxP4a1e8ay0nxBpd/dKCWht7lXcAdTgGnbWwvM1qKyp/Enh23ujaz69pkVwEaQxPcqGCKMs2M9AAcn2q/Y3lpf2kd5Y3MN1bSjMc0ThkceoI60LVXB6aE1FQaje2enWUt7qF1DaW0S7pJpnCIg9yelcv4T+I3hTxA7Qx61pcF2bt7aC2N6jST7TgMo7hu1C1dkD0Vzr6K47SfG1jHqOtW/iLVdL01LXU5LOz86URGVVVT3PzN83aum1PVNM0vTzqGpaha2VmMZuJ5QkYz0+Y8c5pdLjas7Fuiqulalp+rWSX2l31tfWr52TW8gdGxwcEcVapiCiszW/EOgaEYhret6dphmz5QurhY9+OuM9akvta0aw0xdUvtWsrWwbG26lmVYjnp8x45pX0uMv0VSsdX0m/04alY6nZ3VielzFMGjPOPvDiobPxDoF5qT6ZZ63p1xfIu97aO4VpFX1KjnFHWwvM06K42X4l+EIfE8+iXGvaTCsMe5rh75AofumOzCuoj1LTpPsvl39s/wBsUtbYkB84DqU/vAe1C1V1/X9WG9HYtUVWfULBDcK97bqbVd1wDIP3S+regqrD4h8PzaomlQ65p0moOodLVbhTKykZBC9cEc/SmtQNOisvUfEnh3TdQTT9R17TbO9kxst57hUkbPTCk5NalHS4vICdoLYJwOgr5+8S+IJdV8OSXkY8IWNqb+MR2bRySaqm2UYLFW4ORnJGMV9A1njQtCF090NE0wXD/flFom9vq2Mmocbu5XNpZHGRarp+l/FKG61a+hs0l8PptlncIJG8xSVUn7zew5qr8OVs9Y8AeIJY7eO6il1K+kiWWEE58xsHaw4P616FfaXpd/5X2/TLK78kgxefAsnlkdNuRx+FT29vb26FLe3ihVmLFY0Cgk9Tx3NVJc0ZRfVNfe7ii+W1u6f3KxwXw3u9DfwBp9rpE2lDXY9N2tFF5YukcDkMv3h75rlEm8Kv8ILexVbV/EZIVICR9uW73naxH3xg4OTxjrxXr1to+j2t899a6Rp8F2+d9xFbIsjZ65YDJzQNH0caidSGkaeL4nJuhbJ5pPrvxn9aqUuabk+tvwben3/kKKUYqK6f1r/XfuTaasy6barcZ84QIJM9d20Z/WuN+OK2r+Cdt8yLbG6i8wu+1QNw6ntXdVDe2lpfW7W99awXUDfejmjDofqDxSlq0/NP7ncErRcfJr8LHAwLotz8VNHm8KyWkkFtp86XktiytDgsm1XZeC2AcZ5616JVXTdN03TI3j0zTrOxRzl1toFjDH1IUDNWqOiX9dw63OB+IkPjKTWYm8Pf8JR9l8kbv7Mu7OKPdk9RMpbPTpxW38PY9cj0V18Qf2v9q8zj+0poJZdvsYQFx+tdHRRH3U0OWrRHdQRXVvJbzrvikUq65IyD7jmvIPB3gLwi3xT8U2h0tzFYx2b26/bJsozB8nO/J6DrmvY6ijt7eOeS4jt4kmlAEkioAz46ZPU4oj7suby/VBLWPKch433J458HNIVFmJLhW3dN+1dn456V2vO73zWN4x0GHxFoj2LytBOjrNa3C/ehmU5Rx64PbvUoi1s+HPIa4tU1fySnnrkxh+gcZHXocYxmknaL8n99/wCvusN6yXpb8f8AgnP+A8nxh4yaH/j0N7D5fpu8kbsfjmrdrP4OX4lXlvAqJ4rezU3DFXDPAAMcn5T26c1p+FNFi0HRItPjkaWTJknmbrJIxyzH8ScDtVDRfCcVl4nu/El/qE2qanMpihllhSP7PCT/AKsBeo4HJ54prRxXZW/C2n9bCbupPu/16/1vqdJRRRQIKKKKACiiigAooooAKKKKACiiigAooooAKKKKACiiigAooooAKKKKACiiigAooooACQASTgDkn2rjvBgOseJ9Z8UScwh/sNkD0VY8h2H+9wfwrrp40mgkhkyUkUqwBwcEYPNQaTp9npOmwadYQ+VbQIEjXJJAHqTyT7mkt7/1/VtPmxva39f1f8jl/Gf/ABOvFOj+F05hjkGoX2D91UOYwfUMQw/Cuy4HAGAOg9KpW2lWFtqt1qsMOLy6RUmlLEllXO0DPQDJ6VdoWkbf1/VrA9WZHjS1nvfCeqWtqpeaS2cIo6scdPxrA+H3izw+PBekW0upW1ve29tHbS2LSAXCyIArKIvvHn0FdtVAaJoo1EakNG04XwbcLn7Knm7vXfjOfxpx0b7O34X/AMweqXlf8bf5HnXjDXpZfGGrabBH4SsjaW8XmSa8jSSXIYNgQopzxjsOcitT4P6pZ2nwi0a61TUrW2i8oqJbiYRp948Aua7O80fR7y7S8vNJ0+5uUxsmmtkeRcdMMRkUtxpOk3FktjcaVYTWinKwSW6NGD7KRips+Rx72/X/AD+Q202v66HG/A/VdLuPANtBb6nZTTQvcPLHHcKzRr5z/MwByB7modP8QeH5PjDdNHr2lOH0zy1K3kZDPvX5Rzyfau1sdF0WwaRrDRtOtGlXZIYLVIy6+hwOR7VDH4Z8NRyiaPw5oySK24OtjGGB9c461o5Xqc39apr9SZap+bv+NzVrk/i3Zx3fw+1gtZx3Msdq7JmIOy8fw8Zz9K6yhgGUqwBB4IPQ1m0Umr6nHJe+G7nwNqX9h3OjyTLpLecLNo96/uz98LyOc9a5K60nS9M+G/hm8sbOGC4S7idZwMyZZgG+Y8nIJ4zXqFloui2JmNjo+nWpnG2YwWqJ5g9GwOR9asNaWjQpA1rA0SEFIzGCqkdMDoKpaVOfzi/udyGm4cvk196seS+Ip9SX4meIYp7vwdZK0cS27eIY5Pmj2fN5TbgvXGcc5rvPhpp02leD7Wym1Ky1EKWMc1mxaEIfuqhJJIH1NbGp6TpOqFDqmlWF+Y8hDc26S7c9cbgcVPa29vaW6W9pbxW8KDCRxIEVR6ADgUoe7HlKnrK5IzKqlmYKoGSSeAK86tPEHh9/jTdMmvaUyvosUKkXkZDSee3yDnlvbrXorKrKVZQykYII4IrKTwz4ZSVZU8N6MkitvV1sYwwbrkHHX3pxdpXewX91o888ba9LN4l13TbdfCViLOACZ9dVnluS0YI8hQwOADjgdayPD0NtqWm+DBeRx3CR6fdNGrA7Rt2gfK3OB6GvYr3RtHvrpbq90jT7q4X7ss1sjuPoxGanWysl2bbO2XYCExEvyg9QOOM1nyPlt/XUbld3/rZHi3gK3tra08PtbxpGZ/Dc0kpXq7YHJPeltI/DE3wy8PWGiSWM2tm/t5AtpKslyhE+WLYJYKB1zxivZ47GxjCCOxtkCJ5abYlG1P7o44HtVew0PRNPuTdWGi6bZ3ByDLBapG/PXkDNbOV3f+tJSl/7d+BDXvOS8/xUV+n4nnn27Q7XxJ42bxTLZm/QBLNbpVZ3h8hSfKQ/e+fP3R1qmNcXT/h74Wt4bXTN19dMsVxq2UtLY4Y5kXI7DGPevU7vStKvLuO7vNLsbm5iGI5pbdHdB6BiMilvNM0y8tRa3mm2VzbhtwhmgV0Deu0jGfes0v0/D/MtvX+uyX6Hm3wguppvH/itZbjRpv3Vrk6RG6WpO1+VDE5PqRwa9UqtZafp9iMWNha2o2hf3MKpwOg4HQVZq29EuyJ6t/1sjyHx94K8L3HxW8KrNpzN/aUtybsfapR5hWEkYw3y8j+HFbnj+103w+3gxYlFppljqrFpJJCUhUxOMs7HgZOMk9676S3t5J455LeJ5os+XIyAsmRg7T1GR6U29tLS+tntb61gurd/vxTRh0b6g8GlFuMYpdP83+mg27ybfVW+9WPOF1bTdW8d+J5NOukuY49KCtKnKN8o+63RvwrHi0nS9P8Ahh4Cu7OzihuDqVk/nD75LE5+Y84OOmcV63a6bptrH5drp9nbpt27YoFQbfTAHSpDZ2ZgigNpbmGIhoo/LG1COhUdBj2op2gtO6/CUn/7cJ6y5n5/ikv0PPdPn0O2+I3iKXxfcafFctsFidQKrF9m7BDJ8pOd2cc9M1rfFC2sLz4fXFxb2tpdRRmKSN44lcLGJAWKkDpgHpXTanpOk6ps/tTS7G/8v7n2m3SXb9NwOKsR29vHbC1jgiSALsESoAm30x0x7VEo3p8pSlafMY3he/8ADFzpaS6PdaM6CBWnNq0XyjaPv7en41yfg/VvDK/FjxHHp+qaKqXEFmsK29xEBK2xshQp+Y/Su7sdG0axWVbHR9PtFmGJRBbIgcejYHP41DbeG/DdtNHNbeHdHgljO6N47KNWQ+oIHFac3v8AMStIOPp+DT/Q4XRrrw7beKPF3/CZy2MVw103knUSgD2v8Aj3df4vu81i6fpqXfhzwNZaraSC2bUJ3hgmc52Dlc85x3we3tXrepaPo+pukmpaTp986DCNc2ySFR7FgcVZe3t5DG0kETmL/VlkB2duPT8KiKtbyt+Dv9/5a9ypO97db/imv1/I43w/b21l8WdZtbGGK2hksEleKJQqlwyqGwOM44rd0XxRoes6xqOkabe+de6awS7j8th5ZPTk8H8K1lhhW4a4WGMTMNrSBRuI9CeuKjgs7O3nlnt7O3hmlOZZI4grSH/aI5P401fRdFf89Ce79CeuJ+KmuNpX9k2cVvpZmvpmVLrVSfsduFwSZORknPH0rtqr6hY2OowfZ9QsbW8hzny7iJZFz64YEUmr2KTsea/CO8mn8d+I4pLnRpgII2J0iN0tWbIG5dxOTjjI4r1Kq1jp+n2KhbGwtLRQu0CCFUAXOccDpmrNW2rJdiEtWecfFzUfDtvqPhzz7/SIb+LWoGl3yxrMibH5bPzBenXitT4jQ6drGjadeQeJNHsWhuEubSW9nQ2lxt52tz8yn2rob3w/oF9ctc3ug6VdTsMNLNZxu5HuSMmn3GiaJcWkVncaNps1tDxFDJaoyR/7qkYH4VOvLbre/wCX+Rblr8rfn/mc78M9ck1SLULOaz0pHsptjXWlKBZ3JwPmTGfXue1djUFhZWen24trCzt7OAHIigiEaA/QcVPVNko868RR6Dpvxc0681iDS7Syn0mZPOuYo0iaXzVIBZhjdgHrz1q18R9etdP03RodOh0WSK+uFS3urxh9ghHZm2kAj07V2Opadp2pQrDqWn2l9ErblS5hWRQfUBgeabPpWlT2CafPpdjLZpjZbvbq0S46YUjAqNeVLt/ncpu7v5HidneTTL8SoprrRJlXQVYnR42S1JIkyy7icnjqODWr8LXTTdYs/wDhOpbWS+vLeP8Asa7fi2EWP9SgbpJnJ55OeO1er2+k6VbwvBb6XYwxPH5bxx26KrJ/dIAwRyeOnNOuNO064jhjuNPtJkt2DQrJCrCJh0Kgj5T9KuLs7+i+6/8An+nUJPmVv66f5f1Y8bum1KbxF4ntbzUPBGnzTzbD/b0cgmKFMK0bbgMYx93oevNbmp6LCE+H2kancW+qJFOi+bE5McoCHBBzll+uc16JqWi6Nqkqy6no+nX0ijar3NskrKPQFgeKsLZ2arAq2luq2+BABGAIsdNv938KmmuVRXa34Ez95vzv+JxvhGGC0+KXiu0tIo4IBa2cnlRKFUM3mZOBwM4ruKjSCBJ3uEhiWaQAPIEAZgOgJ6nFSU+iXZDerbPI/GvgfwrcfFLw7HNprsNQaZrkfa5R5hEbEYw3HTtitP4ieG9HuNT8EaG8Lrp8ep/LCJW5AjcgFidx6eteiyW9vJPHPJBE80efLkZAWT6HqKJIIJZI5JYY5HiO6NmQEofUHsaUPdUUun/Bt9wpXk5Pv/TOB+I/hxdL8MeJ9Y8Ppcw3d7aIstvZoFGE4yqgfewTWbrk3hi9l8JReDzp0+opfwv/AKCyeZHbgjzfM28gY7NXqlUbDRtG0+4a40/R9Ps5mGGkt7ZI2Ye5UZNOHuteqf3dPT8tRy1X9dTxy00vTLjXbeSe1hkeXxHPvZuS2IkIGfT26V33wX2/8IDAFxtF5dgAdAPtD8CurWxsVYMtlbBg5cERLkMeC3Tr71JbwQW8XlW8McMeSdkaBRknJOB70qfuw5fT8El+gS1/rzk/1/AWeKOeF4poo5UYYKOoZT9QeK88+GE3huzbUtOujo9rqq6zceVBMsST4LfLsB+bHpivRqoy6No82oLqM2kafJeqQVuXtkMqkdCHIz+tOOjuJ6o830vRdIuz8S7y6sYJ7h7y4iZ5BuwojGAAeFPJ5GDWbrVxqC2fgqQTaNFZrDJtn1hJHtVkwwAcqQBxgAtxnHevY1tbVRKFtoVExLS4jA8wnqW9T9ajudP0+6svsNzYWs9px+4khVo/X7pGKmzuvl+Ca/UuUuZv5/jb/I474XafcQX2s6jJrXhu+S8lRjDobMYIWVQOhJwTjPGOtd1VTTdM0zTI3j0zTbOxRzudbaBYwx9SFAzVuqfREdWea6JPoVr478TP4vuNOivmmUWp1EqqG2ydgjMnyk9c7eeme1WfiNrsdpqOhadYx+HkF2JWhvtWb/QYlC5IwCASeg9K7TU9I0jVGRtU0mwvyn3Dc2yS7fpuBxReaRpF7bR2t7pNhdW8X+rimt0dE/3QRgfhUpaJdir+833PHvDFw9x4b+IqzTadIv2hd39nI8dt/qVyUVjkD/8AXV9P+Efmh+H9n4Wk0+fUYJ4Zrg2jiR0j8lg5kZSTjcRwx616Lr+g2934cv8AS9NtrOze6j2ZWIIp4wM7RzxxT/C3h/TdB021htNN0+2uUtkinmtrdYzIQoBJIAJBI71cXZ37cv4X/AmWr9b/AI2/E5PUl8PaX8Vml1iHSbO3ubDMUl1HGkbsMZ+Zhjdz9al8bXmm2fjPwVqUlzawaagulFzuVYF3KgX5vujPauz1LTNM1NETUtNs75UOUW5gWQKfbcDii50zTLqxWwudNsp7NcbbeWBWjGOmFIxUw91K3Rv8W3+pTd5N91b8LHmM2p2GqN8R7nT5xNCLGRfMC4Vv3fUHuPccVueDvA+gt4N8LtBE1vNZxxXcc6EGRnaPkFjyR8x4rtIdP0+GFoYbC0iiddjIkKhWX0IA5HtU8aJHGscaKiKAqqowAB0AFEUoxsvL8Lv9RN338/xSR4ZbrqV1deI7G/1LwNYTT6hKrjXEkW68sufLKNuA246bfbNeyeGLaey8OafaXV4l7NDbqj3CH5ZSB94exp2oaJomozi41HRtNvZgMCS4tUkYD6sCavRokaLHGioijCqowAPQCnHSNvT8Al70ub1/EWiiigQ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H//2Q=="/>
          <p:cNvSpPr>
            <a:spLocks noChangeAspect="1" noChangeArrowheads="1"/>
          </p:cNvSpPr>
          <p:nvPr/>
        </p:nvSpPr>
        <p:spPr bwMode="auto">
          <a:xfrm>
            <a:off x="36512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Google Shape;217;gfbfb7723cc_0_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87574" y="4845388"/>
            <a:ext cx="5813425" cy="21523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8377221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Google Shape;872;p81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35919151-B4C0-4937-A686-EB084E54DD49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73</a:t>
            </a:fld>
            <a:endParaRPr lang="en-US" sz="1800"/>
          </a:p>
        </p:txBody>
      </p:sp>
      <p:sp>
        <p:nvSpPr>
          <p:cNvPr id="64517" name="Google Shape;875;p81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64518" name="Google Shape;876;p81"/>
          <p:cNvSpPr txBox="1">
            <a:spLocks noChangeArrowheads="1"/>
          </p:cNvSpPr>
          <p:nvPr/>
        </p:nvSpPr>
        <p:spPr bwMode="auto">
          <a:xfrm>
            <a:off x="274638" y="1271588"/>
            <a:ext cx="9028507" cy="77537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 anchor="t"/>
          <a:lstStyle/>
          <a:p>
            <a:pPr>
              <a:buNone/>
            </a:pPr>
            <a:r>
              <a:rPr lang="en-US" sz="2000" b="1" dirty="0">
                <a:solidFill>
                  <a:srgbClr val="0000FF"/>
                </a:solidFill>
                <a:latin typeface="Arial"/>
                <a:cs typeface="Arial"/>
              </a:rPr>
              <a:t>C++11</a:t>
            </a:r>
          </a:p>
          <a:p>
            <a:r>
              <a:rPr lang="en-US" sz="2000" b="1" dirty="0">
                <a:latin typeface="Arial"/>
                <a:cs typeface="Arial"/>
              </a:rPr>
              <a:t>Lambda Expressions – </a:t>
            </a:r>
            <a:r>
              <a:rPr lang="en-US" sz="2000" b="1" dirty="0" err="1">
                <a:latin typeface="Arial"/>
                <a:cs typeface="Arial"/>
              </a:rPr>
              <a:t>exemplu</a:t>
            </a:r>
            <a:endParaRPr lang="en-US" b="1" i="1" dirty="0">
              <a:latin typeface="Arial"/>
              <a:cs typeface="Arial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032" y="2384424"/>
            <a:ext cx="6373575" cy="331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3678781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Google Shape;872;p81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35919151-B4C0-4937-A686-EB084E54DD49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74</a:t>
            </a:fld>
            <a:endParaRPr lang="en-US" sz="1800"/>
          </a:p>
        </p:txBody>
      </p:sp>
      <p:sp>
        <p:nvSpPr>
          <p:cNvPr id="64517" name="Google Shape;875;p81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64518" name="Google Shape;876;p81"/>
          <p:cNvSpPr txBox="1">
            <a:spLocks noChangeArrowheads="1"/>
          </p:cNvSpPr>
          <p:nvPr/>
        </p:nvSpPr>
        <p:spPr bwMode="auto">
          <a:xfrm>
            <a:off x="274638" y="1271588"/>
            <a:ext cx="9028507" cy="77537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 anchor="t"/>
          <a:lstStyle/>
          <a:p>
            <a:pPr>
              <a:buNone/>
            </a:pPr>
            <a:r>
              <a:rPr lang="en-US" sz="2000" b="1" dirty="0">
                <a:solidFill>
                  <a:srgbClr val="0000FF"/>
                </a:solidFill>
                <a:latin typeface="Arial"/>
                <a:cs typeface="Arial"/>
              </a:rPr>
              <a:t>C++11</a:t>
            </a:r>
          </a:p>
          <a:p>
            <a:r>
              <a:rPr lang="en-US" sz="2000" b="1" dirty="0">
                <a:latin typeface="Arial"/>
                <a:cs typeface="Arial"/>
              </a:rPr>
              <a:t>Lambda Expressions – </a:t>
            </a:r>
            <a:r>
              <a:rPr lang="en-US" sz="2000" b="1" dirty="0" err="1">
                <a:latin typeface="Arial"/>
                <a:cs typeface="Arial"/>
              </a:rPr>
              <a:t>exemplu</a:t>
            </a:r>
            <a:endParaRPr lang="en-US" b="1" i="1" dirty="0">
              <a:latin typeface="Arial"/>
              <a:cs typeface="Arial"/>
            </a:endParaRPr>
          </a:p>
        </p:txBody>
      </p:sp>
      <p:sp>
        <p:nvSpPr>
          <p:cNvPr id="2" name="CasetăText 1">
            <a:extLst>
              <a:ext uri="{FF2B5EF4-FFF2-40B4-BE49-F238E27FC236}">
                <a16:creationId xmlns:a16="http://schemas.microsoft.com/office/drawing/2014/main" xmlns="" id="{E816E336-99B8-4F51-AF44-6041E156E526}"/>
              </a:ext>
            </a:extLst>
          </p:cNvPr>
          <p:cNvSpPr txBox="1"/>
          <p:nvPr/>
        </p:nvSpPr>
        <p:spPr>
          <a:xfrm>
            <a:off x="860867" y="2056667"/>
            <a:ext cx="8508488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latin typeface="Arial"/>
                <a:cs typeface="Arial"/>
              </a:rPr>
              <a:t>#include &lt;bits/</a:t>
            </a:r>
            <a:r>
              <a:rPr lang="en-US" sz="1800" dirty="0" err="1">
                <a:latin typeface="Arial"/>
                <a:cs typeface="Arial"/>
              </a:rPr>
              <a:t>stdc</a:t>
            </a:r>
            <a:r>
              <a:rPr lang="en-US" sz="1800" dirty="0">
                <a:latin typeface="Arial"/>
                <a:cs typeface="Arial"/>
              </a:rPr>
              <a:t>++.h&gt;</a:t>
            </a:r>
          </a:p>
          <a:p>
            <a:r>
              <a:rPr lang="en-US" sz="1800" dirty="0">
                <a:latin typeface="Arial"/>
                <a:cs typeface="Arial"/>
              </a:rPr>
              <a:t>#include &lt;vector&gt;</a:t>
            </a:r>
          </a:p>
          <a:p>
            <a:endParaRPr lang="en-US" sz="1800" dirty="0"/>
          </a:p>
          <a:p>
            <a:r>
              <a:rPr lang="en-US" sz="1800" dirty="0">
                <a:latin typeface="Arial"/>
                <a:cs typeface="Arial"/>
              </a:rPr>
              <a:t>using namespace </a:t>
            </a:r>
            <a:r>
              <a:rPr lang="en-US" sz="1800" dirty="0" err="1">
                <a:latin typeface="Arial"/>
                <a:cs typeface="Arial"/>
              </a:rPr>
              <a:t>std</a:t>
            </a:r>
            <a:r>
              <a:rPr lang="en-US" sz="1800" dirty="0">
                <a:latin typeface="Arial"/>
                <a:cs typeface="Arial"/>
              </a:rPr>
              <a:t>;</a:t>
            </a:r>
          </a:p>
          <a:p>
            <a:endParaRPr lang="en-US" sz="1800" dirty="0"/>
          </a:p>
          <a:p>
            <a:r>
              <a:rPr lang="en-US" sz="1800" dirty="0" err="1">
                <a:latin typeface="Arial"/>
                <a:cs typeface="Arial"/>
              </a:rPr>
              <a:t>int</a:t>
            </a:r>
            <a:r>
              <a:rPr lang="en-US" sz="1800" dirty="0">
                <a:latin typeface="Arial"/>
                <a:cs typeface="Arial"/>
              </a:rPr>
              <a:t> main() {</a:t>
            </a:r>
            <a:endParaRPr lang="en-US" sz="1800" dirty="0"/>
          </a:p>
          <a:p>
            <a:r>
              <a:rPr lang="en-US" sz="1800" dirty="0">
                <a:latin typeface="Arial"/>
                <a:cs typeface="Arial"/>
              </a:rPr>
              <a:t>   vector&lt;</a:t>
            </a:r>
            <a:r>
              <a:rPr lang="en-US" sz="1800" dirty="0" err="1">
                <a:latin typeface="Arial"/>
                <a:cs typeface="Arial"/>
              </a:rPr>
              <a:t>int</a:t>
            </a:r>
            <a:r>
              <a:rPr lang="en-US" sz="1800" dirty="0">
                <a:latin typeface="Arial"/>
                <a:cs typeface="Arial"/>
              </a:rPr>
              <a:t>&gt; v={1,2,1,3,1,1};</a:t>
            </a:r>
          </a:p>
          <a:p>
            <a:r>
              <a:rPr lang="en-US" sz="1800" dirty="0">
                <a:latin typeface="Arial"/>
                <a:cs typeface="Arial"/>
              </a:rPr>
              <a:t>//</a:t>
            </a:r>
            <a:r>
              <a:rPr lang="en-US" sz="1800" dirty="0" err="1">
                <a:latin typeface="Arial"/>
                <a:cs typeface="Arial"/>
              </a:rPr>
              <a:t>afisare</a:t>
            </a:r>
            <a:r>
              <a:rPr lang="en-US" sz="1800" dirty="0">
                <a:latin typeface="Arial"/>
                <a:cs typeface="Arial"/>
              </a:rPr>
              <a:t> </a:t>
            </a:r>
            <a:r>
              <a:rPr lang="en-US" sz="1800" dirty="0" err="1">
                <a:latin typeface="Arial"/>
                <a:cs typeface="Arial"/>
              </a:rPr>
              <a:t>prin</a:t>
            </a:r>
            <a:r>
              <a:rPr lang="en-US" sz="1800" dirty="0">
                <a:latin typeface="Arial"/>
                <a:cs typeface="Arial"/>
              </a:rPr>
              <a:t> lambda </a:t>
            </a:r>
            <a:r>
              <a:rPr lang="en-US" sz="1800" dirty="0" err="1">
                <a:latin typeface="Arial"/>
                <a:cs typeface="Arial"/>
              </a:rPr>
              <a:t>expresie</a:t>
            </a:r>
            <a:endParaRPr lang="en-US" sz="1800" dirty="0">
              <a:latin typeface="Arial"/>
              <a:cs typeface="Arial"/>
            </a:endParaRPr>
          </a:p>
          <a:p>
            <a:r>
              <a:rPr lang="en-US" sz="1800" dirty="0">
                <a:latin typeface="Arial"/>
                <a:cs typeface="Arial"/>
              </a:rPr>
              <a:t>   </a:t>
            </a:r>
            <a:r>
              <a:rPr lang="en-US" sz="1800" dirty="0" err="1">
                <a:latin typeface="Arial"/>
                <a:cs typeface="Arial"/>
              </a:rPr>
              <a:t>for_each</a:t>
            </a:r>
            <a:r>
              <a:rPr lang="en-US" sz="1800" dirty="0">
                <a:latin typeface="Arial"/>
                <a:cs typeface="Arial"/>
              </a:rPr>
              <a:t>(</a:t>
            </a:r>
            <a:r>
              <a:rPr lang="en-US" sz="1800" dirty="0" err="1">
                <a:latin typeface="Arial"/>
                <a:cs typeface="Arial"/>
              </a:rPr>
              <a:t>v.begin</a:t>
            </a:r>
            <a:r>
              <a:rPr lang="en-US" sz="1800" dirty="0">
                <a:latin typeface="Arial"/>
                <a:cs typeface="Arial"/>
              </a:rPr>
              <a:t>(), </a:t>
            </a:r>
            <a:r>
              <a:rPr lang="en-US" sz="1800" dirty="0" err="1">
                <a:latin typeface="Arial"/>
                <a:cs typeface="Arial"/>
              </a:rPr>
              <a:t>v.end</a:t>
            </a:r>
            <a:r>
              <a:rPr lang="en-US" sz="1800" dirty="0">
                <a:latin typeface="Arial"/>
                <a:cs typeface="Arial"/>
              </a:rPr>
              <a:t>(),</a:t>
            </a:r>
            <a:r>
              <a:rPr lang="en-US" sz="1800" b="1" dirty="0">
                <a:solidFill>
                  <a:srgbClr val="FF0000"/>
                </a:solidFill>
                <a:latin typeface="Arial"/>
                <a:cs typeface="Arial"/>
              </a:rPr>
              <a:t> [ ](</a:t>
            </a:r>
            <a:r>
              <a:rPr lang="en-US" sz="1800" b="1" dirty="0" err="1">
                <a:solidFill>
                  <a:srgbClr val="FF0000"/>
                </a:solidFill>
                <a:latin typeface="Arial"/>
                <a:cs typeface="Arial"/>
              </a:rPr>
              <a:t>int</a:t>
            </a:r>
            <a:r>
              <a:rPr lang="en-US" sz="180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lang="en-US" sz="1800" b="1" dirty="0">
                <a:solidFill>
                  <a:srgbClr val="FF0000"/>
                </a:solidFill>
                <a:latin typeface="Arial"/>
                <a:cs typeface="Arial"/>
              </a:rPr>
              <a:t>){ </a:t>
            </a:r>
            <a:r>
              <a:rPr lang="en-US" sz="1800" b="1" dirty="0" err="1">
                <a:solidFill>
                  <a:srgbClr val="FF0000"/>
                </a:solidFill>
                <a:latin typeface="Arial"/>
                <a:cs typeface="Arial"/>
              </a:rPr>
              <a:t>cout</a:t>
            </a:r>
            <a:r>
              <a:rPr lang="en-US" sz="1800" b="1" dirty="0">
                <a:solidFill>
                  <a:srgbClr val="FF0000"/>
                </a:solidFill>
                <a:latin typeface="Arial"/>
                <a:cs typeface="Arial"/>
              </a:rPr>
              <a:t> &lt;&lt; </a:t>
            </a:r>
            <a:r>
              <a:rPr lang="en-US" sz="1800" b="1" dirty="0" err="1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lang="en-US" sz="1800" b="1" dirty="0">
                <a:solidFill>
                  <a:srgbClr val="FF0000"/>
                </a:solidFill>
                <a:latin typeface="Arial"/>
                <a:cs typeface="Arial"/>
              </a:rPr>
              <a:t> &lt;&lt; ' '; }</a:t>
            </a:r>
            <a:r>
              <a:rPr lang="en-US" sz="1800" dirty="0">
                <a:latin typeface="Arial"/>
                <a:cs typeface="Arial"/>
              </a:rPr>
              <a:t>);</a:t>
            </a:r>
          </a:p>
          <a:p>
            <a:r>
              <a:rPr lang="en-US" sz="1800" dirty="0">
                <a:latin typeface="Arial"/>
                <a:cs typeface="Arial"/>
              </a:rPr>
              <a:t>   </a:t>
            </a:r>
            <a:r>
              <a:rPr lang="en-US" sz="1800" dirty="0" err="1">
                <a:latin typeface="Arial"/>
                <a:cs typeface="Arial"/>
              </a:rPr>
              <a:t>cout</a:t>
            </a:r>
            <a:r>
              <a:rPr lang="en-US" sz="1800" dirty="0">
                <a:latin typeface="Arial"/>
                <a:cs typeface="Arial"/>
              </a:rPr>
              <a:t> &lt;&lt; '\n';</a:t>
            </a:r>
          </a:p>
          <a:p>
            <a:endParaRPr lang="en-US" sz="1800" dirty="0"/>
          </a:p>
          <a:p>
            <a:r>
              <a:rPr lang="en-US" sz="1800" dirty="0">
                <a:latin typeface="Arial"/>
                <a:cs typeface="Arial"/>
              </a:rPr>
              <a:t>// </a:t>
            </a:r>
            <a:r>
              <a:rPr lang="en-US" sz="1800" dirty="0" err="1">
                <a:latin typeface="Arial"/>
                <a:cs typeface="Arial"/>
              </a:rPr>
              <a:t>contorizare</a:t>
            </a:r>
            <a:r>
              <a:rPr lang="en-US" sz="1800" dirty="0">
                <a:latin typeface="Arial"/>
                <a:cs typeface="Arial"/>
              </a:rPr>
              <a:t> </a:t>
            </a:r>
            <a:r>
              <a:rPr lang="en-US" sz="1800" dirty="0" err="1">
                <a:latin typeface="Arial"/>
                <a:cs typeface="Arial"/>
              </a:rPr>
              <a:t>prin</a:t>
            </a:r>
            <a:r>
              <a:rPr lang="en-US" sz="1800" dirty="0">
                <a:latin typeface="Arial"/>
                <a:cs typeface="Arial"/>
              </a:rPr>
              <a:t> lambda </a:t>
            </a:r>
            <a:r>
              <a:rPr lang="en-US" sz="1800" dirty="0" err="1">
                <a:latin typeface="Arial"/>
                <a:cs typeface="Arial"/>
              </a:rPr>
              <a:t>expresie</a:t>
            </a:r>
            <a:endParaRPr lang="en-US" sz="1800" dirty="0">
              <a:latin typeface="Arial"/>
              <a:cs typeface="Arial"/>
            </a:endParaRPr>
          </a:p>
          <a:p>
            <a:r>
              <a:rPr lang="en-US" sz="1800" dirty="0">
                <a:latin typeface="Arial"/>
                <a:cs typeface="Arial"/>
              </a:rPr>
              <a:t>   </a:t>
            </a:r>
            <a:r>
              <a:rPr lang="en-US" sz="1800" dirty="0" err="1">
                <a:latin typeface="Arial"/>
                <a:cs typeface="Arial"/>
              </a:rPr>
              <a:t>int</a:t>
            </a:r>
            <a:r>
              <a:rPr lang="en-US" sz="1800" dirty="0">
                <a:latin typeface="Arial"/>
                <a:cs typeface="Arial"/>
              </a:rPr>
              <a:t> </a:t>
            </a:r>
            <a:r>
              <a:rPr lang="en-US" sz="1800" dirty="0" err="1">
                <a:latin typeface="Arial"/>
                <a:cs typeface="Arial"/>
              </a:rPr>
              <a:t>cont</a:t>
            </a:r>
            <a:r>
              <a:rPr lang="en-US" sz="1800" dirty="0">
                <a:latin typeface="Arial"/>
                <a:cs typeface="Arial"/>
              </a:rPr>
              <a:t> = 0; //</a:t>
            </a:r>
            <a:r>
              <a:rPr lang="en-US" sz="1800" dirty="0" err="1">
                <a:latin typeface="Arial"/>
                <a:cs typeface="Arial"/>
              </a:rPr>
              <a:t>modificat</a:t>
            </a:r>
            <a:r>
              <a:rPr lang="en-US" sz="1800" dirty="0">
                <a:latin typeface="Arial"/>
                <a:cs typeface="Arial"/>
              </a:rPr>
              <a:t> </a:t>
            </a:r>
            <a:r>
              <a:rPr lang="en-US" sz="1800" dirty="0" err="1">
                <a:latin typeface="Arial"/>
                <a:cs typeface="Arial"/>
              </a:rPr>
              <a:t>prin</a:t>
            </a:r>
            <a:r>
              <a:rPr lang="en-US" sz="1800" dirty="0">
                <a:latin typeface="Arial"/>
                <a:cs typeface="Arial"/>
              </a:rPr>
              <a:t> lambda </a:t>
            </a:r>
            <a:r>
              <a:rPr lang="en-US" sz="1800" dirty="0" err="1">
                <a:latin typeface="Arial"/>
                <a:cs typeface="Arial"/>
              </a:rPr>
              <a:t>expresie</a:t>
            </a:r>
            <a:endParaRPr lang="en-US" sz="1800" dirty="0">
              <a:latin typeface="Arial"/>
              <a:cs typeface="Arial"/>
            </a:endParaRPr>
          </a:p>
          <a:p>
            <a:r>
              <a:rPr lang="en-US" sz="1800" dirty="0">
                <a:latin typeface="Arial"/>
                <a:cs typeface="Arial"/>
              </a:rPr>
              <a:t>   </a:t>
            </a:r>
            <a:r>
              <a:rPr lang="en-US" sz="1800" dirty="0" err="1">
                <a:latin typeface="Arial"/>
                <a:cs typeface="Arial"/>
              </a:rPr>
              <a:t>for_each</a:t>
            </a:r>
            <a:r>
              <a:rPr lang="en-US" sz="1800" dirty="0">
                <a:latin typeface="Arial"/>
                <a:cs typeface="Arial"/>
              </a:rPr>
              <a:t>(</a:t>
            </a:r>
            <a:r>
              <a:rPr lang="en-US" sz="1800" dirty="0" err="1">
                <a:latin typeface="Arial"/>
                <a:cs typeface="Arial"/>
              </a:rPr>
              <a:t>v.begin</a:t>
            </a:r>
            <a:r>
              <a:rPr lang="en-US" sz="1800" dirty="0">
                <a:latin typeface="Arial"/>
                <a:cs typeface="Arial"/>
              </a:rPr>
              <a:t>(), </a:t>
            </a:r>
            <a:r>
              <a:rPr lang="en-US" sz="1800" dirty="0" err="1">
                <a:latin typeface="Arial"/>
                <a:cs typeface="Arial"/>
              </a:rPr>
              <a:t>v.end</a:t>
            </a:r>
            <a:r>
              <a:rPr lang="en-US" sz="1800" dirty="0">
                <a:latin typeface="Arial"/>
                <a:cs typeface="Arial"/>
              </a:rPr>
              <a:t>(),</a:t>
            </a:r>
            <a:r>
              <a:rPr lang="en-US" sz="1800" b="1" dirty="0">
                <a:solidFill>
                  <a:srgbClr val="FF0000"/>
                </a:solidFill>
                <a:latin typeface="Arial"/>
                <a:cs typeface="Arial"/>
              </a:rPr>
              <a:t>[&amp;</a:t>
            </a:r>
            <a:r>
              <a:rPr lang="en-US" sz="1800" b="1" dirty="0" err="1">
                <a:solidFill>
                  <a:srgbClr val="FF0000"/>
                </a:solidFill>
                <a:latin typeface="Arial"/>
                <a:cs typeface="Arial"/>
              </a:rPr>
              <a:t>cont</a:t>
            </a:r>
            <a:r>
              <a:rPr lang="en-US" sz="1800" b="1" dirty="0">
                <a:solidFill>
                  <a:srgbClr val="FF0000"/>
                </a:solidFill>
                <a:latin typeface="Arial"/>
                <a:cs typeface="Arial"/>
              </a:rPr>
              <a:t>](</a:t>
            </a:r>
            <a:r>
              <a:rPr lang="en-US" sz="1800" b="1" dirty="0" err="1">
                <a:solidFill>
                  <a:srgbClr val="FF0000"/>
                </a:solidFill>
                <a:latin typeface="Arial"/>
                <a:cs typeface="Arial"/>
              </a:rPr>
              <a:t>int</a:t>
            </a:r>
            <a:r>
              <a:rPr lang="en-US" sz="180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lang="en-US" sz="1800" b="1" dirty="0">
                <a:solidFill>
                  <a:srgbClr val="FF0000"/>
                </a:solidFill>
                <a:latin typeface="Arial"/>
                <a:cs typeface="Arial"/>
              </a:rPr>
              <a:t>){</a:t>
            </a:r>
          </a:p>
          <a:p>
            <a:r>
              <a:rPr lang="en-US" sz="1800" b="1" dirty="0">
                <a:solidFill>
                  <a:srgbClr val="FF0000"/>
                </a:solidFill>
                <a:latin typeface="Arial"/>
                <a:cs typeface="Arial"/>
              </a:rPr>
              <a:t>    if (</a:t>
            </a:r>
            <a:r>
              <a:rPr lang="en-US" sz="1800" b="1" dirty="0" err="1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lang="en-US" sz="1800" b="1" dirty="0">
                <a:solidFill>
                  <a:srgbClr val="FF0000"/>
                </a:solidFill>
                <a:latin typeface="Arial"/>
                <a:cs typeface="Arial"/>
              </a:rPr>
              <a:t> == 1)</a:t>
            </a:r>
          </a:p>
          <a:p>
            <a:r>
              <a:rPr lang="en-US" sz="1800" b="1" dirty="0">
                <a:solidFill>
                  <a:srgbClr val="FF0000"/>
                </a:solidFill>
                <a:latin typeface="Arial"/>
                <a:cs typeface="Arial"/>
              </a:rPr>
              <a:t>     </a:t>
            </a:r>
            <a:r>
              <a:rPr lang="en-US" sz="1800" b="1" dirty="0" err="1">
                <a:solidFill>
                  <a:srgbClr val="FF0000"/>
                </a:solidFill>
                <a:latin typeface="Arial"/>
                <a:cs typeface="Arial"/>
              </a:rPr>
              <a:t>cont</a:t>
            </a:r>
            <a:r>
              <a:rPr lang="en-US" sz="1800" b="1" dirty="0">
                <a:solidFill>
                  <a:srgbClr val="FF0000"/>
                </a:solidFill>
                <a:latin typeface="Arial"/>
                <a:cs typeface="Arial"/>
              </a:rPr>
              <a:t>++;</a:t>
            </a:r>
          </a:p>
          <a:p>
            <a:r>
              <a:rPr lang="en-US" sz="1800" b="1" dirty="0">
                <a:solidFill>
                  <a:srgbClr val="FF0000"/>
                </a:solidFill>
                <a:latin typeface="Arial"/>
                <a:cs typeface="Arial"/>
              </a:rPr>
              <a:t>    }</a:t>
            </a:r>
            <a:r>
              <a:rPr lang="en-US" sz="1800" dirty="0">
                <a:latin typeface="Arial"/>
                <a:cs typeface="Arial"/>
              </a:rPr>
              <a:t>);</a:t>
            </a:r>
          </a:p>
          <a:p>
            <a:r>
              <a:rPr lang="en-US" sz="1800" dirty="0">
                <a:latin typeface="Arial"/>
                <a:cs typeface="Arial"/>
              </a:rPr>
              <a:t>    </a:t>
            </a:r>
            <a:r>
              <a:rPr lang="en-US" sz="1800" dirty="0" err="1">
                <a:latin typeface="Arial"/>
                <a:cs typeface="Arial"/>
              </a:rPr>
              <a:t>cout</a:t>
            </a:r>
            <a:r>
              <a:rPr lang="en-US" sz="1800" dirty="0">
                <a:latin typeface="Arial"/>
                <a:cs typeface="Arial"/>
              </a:rPr>
              <a:t>&lt;&lt; </a:t>
            </a:r>
            <a:r>
              <a:rPr lang="en-US" sz="1800" dirty="0" err="1">
                <a:latin typeface="Arial"/>
                <a:cs typeface="Arial"/>
              </a:rPr>
              <a:t>cont</a:t>
            </a:r>
            <a:r>
              <a:rPr lang="en-US" sz="1800" dirty="0">
                <a:latin typeface="Arial"/>
                <a:cs typeface="Arial"/>
              </a:rPr>
              <a:t> &lt;&lt;" de 1 ";</a:t>
            </a:r>
          </a:p>
          <a:p>
            <a:r>
              <a:rPr lang="en-US" sz="1800" dirty="0">
                <a:latin typeface="Arial"/>
                <a:cs typeface="Arial"/>
              </a:rPr>
              <a:t>return 0;</a:t>
            </a:r>
          </a:p>
          <a:p>
            <a:r>
              <a:rPr lang="en-US" sz="1800" dirty="0">
                <a:latin typeface="Arial"/>
                <a:cs typeface="Arial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3742089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Google Shape;872;p81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35919151-B4C0-4937-A686-EB084E54DD49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75</a:t>
            </a:fld>
            <a:endParaRPr lang="en-US" sz="1800"/>
          </a:p>
        </p:txBody>
      </p:sp>
      <p:sp>
        <p:nvSpPr>
          <p:cNvPr id="64517" name="Google Shape;875;p81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64518" name="Google Shape;876;p81"/>
          <p:cNvSpPr txBox="1">
            <a:spLocks noChangeArrowheads="1"/>
          </p:cNvSpPr>
          <p:nvPr/>
        </p:nvSpPr>
        <p:spPr bwMode="auto">
          <a:xfrm>
            <a:off x="274638" y="1271588"/>
            <a:ext cx="9028507" cy="77537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 anchor="t"/>
          <a:lstStyle/>
          <a:p>
            <a:pPr>
              <a:buNone/>
            </a:pPr>
            <a:r>
              <a:rPr lang="en-US" sz="2000" b="1" dirty="0">
                <a:solidFill>
                  <a:srgbClr val="0000FF"/>
                </a:solidFill>
                <a:latin typeface="Arial"/>
                <a:cs typeface="Arial"/>
              </a:rPr>
              <a:t>C++11</a:t>
            </a:r>
          </a:p>
          <a:p>
            <a:r>
              <a:rPr lang="en-US" sz="2000" b="1" dirty="0">
                <a:latin typeface="Arial"/>
                <a:cs typeface="Arial"/>
              </a:rPr>
              <a:t>Lambda </a:t>
            </a:r>
            <a:r>
              <a:rPr lang="en-US" sz="2000" b="1" dirty="0" smtClean="0">
                <a:latin typeface="Arial"/>
                <a:cs typeface="Arial"/>
              </a:rPr>
              <a:t>Expressions + STL Algorithms </a:t>
            </a:r>
            <a:r>
              <a:rPr lang="en-US" sz="2000" b="1" dirty="0">
                <a:latin typeface="Arial"/>
                <a:cs typeface="Arial"/>
              </a:rPr>
              <a:t>– </a:t>
            </a:r>
            <a:r>
              <a:rPr lang="en-US" sz="2000" b="1" dirty="0" err="1" smtClean="0">
                <a:latin typeface="Arial"/>
                <a:cs typeface="Arial"/>
              </a:rPr>
              <a:t>exemplu</a:t>
            </a:r>
            <a:r>
              <a:rPr lang="en-US" sz="2000" b="1" dirty="0" smtClean="0">
                <a:latin typeface="Arial"/>
                <a:cs typeface="Arial"/>
              </a:rPr>
              <a:t> </a:t>
            </a:r>
            <a:r>
              <a:rPr lang="en-US" sz="2000" b="1" dirty="0" err="1" smtClean="0">
                <a:latin typeface="Arial"/>
                <a:cs typeface="Arial"/>
              </a:rPr>
              <a:t>customizare</a:t>
            </a:r>
            <a:r>
              <a:rPr lang="en-US" sz="2000" b="1" dirty="0" smtClean="0">
                <a:latin typeface="Arial"/>
                <a:cs typeface="Arial"/>
              </a:rPr>
              <a:t> </a:t>
            </a:r>
            <a:r>
              <a:rPr lang="en-US" sz="2000" b="1" dirty="0" err="1" smtClean="0">
                <a:latin typeface="Arial"/>
                <a:cs typeface="Arial"/>
              </a:rPr>
              <a:t>sortari</a:t>
            </a:r>
            <a:r>
              <a:rPr lang="en-US" sz="2000" b="1" dirty="0" smtClean="0">
                <a:latin typeface="Arial"/>
                <a:cs typeface="Arial"/>
              </a:rPr>
              <a:t>/</a:t>
            </a:r>
            <a:r>
              <a:rPr lang="en-US" sz="2000" b="1" dirty="0" err="1" smtClean="0">
                <a:latin typeface="Arial"/>
                <a:cs typeface="Arial"/>
              </a:rPr>
              <a:t>cautari</a:t>
            </a:r>
            <a:endParaRPr lang="en-US" b="1" i="1" dirty="0">
              <a:latin typeface="Arial"/>
              <a:cs typeface="Arial"/>
            </a:endParaRPr>
          </a:p>
        </p:txBody>
      </p:sp>
      <p:sp>
        <p:nvSpPr>
          <p:cNvPr id="3" name="AutoShape 2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897" y="2784474"/>
            <a:ext cx="8299988" cy="271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340260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Google Shape;872;p81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35919151-B4C0-4937-A686-EB084E54DD49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76</a:t>
            </a:fld>
            <a:endParaRPr lang="en-US" sz="1800"/>
          </a:p>
        </p:txBody>
      </p:sp>
      <p:sp>
        <p:nvSpPr>
          <p:cNvPr id="64517" name="Google Shape;875;p81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64518" name="Google Shape;876;p81"/>
          <p:cNvSpPr txBox="1">
            <a:spLocks noChangeArrowheads="1"/>
          </p:cNvSpPr>
          <p:nvPr/>
        </p:nvSpPr>
        <p:spPr bwMode="auto">
          <a:xfrm>
            <a:off x="274638" y="1271588"/>
            <a:ext cx="9028507" cy="77537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 anchor="t"/>
          <a:lstStyle/>
          <a:p>
            <a:pPr>
              <a:buNone/>
            </a:pPr>
            <a:r>
              <a:rPr lang="en-US" sz="2000" b="1" dirty="0">
                <a:solidFill>
                  <a:srgbClr val="0000FF"/>
                </a:solidFill>
                <a:latin typeface="Arial"/>
                <a:cs typeface="Arial"/>
              </a:rPr>
              <a:t>C++14</a:t>
            </a:r>
          </a:p>
          <a:p>
            <a:r>
              <a:rPr lang="en-US" sz="2000" b="1" dirty="0">
                <a:latin typeface="Arial"/>
                <a:cs typeface="Arial"/>
              </a:rPr>
              <a:t>Lambda Expressions – </a:t>
            </a:r>
            <a:r>
              <a:rPr lang="en-US" sz="2000" b="1" dirty="0" err="1">
                <a:latin typeface="Arial"/>
                <a:cs typeface="Arial"/>
              </a:rPr>
              <a:t>exemplu</a:t>
            </a:r>
            <a:r>
              <a:rPr lang="en-US" sz="2000" b="1" dirty="0">
                <a:latin typeface="Arial"/>
                <a:cs typeface="Arial"/>
              </a:rPr>
              <a:t> cu </a:t>
            </a:r>
            <a:r>
              <a:rPr lang="en-US" sz="2000" b="1" dirty="0" err="1">
                <a:latin typeface="Arial"/>
                <a:cs typeface="Arial"/>
              </a:rPr>
              <a:t>tipuri</a:t>
            </a:r>
            <a:r>
              <a:rPr lang="en-US" sz="2000" b="1" dirty="0">
                <a:latin typeface="Arial"/>
                <a:cs typeface="Arial"/>
              </a:rPr>
              <a:t> de date </a:t>
            </a:r>
            <a:r>
              <a:rPr lang="en-US" sz="2000" b="1" dirty="0" err="1">
                <a:latin typeface="Arial"/>
                <a:cs typeface="Arial"/>
              </a:rPr>
              <a:t>generalizate</a:t>
            </a:r>
            <a:r>
              <a:rPr lang="en-US" sz="2000" b="1" dirty="0">
                <a:latin typeface="Arial"/>
                <a:cs typeface="Arial"/>
              </a:rPr>
              <a:t> (</a:t>
            </a:r>
            <a:r>
              <a:rPr lang="en-US" sz="2000" b="1" dirty="0" err="1">
                <a:latin typeface="Arial"/>
                <a:cs typeface="Arial"/>
              </a:rPr>
              <a:t>incepand</a:t>
            </a:r>
            <a:r>
              <a:rPr lang="en-US" sz="2000" b="1" dirty="0">
                <a:latin typeface="Arial"/>
                <a:cs typeface="Arial"/>
              </a:rPr>
              <a:t> cu C++14)</a:t>
            </a:r>
            <a:endParaRPr lang="en-US" b="1" i="1" dirty="0">
              <a:latin typeface="Arial"/>
              <a:cs typeface="Arial"/>
            </a:endParaRPr>
          </a:p>
        </p:txBody>
      </p:sp>
      <p:pic>
        <p:nvPicPr>
          <p:cNvPr id="8" name="Google Shape;230;gfbfb7723cc_0_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7175" y="2456324"/>
            <a:ext cx="7772025" cy="42873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45908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Google Shape;872;p81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35919151-B4C0-4937-A686-EB084E54DD49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77</a:t>
            </a:fld>
            <a:endParaRPr lang="en-US" sz="1800"/>
          </a:p>
        </p:txBody>
      </p:sp>
      <p:sp>
        <p:nvSpPr>
          <p:cNvPr id="64517" name="Google Shape;875;p81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64518" name="Google Shape;876;p81"/>
          <p:cNvSpPr txBox="1">
            <a:spLocks noChangeArrowheads="1"/>
          </p:cNvSpPr>
          <p:nvPr/>
        </p:nvSpPr>
        <p:spPr bwMode="auto">
          <a:xfrm>
            <a:off x="274638" y="1271588"/>
            <a:ext cx="9028507" cy="77537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 anchor="t"/>
          <a:lstStyle/>
          <a:p>
            <a:pPr>
              <a:buNone/>
            </a:pPr>
            <a:r>
              <a:rPr lang="en-US" sz="2000" b="1">
                <a:solidFill>
                  <a:srgbClr val="0000FF"/>
                </a:solidFill>
                <a:latin typeface="Arial"/>
                <a:cs typeface="Arial"/>
              </a:rPr>
              <a:t>C++11</a:t>
            </a:r>
          </a:p>
          <a:p>
            <a:r>
              <a:rPr lang="en-US" sz="2000" b="1">
                <a:latin typeface="Arial"/>
                <a:cs typeface="Arial"/>
              </a:rPr>
              <a:t>Deducerea tipului in mod automat (auto si decltype)</a:t>
            </a:r>
            <a:endParaRPr lang="en-US"/>
          </a:p>
        </p:txBody>
      </p:sp>
      <p:sp>
        <p:nvSpPr>
          <p:cNvPr id="2" name="CasetăText 1">
            <a:extLst>
              <a:ext uri="{FF2B5EF4-FFF2-40B4-BE49-F238E27FC236}">
                <a16:creationId xmlns:a16="http://schemas.microsoft.com/office/drawing/2014/main" xmlns="" id="{E816E336-99B8-4F51-AF44-6041E156E526}"/>
              </a:ext>
            </a:extLst>
          </p:cNvPr>
          <p:cNvSpPr txBox="1"/>
          <p:nvPr/>
        </p:nvSpPr>
        <p:spPr>
          <a:xfrm>
            <a:off x="860867" y="2056667"/>
            <a:ext cx="8508488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>
                <a:latin typeface="Arial"/>
                <a:cs typeface="Arial"/>
              </a:rPr>
              <a:t>In C++03, fiecare variabila trebuie sa aiba un tip de data;</a:t>
            </a:r>
          </a:p>
          <a:p>
            <a:endParaRPr lang="en-US" sz="1800">
              <a:latin typeface="Arial"/>
              <a:cs typeface="Arial"/>
            </a:endParaRPr>
          </a:p>
          <a:p>
            <a:r>
              <a:rPr lang="en-US" sz="1800">
                <a:latin typeface="Arial"/>
                <a:cs typeface="Arial"/>
              </a:rPr>
              <a:t>Cuvantul cheie "auto"</a:t>
            </a:r>
          </a:p>
          <a:p>
            <a:endParaRPr lang="en-US" sz="1800">
              <a:latin typeface="Arial"/>
              <a:cs typeface="Arial"/>
            </a:endParaRPr>
          </a:p>
          <a:p>
            <a:r>
              <a:rPr lang="en-US" sz="1800">
                <a:latin typeface="Arial"/>
                <a:cs typeface="Arial"/>
              </a:rPr>
              <a:t>In C++11, acesta poate fi dedus din initializarea variabilei respective;</a:t>
            </a:r>
          </a:p>
          <a:p>
            <a:r>
              <a:rPr lang="en-US" sz="1800">
                <a:latin typeface="Arial"/>
                <a:cs typeface="Arial"/>
              </a:rPr>
              <a:t>In cazul functiilor, daca tipul returnat este </a:t>
            </a:r>
            <a:r>
              <a:rPr lang="en-US" sz="1800" b="1" i="1">
                <a:latin typeface="Arial"/>
                <a:cs typeface="Arial"/>
              </a:rPr>
              <a:t>auto</a:t>
            </a:r>
            <a:r>
              <a:rPr lang="en-US" sz="1800">
                <a:latin typeface="Arial"/>
                <a:cs typeface="Arial"/>
              </a:rPr>
              <a:t> , este evaluata de expresia returnata la runtime;</a:t>
            </a:r>
          </a:p>
          <a:p>
            <a:endParaRPr lang="en-US" sz="1800"/>
          </a:p>
          <a:p>
            <a:r>
              <a:rPr lang="en-US" sz="1800">
                <a:latin typeface="Arial"/>
                <a:cs typeface="Arial"/>
              </a:rPr>
              <a:t>Variabilele </a:t>
            </a:r>
            <a:r>
              <a:rPr lang="en-US" sz="1800" b="1" i="1">
                <a:latin typeface="Arial"/>
                <a:cs typeface="Arial"/>
              </a:rPr>
              <a:t> auto</a:t>
            </a:r>
            <a:r>
              <a:rPr lang="en-US" sz="1800">
                <a:latin typeface="Arial"/>
                <a:cs typeface="Arial"/>
              </a:rPr>
              <a:t> TREBUIE initializate, altfel eroare.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23259302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Google Shape;872;p81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35919151-B4C0-4937-A686-EB084E54DD49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78</a:t>
            </a:fld>
            <a:endParaRPr lang="en-US" sz="1800"/>
          </a:p>
        </p:txBody>
      </p:sp>
      <p:sp>
        <p:nvSpPr>
          <p:cNvPr id="64517" name="Google Shape;875;p81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64518" name="Google Shape;876;p81"/>
          <p:cNvSpPr txBox="1">
            <a:spLocks noChangeArrowheads="1"/>
          </p:cNvSpPr>
          <p:nvPr/>
        </p:nvSpPr>
        <p:spPr bwMode="auto">
          <a:xfrm>
            <a:off x="274638" y="1271588"/>
            <a:ext cx="9028507" cy="77537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 anchor="t"/>
          <a:lstStyle/>
          <a:p>
            <a:pPr>
              <a:buNone/>
            </a:pPr>
            <a:r>
              <a:rPr lang="en-US" sz="2000" b="1">
                <a:solidFill>
                  <a:srgbClr val="0000FF"/>
                </a:solidFill>
                <a:latin typeface="Arial"/>
                <a:cs typeface="Arial"/>
              </a:rPr>
              <a:t>C++11</a:t>
            </a:r>
          </a:p>
          <a:p>
            <a:r>
              <a:rPr lang="en-US" sz="2000" b="1">
                <a:latin typeface="Arial"/>
                <a:cs typeface="Arial"/>
              </a:rPr>
              <a:t>Deducerea tipului in mod automat (auto si decltype)</a:t>
            </a:r>
            <a:endParaRPr lang="en-US"/>
          </a:p>
        </p:txBody>
      </p:sp>
      <p:sp>
        <p:nvSpPr>
          <p:cNvPr id="2" name="CasetăText 1">
            <a:extLst>
              <a:ext uri="{FF2B5EF4-FFF2-40B4-BE49-F238E27FC236}">
                <a16:creationId xmlns:a16="http://schemas.microsoft.com/office/drawing/2014/main" xmlns="" id="{E816E336-99B8-4F51-AF44-6041E156E526}"/>
              </a:ext>
            </a:extLst>
          </p:cNvPr>
          <p:cNvSpPr txBox="1"/>
          <p:nvPr/>
        </p:nvSpPr>
        <p:spPr>
          <a:xfrm>
            <a:off x="860867" y="2056667"/>
            <a:ext cx="8508488" cy="56630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>
                <a:latin typeface="Arial"/>
                <a:cs typeface="Arial"/>
              </a:rPr>
              <a:t>#include &lt;bits/stdc++.h&gt;</a:t>
            </a:r>
            <a:endParaRPr lang="ro-RO"/>
          </a:p>
          <a:p>
            <a:r>
              <a:rPr lang="en-US" sz="1800">
                <a:latin typeface="Arial"/>
                <a:cs typeface="Arial"/>
              </a:rPr>
              <a:t>using namespace std;</a:t>
            </a:r>
            <a:endParaRPr lang="en-US"/>
          </a:p>
          <a:p>
            <a:r>
              <a:rPr lang="en-US" sz="1800">
                <a:latin typeface="Arial"/>
                <a:cs typeface="Arial"/>
              </a:rPr>
              <a:t>class Test{ };</a:t>
            </a:r>
            <a:endParaRPr lang="en-US"/>
          </a:p>
          <a:p>
            <a:r>
              <a:rPr lang="en-US" sz="1800">
                <a:latin typeface="Arial"/>
                <a:cs typeface="Arial"/>
              </a:rPr>
              <a:t>int main() {</a:t>
            </a:r>
            <a:endParaRPr lang="en-US"/>
          </a:p>
          <a:p>
            <a:r>
              <a:rPr lang="en-US" sz="1800">
                <a:latin typeface="Arial"/>
                <a:cs typeface="Arial"/>
              </a:rPr>
              <a:t>    auto x = 1; // x e int</a:t>
            </a:r>
            <a:endParaRPr lang="en-US"/>
          </a:p>
          <a:p>
            <a:r>
              <a:rPr lang="en-US" sz="1800">
                <a:latin typeface="Arial"/>
                <a:cs typeface="Arial"/>
              </a:rPr>
              <a:t>    float z;</a:t>
            </a:r>
            <a:endParaRPr lang="en-US"/>
          </a:p>
          <a:p>
            <a:r>
              <a:rPr lang="en-US" sz="1800">
                <a:latin typeface="Arial"/>
                <a:cs typeface="Arial"/>
              </a:rPr>
              <a:t>    auto y = z;// y e float</a:t>
            </a:r>
            <a:endParaRPr lang="en-US"/>
          </a:p>
          <a:p>
            <a:r>
              <a:rPr lang="en-US" sz="1800">
                <a:latin typeface="Arial"/>
                <a:cs typeface="Arial"/>
              </a:rPr>
              <a:t>    auto t = 3.37; // t e double</a:t>
            </a:r>
            <a:endParaRPr lang="en-US"/>
          </a:p>
          <a:p>
            <a:r>
              <a:rPr lang="en-US" sz="1800">
                <a:latin typeface="Arial"/>
                <a:cs typeface="Arial"/>
              </a:rPr>
              <a:t>    auto p = &amp;x; // pointer catre int</a:t>
            </a:r>
            <a:endParaRPr lang="en-US"/>
          </a:p>
          <a:p>
            <a:endParaRPr lang="en-US"/>
          </a:p>
          <a:p>
            <a:r>
              <a:rPr lang="en-US" sz="1800">
                <a:latin typeface="Arial"/>
                <a:cs typeface="Arial"/>
              </a:rPr>
              <a:t>    Test ob;</a:t>
            </a:r>
            <a:endParaRPr lang="en-US"/>
          </a:p>
          <a:p>
            <a:r>
              <a:rPr lang="en-US" sz="1800"/>
              <a:t>    auto A = ob;</a:t>
            </a:r>
            <a:endParaRPr lang="en-US"/>
          </a:p>
          <a:p>
            <a:r>
              <a:rPr lang="en-US" sz="1800">
                <a:latin typeface="Arial"/>
                <a:cs typeface="Arial"/>
              </a:rPr>
              <a:t>    auto B = &amp;ob;</a:t>
            </a:r>
            <a:endParaRPr lang="en-US"/>
          </a:p>
          <a:p>
            <a:endParaRPr lang="en-US"/>
          </a:p>
          <a:p>
            <a:r>
              <a:rPr lang="en-US" sz="1800">
                <a:latin typeface="Arial"/>
                <a:cs typeface="Arial"/>
              </a:rPr>
              <a:t>    cout &lt;&lt; typeid(x).name() &lt;&lt; endl &lt;&lt; typeid(y).name() &lt;&lt; endl</a:t>
            </a:r>
            <a:endParaRPr lang="en-US"/>
          </a:p>
          <a:p>
            <a:r>
              <a:rPr lang="en-US" sz="1800">
                <a:latin typeface="Arial"/>
                <a:cs typeface="Arial"/>
              </a:rPr>
              <a:t>         &lt;&lt; typeid(t).name() &lt;&lt; endl &lt;&lt; typeid(p).name() &lt;&lt; endl</a:t>
            </a:r>
            <a:endParaRPr lang="en-US"/>
          </a:p>
          <a:p>
            <a:r>
              <a:rPr lang="en-US" sz="1800">
                <a:latin typeface="Arial"/>
                <a:cs typeface="Arial"/>
              </a:rPr>
              <a:t>         &lt;&lt; typeid(A).name() &lt;&lt; endl  &lt;&lt; typeid(B).name() &lt;&lt; endl;</a:t>
            </a:r>
            <a:endParaRPr lang="en-US"/>
          </a:p>
          <a:p>
            <a:endParaRPr lang="en-US"/>
          </a:p>
          <a:p>
            <a:r>
              <a:rPr lang="en-US" sz="1800">
                <a:latin typeface="Arial"/>
                <a:cs typeface="Arial"/>
              </a:rPr>
              <a:t>    return 0;</a:t>
            </a:r>
            <a:endParaRPr lang="en-US"/>
          </a:p>
          <a:p>
            <a:r>
              <a:rPr lang="en-US" sz="1800">
                <a:latin typeface="Arial"/>
                <a:cs typeface="Arial"/>
              </a:rPr>
              <a:t>}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71494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Google Shape;872;p81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35919151-B4C0-4937-A686-EB084E54DD49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79</a:t>
            </a:fld>
            <a:endParaRPr lang="en-US" sz="1800"/>
          </a:p>
        </p:txBody>
      </p:sp>
      <p:sp>
        <p:nvSpPr>
          <p:cNvPr id="64517" name="Google Shape;875;p81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64518" name="Google Shape;876;p81"/>
          <p:cNvSpPr txBox="1">
            <a:spLocks noChangeArrowheads="1"/>
          </p:cNvSpPr>
          <p:nvPr/>
        </p:nvSpPr>
        <p:spPr bwMode="auto">
          <a:xfrm>
            <a:off x="274638" y="1271588"/>
            <a:ext cx="9028507" cy="77537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 anchor="t"/>
          <a:lstStyle/>
          <a:p>
            <a:pPr>
              <a:buNone/>
            </a:pPr>
            <a:r>
              <a:rPr lang="en-US" sz="2000" b="1">
                <a:solidFill>
                  <a:srgbClr val="0000FF"/>
                </a:solidFill>
                <a:latin typeface="Arial"/>
                <a:cs typeface="Arial"/>
              </a:rPr>
              <a:t>C++11</a:t>
            </a:r>
          </a:p>
          <a:p>
            <a:r>
              <a:rPr lang="en-US" sz="2000" b="1">
                <a:latin typeface="Arial"/>
                <a:cs typeface="Arial"/>
              </a:rPr>
              <a:t>Deducerea tipului in mod automat (auto si decltype)</a:t>
            </a:r>
            <a:endParaRPr lang="en-US"/>
          </a:p>
        </p:txBody>
      </p:sp>
      <p:sp>
        <p:nvSpPr>
          <p:cNvPr id="2" name="CasetăText 1">
            <a:extLst>
              <a:ext uri="{FF2B5EF4-FFF2-40B4-BE49-F238E27FC236}">
                <a16:creationId xmlns:a16="http://schemas.microsoft.com/office/drawing/2014/main" xmlns="" id="{E816E336-99B8-4F51-AF44-6041E156E526}"/>
              </a:ext>
            </a:extLst>
          </p:cNvPr>
          <p:cNvSpPr txBox="1"/>
          <p:nvPr/>
        </p:nvSpPr>
        <p:spPr>
          <a:xfrm>
            <a:off x="860867" y="2056667"/>
            <a:ext cx="8508488" cy="52322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>
                <a:latin typeface="Arial"/>
                <a:cs typeface="Arial"/>
              </a:rPr>
              <a:t>#include &lt;bits/</a:t>
            </a:r>
            <a:r>
              <a:rPr lang="en-US" sz="1800" err="1">
                <a:latin typeface="Arial"/>
                <a:cs typeface="Arial"/>
              </a:rPr>
              <a:t>stdc</a:t>
            </a:r>
            <a:r>
              <a:rPr lang="en-US" sz="1800">
                <a:latin typeface="Arial"/>
                <a:cs typeface="Arial"/>
              </a:rPr>
              <a:t>++.h&gt;</a:t>
            </a:r>
            <a:endParaRPr lang="ro-RO"/>
          </a:p>
          <a:p>
            <a:r>
              <a:rPr lang="en-US" sz="1800">
                <a:latin typeface="Arial"/>
                <a:cs typeface="Arial"/>
              </a:rPr>
              <a:t>#include &lt;vector&gt;</a:t>
            </a:r>
            <a:endParaRPr lang="en-US"/>
          </a:p>
          <a:p>
            <a:r>
              <a:rPr lang="en-US" sz="1800">
                <a:latin typeface="Arial"/>
                <a:cs typeface="Arial"/>
              </a:rPr>
              <a:t>using namespace std;</a:t>
            </a:r>
            <a:endParaRPr lang="en-US"/>
          </a:p>
          <a:p>
            <a:r>
              <a:rPr lang="en-US" sz="1800">
                <a:latin typeface="Arial"/>
                <a:cs typeface="Arial"/>
              </a:rPr>
              <a:t>int f(){}</a:t>
            </a:r>
            <a:endParaRPr lang="en-US">
              <a:latin typeface="Arial"/>
              <a:cs typeface="Arial"/>
            </a:endParaRPr>
          </a:p>
          <a:p>
            <a:r>
              <a:rPr lang="en-US" sz="1800">
                <a:latin typeface="Arial"/>
                <a:cs typeface="Arial"/>
              </a:rPr>
              <a:t>int&amp; g(){}</a:t>
            </a:r>
            <a:endParaRPr lang="en-US">
              <a:latin typeface="Arial"/>
              <a:cs typeface="Arial"/>
            </a:endParaRPr>
          </a:p>
          <a:p>
            <a:endParaRPr lang="en-US"/>
          </a:p>
          <a:p>
            <a:r>
              <a:rPr lang="en-US" sz="1800">
                <a:latin typeface="Arial"/>
                <a:cs typeface="Arial"/>
              </a:rPr>
              <a:t>int main() {</a:t>
            </a:r>
            <a:endParaRPr lang="en-US"/>
          </a:p>
          <a:p>
            <a:r>
              <a:rPr lang="en-US" sz="1800">
                <a:latin typeface="Arial"/>
                <a:cs typeface="Arial"/>
              </a:rPr>
              <a:t>vector&lt;int&gt; v = {1,2,4};</a:t>
            </a:r>
            <a:endParaRPr lang="en-US"/>
          </a:p>
          <a:p>
            <a:endParaRPr lang="en-US"/>
          </a:p>
          <a:p>
            <a:r>
              <a:rPr lang="en-US" sz="1800">
                <a:latin typeface="Arial"/>
                <a:cs typeface="Arial"/>
              </a:rPr>
              <a:t>    auto x = </a:t>
            </a:r>
            <a:r>
              <a:rPr lang="en-US" sz="1800" err="1">
                <a:latin typeface="Arial"/>
                <a:cs typeface="Arial"/>
              </a:rPr>
              <a:t>v.begin</a:t>
            </a:r>
            <a:r>
              <a:rPr lang="en-US" sz="1800">
                <a:latin typeface="Arial"/>
                <a:cs typeface="Arial"/>
              </a:rPr>
              <a:t>();</a:t>
            </a:r>
            <a:endParaRPr lang="en-US"/>
          </a:p>
          <a:p>
            <a:r>
              <a:rPr lang="en-US" sz="1800">
                <a:latin typeface="Arial"/>
                <a:cs typeface="Arial"/>
              </a:rPr>
              <a:t>    </a:t>
            </a:r>
            <a:r>
              <a:rPr lang="en-US" sz="1800" err="1">
                <a:latin typeface="Arial"/>
                <a:cs typeface="Arial"/>
              </a:rPr>
              <a:t>cout</a:t>
            </a:r>
            <a:r>
              <a:rPr lang="en-US" sz="1800">
                <a:latin typeface="Arial"/>
                <a:cs typeface="Arial"/>
              </a:rPr>
              <a:t> &lt;&lt; </a:t>
            </a:r>
            <a:r>
              <a:rPr lang="en-US" sz="1800" err="1">
                <a:latin typeface="Arial"/>
                <a:cs typeface="Arial"/>
              </a:rPr>
              <a:t>typeid</a:t>
            </a:r>
            <a:r>
              <a:rPr lang="en-US" sz="1800">
                <a:latin typeface="Arial"/>
                <a:cs typeface="Arial"/>
              </a:rPr>
              <a:t>(x).name() &lt;&lt; </a:t>
            </a:r>
            <a:r>
              <a:rPr lang="en-US" sz="1800" err="1">
                <a:latin typeface="Arial"/>
                <a:cs typeface="Arial"/>
              </a:rPr>
              <a:t>endl</a:t>
            </a:r>
            <a:r>
              <a:rPr lang="en-US" sz="1800">
                <a:latin typeface="Arial"/>
                <a:cs typeface="Arial"/>
              </a:rPr>
              <a:t>;</a:t>
            </a:r>
            <a:endParaRPr lang="en-US"/>
          </a:p>
          <a:p>
            <a:r>
              <a:rPr lang="en-US" sz="1800">
                <a:latin typeface="Arial"/>
                <a:cs typeface="Arial"/>
              </a:rPr>
              <a:t>    for(auto p = </a:t>
            </a:r>
            <a:r>
              <a:rPr lang="en-US" sz="1800" err="1">
                <a:latin typeface="Arial"/>
                <a:cs typeface="Arial"/>
              </a:rPr>
              <a:t>v.begin</a:t>
            </a:r>
            <a:r>
              <a:rPr lang="en-US" sz="1800">
                <a:latin typeface="Arial"/>
                <a:cs typeface="Arial"/>
              </a:rPr>
              <a:t>(); p!=</a:t>
            </a:r>
            <a:r>
              <a:rPr lang="en-US" sz="1800" err="1">
                <a:latin typeface="Arial"/>
                <a:cs typeface="Arial"/>
              </a:rPr>
              <a:t>v.end</a:t>
            </a:r>
            <a:r>
              <a:rPr lang="en-US" sz="1800">
                <a:latin typeface="Arial"/>
                <a:cs typeface="Arial"/>
              </a:rPr>
              <a:t>(); p++)</a:t>
            </a:r>
            <a:endParaRPr lang="en-US"/>
          </a:p>
          <a:p>
            <a:r>
              <a:rPr lang="en-US" sz="1800">
                <a:latin typeface="Arial"/>
                <a:cs typeface="Arial"/>
              </a:rPr>
              <a:t>        </a:t>
            </a:r>
            <a:r>
              <a:rPr lang="en-US" sz="1800" err="1">
                <a:latin typeface="Arial"/>
                <a:cs typeface="Arial"/>
              </a:rPr>
              <a:t>cout</a:t>
            </a:r>
            <a:r>
              <a:rPr lang="en-US" sz="1800">
                <a:latin typeface="Arial"/>
                <a:cs typeface="Arial"/>
              </a:rPr>
              <a:t>&lt;&lt;*p&lt;&lt;" ";</a:t>
            </a:r>
            <a:endParaRPr lang="en-US"/>
          </a:p>
          <a:p>
            <a:r>
              <a:rPr lang="en-US" sz="1800">
                <a:latin typeface="Arial"/>
                <a:cs typeface="Arial"/>
              </a:rPr>
              <a:t>    </a:t>
            </a:r>
            <a:r>
              <a:rPr lang="en-US" sz="1800" err="1">
                <a:latin typeface="Arial"/>
                <a:cs typeface="Arial"/>
              </a:rPr>
              <a:t>cout</a:t>
            </a:r>
            <a:r>
              <a:rPr lang="en-US" sz="1800">
                <a:latin typeface="Arial"/>
                <a:cs typeface="Arial"/>
              </a:rPr>
              <a:t>&lt;&lt;</a:t>
            </a:r>
            <a:r>
              <a:rPr lang="en-US" sz="1800" err="1">
                <a:latin typeface="Arial"/>
                <a:cs typeface="Arial"/>
              </a:rPr>
              <a:t>endl</a:t>
            </a:r>
            <a:r>
              <a:rPr lang="en-US" sz="1800">
                <a:latin typeface="Arial"/>
                <a:cs typeface="Arial"/>
              </a:rPr>
              <a:t>;</a:t>
            </a:r>
            <a:endParaRPr lang="en-US">
              <a:latin typeface="Arial"/>
              <a:cs typeface="Arial"/>
            </a:endParaRPr>
          </a:p>
          <a:p>
            <a:r>
              <a:rPr lang="en-US" sz="1800">
                <a:latin typeface="Arial"/>
                <a:cs typeface="Arial"/>
              </a:rPr>
              <a:t>    auto y = f();</a:t>
            </a:r>
            <a:endParaRPr lang="en-US">
              <a:latin typeface="Arial"/>
              <a:cs typeface="Arial"/>
            </a:endParaRPr>
          </a:p>
          <a:p>
            <a:r>
              <a:rPr lang="en-US" sz="1800">
                <a:latin typeface="Arial"/>
                <a:cs typeface="Arial"/>
              </a:rPr>
              <a:t>    auto z = g();//    auto&amp; z = g();</a:t>
            </a:r>
            <a:endParaRPr lang="en-US">
              <a:latin typeface="Arial"/>
              <a:cs typeface="Arial"/>
            </a:endParaRPr>
          </a:p>
          <a:p>
            <a:r>
              <a:rPr lang="en-US" sz="1800">
                <a:latin typeface="Arial"/>
                <a:cs typeface="Arial"/>
              </a:rPr>
              <a:t>    </a:t>
            </a:r>
            <a:r>
              <a:rPr lang="en-US" sz="1800" err="1">
                <a:latin typeface="Arial"/>
                <a:cs typeface="Arial"/>
              </a:rPr>
              <a:t>cout</a:t>
            </a:r>
            <a:r>
              <a:rPr lang="en-US" sz="1800">
                <a:latin typeface="Arial"/>
                <a:cs typeface="Arial"/>
              </a:rPr>
              <a:t> &lt;&lt; </a:t>
            </a:r>
            <a:r>
              <a:rPr lang="en-US" sz="1800" err="1">
                <a:latin typeface="Arial"/>
                <a:cs typeface="Arial"/>
              </a:rPr>
              <a:t>typeid</a:t>
            </a:r>
            <a:r>
              <a:rPr lang="en-US" sz="1800">
                <a:latin typeface="Arial"/>
                <a:cs typeface="Arial"/>
              </a:rPr>
              <a:t>(y).name() &lt;&lt; </a:t>
            </a:r>
            <a:r>
              <a:rPr lang="en-US" sz="1800" err="1">
                <a:latin typeface="Arial"/>
                <a:cs typeface="Arial"/>
              </a:rPr>
              <a:t>endl</a:t>
            </a:r>
            <a:r>
              <a:rPr lang="en-US" sz="1800">
                <a:latin typeface="Arial"/>
                <a:cs typeface="Arial"/>
              </a:rPr>
              <a:t> &lt;&lt; </a:t>
            </a:r>
            <a:r>
              <a:rPr lang="en-US" sz="1800" err="1">
                <a:latin typeface="Arial"/>
                <a:cs typeface="Arial"/>
              </a:rPr>
              <a:t>typeid</a:t>
            </a:r>
            <a:r>
              <a:rPr lang="en-US" sz="1800">
                <a:latin typeface="Arial"/>
                <a:cs typeface="Arial"/>
              </a:rPr>
              <a:t>(z).name() &lt;&lt; </a:t>
            </a:r>
            <a:r>
              <a:rPr lang="en-US" sz="1800" err="1">
                <a:latin typeface="Arial"/>
                <a:cs typeface="Arial"/>
              </a:rPr>
              <a:t>endl</a:t>
            </a:r>
            <a:r>
              <a:rPr lang="en-US" sz="1800">
                <a:latin typeface="Arial"/>
                <a:cs typeface="Arial"/>
              </a:rPr>
              <a:t>;</a:t>
            </a:r>
            <a:endParaRPr lang="en-US"/>
          </a:p>
          <a:p>
            <a:r>
              <a:rPr lang="en-US" sz="1800">
                <a:latin typeface="Arial"/>
                <a:cs typeface="Arial"/>
              </a:rPr>
              <a:t>    return 0;</a:t>
            </a:r>
            <a:endParaRPr lang="en-US"/>
          </a:p>
          <a:p>
            <a:r>
              <a:rPr lang="en-US" sz="1800">
                <a:latin typeface="Arial"/>
                <a:cs typeface="Arial"/>
              </a:rPr>
              <a:t>}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13617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Google Shape;872;p81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35919151-B4C0-4937-A686-EB084E54DD49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80</a:t>
            </a:fld>
            <a:endParaRPr lang="en-US" sz="1800"/>
          </a:p>
        </p:txBody>
      </p:sp>
      <p:sp>
        <p:nvSpPr>
          <p:cNvPr id="64517" name="Google Shape;875;p81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Standard Template Library (STL)</a:t>
            </a:r>
          </a:p>
        </p:txBody>
      </p:sp>
      <p:sp>
        <p:nvSpPr>
          <p:cNvPr id="64518" name="Google Shape;876;p81"/>
          <p:cNvSpPr txBox="1">
            <a:spLocks noChangeArrowheads="1"/>
          </p:cNvSpPr>
          <p:nvPr/>
        </p:nvSpPr>
        <p:spPr bwMode="auto">
          <a:xfrm>
            <a:off x="274638" y="1271588"/>
            <a:ext cx="9028507" cy="77537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 anchor="t"/>
          <a:lstStyle/>
          <a:p>
            <a:pPr>
              <a:buNone/>
            </a:pPr>
            <a:r>
              <a:rPr lang="en-US" sz="2000" b="1">
                <a:solidFill>
                  <a:srgbClr val="0000FF"/>
                </a:solidFill>
                <a:latin typeface="Arial"/>
                <a:cs typeface="Arial"/>
              </a:rPr>
              <a:t>C++11</a:t>
            </a:r>
          </a:p>
          <a:p>
            <a:r>
              <a:rPr lang="en-US" sz="2000" b="1">
                <a:latin typeface="Arial"/>
                <a:cs typeface="Arial"/>
              </a:rPr>
              <a:t>Deducerea tipului in mod automat (auto si decltype)</a:t>
            </a:r>
            <a:endParaRPr lang="en-US"/>
          </a:p>
        </p:txBody>
      </p:sp>
      <p:sp>
        <p:nvSpPr>
          <p:cNvPr id="2" name="CasetăText 1">
            <a:extLst>
              <a:ext uri="{FF2B5EF4-FFF2-40B4-BE49-F238E27FC236}">
                <a16:creationId xmlns:a16="http://schemas.microsoft.com/office/drawing/2014/main" xmlns="" id="{E816E336-99B8-4F51-AF44-6041E156E526}"/>
              </a:ext>
            </a:extLst>
          </p:cNvPr>
          <p:cNvSpPr txBox="1"/>
          <p:nvPr/>
        </p:nvSpPr>
        <p:spPr>
          <a:xfrm>
            <a:off x="860867" y="2056667"/>
            <a:ext cx="8508488" cy="46166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>
                <a:latin typeface="Arial"/>
                <a:cs typeface="Arial"/>
              </a:rPr>
              <a:t>int f(){}</a:t>
            </a:r>
            <a:endParaRPr lang="ro-RO">
              <a:latin typeface="Arial"/>
              <a:cs typeface="Arial"/>
            </a:endParaRPr>
          </a:p>
          <a:p>
            <a:r>
              <a:rPr lang="en-US" sz="1800">
                <a:latin typeface="Arial"/>
                <a:cs typeface="Arial"/>
              </a:rPr>
              <a:t>float g(){}</a:t>
            </a:r>
            <a:endParaRPr lang="en-US">
              <a:latin typeface="Arial"/>
              <a:cs typeface="Arial"/>
            </a:endParaRPr>
          </a:p>
          <a:p>
            <a:r>
              <a:rPr lang="en-US" sz="1800">
                <a:latin typeface="Arial"/>
                <a:cs typeface="Arial"/>
              </a:rPr>
              <a:t>// atentie: daca float&amp; g(){}, eroare la decltype(g()) z, intrucat trebuie initializat</a:t>
            </a:r>
            <a:endParaRPr lang="en-US" sz="1800"/>
          </a:p>
          <a:p>
            <a:endParaRPr lang="en-US"/>
          </a:p>
          <a:p>
            <a:r>
              <a:rPr lang="en-US" sz="1800">
                <a:latin typeface="Arial"/>
                <a:cs typeface="Arial"/>
              </a:rPr>
              <a:t>int main()</a:t>
            </a:r>
            <a:endParaRPr lang="en-US"/>
          </a:p>
          <a:p>
            <a:r>
              <a:rPr lang="en-US" sz="1800">
                <a:latin typeface="Arial"/>
                <a:cs typeface="Arial"/>
              </a:rPr>
              <a:t>{</a:t>
            </a:r>
            <a:endParaRPr lang="en-US"/>
          </a:p>
          <a:p>
            <a:endParaRPr lang="en-US"/>
          </a:p>
          <a:p>
            <a:r>
              <a:rPr lang="en-US" sz="1800">
                <a:latin typeface="Arial"/>
                <a:cs typeface="Arial"/>
              </a:rPr>
              <a:t>    decltype(f()) y;</a:t>
            </a:r>
            <a:endParaRPr lang="en-US"/>
          </a:p>
          <a:p>
            <a:r>
              <a:rPr lang="en-US" sz="1800">
                <a:latin typeface="Arial"/>
                <a:cs typeface="Arial"/>
              </a:rPr>
              <a:t>    decltype(g()) z;</a:t>
            </a:r>
            <a:endParaRPr lang="en-US"/>
          </a:p>
          <a:p>
            <a:r>
              <a:rPr lang="en-US" sz="1800">
                <a:latin typeface="Arial"/>
                <a:cs typeface="Arial"/>
              </a:rPr>
              <a:t>    cout &lt;&lt; typeid(y).name() &lt;&lt; endl;</a:t>
            </a:r>
            <a:endParaRPr lang="en-US"/>
          </a:p>
          <a:p>
            <a:r>
              <a:rPr lang="en-US" sz="1800">
                <a:latin typeface="Arial"/>
                <a:cs typeface="Arial"/>
              </a:rPr>
              <a:t>    cout &lt;&lt; typeid(z).name() &lt;&lt; endl;</a:t>
            </a:r>
            <a:endParaRPr lang="en-US"/>
          </a:p>
          <a:p>
            <a:endParaRPr lang="en-US"/>
          </a:p>
          <a:p>
            <a:r>
              <a:rPr lang="en-US" sz="1800">
                <a:latin typeface="Arial"/>
                <a:cs typeface="Arial"/>
              </a:rPr>
              <a:t>    return 0;</a:t>
            </a:r>
            <a:endParaRPr lang="en-US"/>
          </a:p>
          <a:p>
            <a:r>
              <a:rPr lang="en-US" sz="1800">
                <a:latin typeface="Arial"/>
                <a:cs typeface="Arial"/>
              </a:rPr>
              <a:t>}</a:t>
            </a:r>
          </a:p>
          <a:p>
            <a:endParaRPr lang="en-US" sz="1800"/>
          </a:p>
          <a:p>
            <a:r>
              <a:rPr lang="en-US" sz="1800" b="1" i="1">
                <a:latin typeface="Arial"/>
                <a:cs typeface="Arial"/>
              </a:rPr>
              <a:t>auto – permite declararea unei variabile cu un tip specific, iar decltype "ghiceste" tipul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25740069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Google Shape;896;p83"/>
          <p:cNvSpPr>
            <a:spLocks noChangeArrowheads="1"/>
          </p:cNvSpPr>
          <p:nvPr/>
        </p:nvSpPr>
        <p:spPr bwMode="auto">
          <a:xfrm>
            <a:off x="9236075" y="7062788"/>
            <a:ext cx="69850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FC060B68-B234-4271-9E64-6AB871455535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81</a:t>
            </a:fld>
            <a:endParaRPr lang="en-US" sz="1800"/>
          </a:p>
        </p:txBody>
      </p:sp>
      <p:sp>
        <p:nvSpPr>
          <p:cNvPr id="65541" name="Google Shape;899;p83"/>
          <p:cNvSpPr>
            <a:spLocks noChangeArrowheads="1"/>
          </p:cNvSpPr>
          <p:nvPr/>
        </p:nvSpPr>
        <p:spPr bwMode="auto">
          <a:xfrm>
            <a:off x="2322513" y="836613"/>
            <a:ext cx="5540375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600"/>
              <a:buFont typeface="Arial" charset="0"/>
              <a:buNone/>
            </a:pPr>
            <a:r>
              <a:rPr lang="en-US" sz="2600" b="1">
                <a:solidFill>
                  <a:srgbClr val="0C1C1D"/>
                </a:solidFill>
              </a:rPr>
              <a:t>Perspective</a:t>
            </a:r>
            <a:endParaRPr lang="en-US" sz="1800"/>
          </a:p>
        </p:txBody>
      </p:sp>
      <p:sp>
        <p:nvSpPr>
          <p:cNvPr id="65542" name="Google Shape;900;p83"/>
          <p:cNvSpPr>
            <a:spLocks noChangeArrowheads="1"/>
          </p:cNvSpPr>
          <p:nvPr/>
        </p:nvSpPr>
        <p:spPr bwMode="auto">
          <a:xfrm>
            <a:off x="1136650" y="1879600"/>
            <a:ext cx="8232775" cy="379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5000" rIns="90000" bIns="45000" anchor="t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b="1">
                <a:latin typeface="Arial"/>
                <a:cs typeface="Arial"/>
              </a:rPr>
              <a:t>Cursul 11:</a:t>
            </a:r>
            <a:r>
              <a:rPr lang="en-US" sz="1100" dirty="0">
                <a:latin typeface="Arial"/>
                <a:cs typeface="Arial"/>
              </a:rPr>
              <a:t> </a:t>
            </a:r>
            <a:endParaRPr lang="en-US" dirty="0"/>
          </a:p>
          <a:p>
            <a:pPr marL="457200" indent="-4572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2400">
                <a:latin typeface="Times New Roman"/>
                <a:cs typeface="Times New Roman"/>
              </a:rPr>
              <a:t>Pointeri şi referințe</a:t>
            </a:r>
            <a:endParaRPr lang="en-US" sz="2400" dirty="0">
              <a:latin typeface="Times New Roman"/>
              <a:cs typeface="Times New Roman"/>
            </a:endParaRPr>
          </a:p>
          <a:p>
            <a:pPr marL="457200" indent="-4572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2400">
                <a:latin typeface="Times New Roman"/>
                <a:cs typeface="Times New Roman"/>
              </a:rPr>
              <a:t>Const</a:t>
            </a:r>
          </a:p>
          <a:p>
            <a:pPr marL="457200" indent="-4572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2400">
                <a:latin typeface="Times New Roman"/>
                <a:cs typeface="Times New Roman"/>
              </a:rPr>
              <a:t>Volatile</a:t>
            </a:r>
          </a:p>
          <a:p>
            <a:pPr marL="457200" indent="-4572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2400">
                <a:latin typeface="Times New Roman"/>
                <a:cs typeface="Times New Roman"/>
              </a:rPr>
              <a:t>Static</a:t>
            </a:r>
          </a:p>
          <a:p>
            <a:pPr>
              <a:lnSpc>
                <a:spcPct val="200000"/>
              </a:lnSpc>
              <a:buSzPts val="2000"/>
              <a:buFont typeface="Arial" charset="0"/>
              <a:buNone/>
            </a:pPr>
            <a:r>
              <a:rPr lang="en-US" sz="2000" b="1" dirty="0" err="1">
                <a:latin typeface="Arial"/>
                <a:cs typeface="Arial"/>
              </a:rPr>
              <a:t>Cursul</a:t>
            </a:r>
            <a:r>
              <a:rPr lang="en-US" sz="2000" b="1" dirty="0">
                <a:latin typeface="Arial"/>
                <a:cs typeface="Arial"/>
              </a:rPr>
              <a:t> 12:</a:t>
            </a:r>
            <a:r>
              <a:rPr lang="en-US" sz="1100" dirty="0">
                <a:latin typeface="Arial"/>
                <a:cs typeface="Arial"/>
              </a:rPr>
              <a:t>	 	 	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	 	 	</a:t>
            </a:r>
            <a:endParaRPr lang="en-US" dirty="0"/>
          </a:p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/>
              <a:t>	</a:t>
            </a:r>
          </a:p>
          <a:p>
            <a:pPr>
              <a:buClr>
                <a:srgbClr val="000000"/>
              </a:buClr>
              <a:buSzPts val="1100"/>
            </a:pPr>
            <a:r>
              <a:rPr lang="en-US" sz="2000">
                <a:latin typeface="Arial"/>
                <a:cs typeface="Arial"/>
              </a:rPr>
              <a:t>Design Patterns</a:t>
            </a:r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endParaRPr lang="en-US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E02F608F3513458693E499A1B4021C" ma:contentTypeVersion="3" ma:contentTypeDescription="Creați un document nou." ma:contentTypeScope="" ma:versionID="399cf48525c93e7bd603b375853bb402">
  <xsd:schema xmlns:xsd="http://www.w3.org/2001/XMLSchema" xmlns:xs="http://www.w3.org/2001/XMLSchema" xmlns:p="http://schemas.microsoft.com/office/2006/metadata/properties" xmlns:ns2="e011d0cb-f29a-4db3-9b8c-3b4d1a8211af" targetNamespace="http://schemas.microsoft.com/office/2006/metadata/properties" ma:root="true" ma:fieldsID="c6228155182473796e27d3838206c164" ns2:_="">
    <xsd:import namespace="e011d0cb-f29a-4db3-9b8c-3b4d1a8211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11d0cb-f29a-4db3-9b8c-3b4d1a8211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 de conținut"/>
        <xsd:element ref="dc:title" minOccurs="0" maxOccurs="1" ma:index="4" ma:displayName="Titlu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B888344-1650-4201-A97C-87C3FBD80840}"/>
</file>

<file path=customXml/itemProps2.xml><?xml version="1.0" encoding="utf-8"?>
<ds:datastoreItem xmlns:ds="http://schemas.openxmlformats.org/officeDocument/2006/customXml" ds:itemID="{34B9EA8C-F73F-4875-B904-55A5A33DE973}">
  <ds:schemaRefs>
    <ds:schemaRef ds:uri="http://schemas.microsoft.com/office/2006/metadata/properties"/>
    <ds:schemaRef ds:uri="http://schemas.microsoft.com/office/infopath/2007/PartnerControls"/>
    <ds:schemaRef ds:uri="2a144226-266b-435e-ae44-b91654f0bcb4"/>
    <ds:schemaRef ds:uri="71c24be4-710d-4a8d-9a13-a79588c1dd38"/>
  </ds:schemaRefs>
</ds:datastoreItem>
</file>

<file path=customXml/itemProps3.xml><?xml version="1.0" encoding="utf-8"?>
<ds:datastoreItem xmlns:ds="http://schemas.openxmlformats.org/officeDocument/2006/customXml" ds:itemID="{571FB46D-C33E-4270-9AD0-81E37D5E40B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</TotalTime>
  <Words>4959</Words>
  <Application>Microsoft Office PowerPoint</Application>
  <PresentationFormat>Custom</PresentationFormat>
  <Paragraphs>1546</Paragraphs>
  <Slides>81</Slides>
  <Notes>81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Ank</dc:creator>
  <cp:lastModifiedBy>Admin</cp:lastModifiedBy>
  <cp:revision>44</cp:revision>
  <dcterms:modified xsi:type="dcterms:W3CDTF">2026-05-03T18:08:50Z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0x010100C6E02F608F3513458693E499A1B4021C</vt:lpwstr>
  </property>
</Properties>
</file>